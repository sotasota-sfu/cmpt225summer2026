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317" r:id="rId3"/>
    <p:sldId id="272" r:id="rId4"/>
    <p:sldId id="273" r:id="rId5"/>
    <p:sldId id="274" r:id="rId6"/>
    <p:sldId id="265" r:id="rId7"/>
    <p:sldId id="275" r:id="rId8"/>
    <p:sldId id="277" r:id="rId9"/>
    <p:sldId id="276" r:id="rId10"/>
    <p:sldId id="278" r:id="rId11"/>
    <p:sldId id="266" r:id="rId12"/>
    <p:sldId id="267" r:id="rId13"/>
    <p:sldId id="268" r:id="rId14"/>
    <p:sldId id="279" r:id="rId15"/>
    <p:sldId id="280" r:id="rId16"/>
    <p:sldId id="281" r:id="rId17"/>
    <p:sldId id="282" r:id="rId18"/>
    <p:sldId id="269" r:id="rId19"/>
    <p:sldId id="283" r:id="rId20"/>
    <p:sldId id="286" r:id="rId21"/>
    <p:sldId id="270" r:id="rId22"/>
    <p:sldId id="287" r:id="rId23"/>
    <p:sldId id="271" r:id="rId24"/>
    <p:sldId id="288" r:id="rId25"/>
    <p:sldId id="289" r:id="rId26"/>
    <p:sldId id="290" r:id="rId27"/>
    <p:sldId id="293" r:id="rId28"/>
    <p:sldId id="295" r:id="rId29"/>
    <p:sldId id="292" r:id="rId30"/>
    <p:sldId id="294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76B12-4B07-5A4B-A534-CCDB38A542D8}" v="172" dt="2026-06-04T07:55:16.646"/>
    <p1510:client id="{448AF42A-D4BD-E442-ACE2-C29D643637E1}" v="10" dt="2026-06-04T08:05:26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6-04T20:33:08.377" v="247" actId="20577"/>
      <pc:docMkLst>
        <pc:docMk/>
      </pc:docMkLst>
      <pc:sldChg chg="addSp delSp modSp mod">
        <pc:chgData name="Toby Donaldson" userId="2e6e5431-bb17-4c41-9985-d39c50d83c73" providerId="ADAL" clId="{F31BC264-820E-54C4-A6D1-F92AF9CC222E}" dt="2026-06-04T19:30:33.487" v="238" actId="1076"/>
        <pc:sldMkLst>
          <pc:docMk/>
          <pc:sldMk cId="1207579823" sldId="263"/>
        </pc:sldMkLst>
        <pc:spChg chg="mod">
          <ac:chgData name="Toby Donaldson" userId="2e6e5431-bb17-4c41-9985-d39c50d83c73" providerId="ADAL" clId="{F31BC264-820E-54C4-A6D1-F92AF9CC222E}" dt="2026-06-04T19:30:33.487" v="238" actId="1076"/>
          <ac:spMkLst>
            <pc:docMk/>
            <pc:sldMk cId="1207579823" sldId="263"/>
            <ac:spMk id="2" creationId="{1F26A469-DA96-A3B5-0C4E-3C5ED9D4F20E}"/>
          </ac:spMkLst>
        </pc:spChg>
        <pc:spChg chg="del">
          <ac:chgData name="Toby Donaldson" userId="2e6e5431-bb17-4c41-9985-d39c50d83c73" providerId="ADAL" clId="{F31BC264-820E-54C4-A6D1-F92AF9CC222E}" dt="2026-06-04T19:30:14.784" v="233" actId="21"/>
          <ac:spMkLst>
            <pc:docMk/>
            <pc:sldMk cId="1207579823" sldId="263"/>
            <ac:spMk id="3" creationId="{71D07518-35ED-2F31-865D-0D45E99353C2}"/>
          </ac:spMkLst>
        </pc:spChg>
        <pc:spChg chg="add del mod">
          <ac:chgData name="Toby Donaldson" userId="2e6e5431-bb17-4c41-9985-d39c50d83c73" providerId="ADAL" clId="{F31BC264-820E-54C4-A6D1-F92AF9CC222E}" dt="2026-06-04T19:30:18.198" v="234" actId="21"/>
          <ac:spMkLst>
            <pc:docMk/>
            <pc:sldMk cId="1207579823" sldId="263"/>
            <ac:spMk id="5" creationId="{0A6CFDBD-9F84-0C7B-E397-51AAF716BB21}"/>
          </ac:spMkLst>
        </pc:spChg>
      </pc:sldChg>
      <pc:sldChg chg="modSp mod">
        <pc:chgData name="Toby Donaldson" userId="2e6e5431-bb17-4c41-9985-d39c50d83c73" providerId="ADAL" clId="{F31BC264-820E-54C4-A6D1-F92AF9CC222E}" dt="2026-06-04T20:33:08.377" v="247" actId="20577"/>
        <pc:sldMkLst>
          <pc:docMk/>
          <pc:sldMk cId="4086174843" sldId="292"/>
        </pc:sldMkLst>
        <pc:spChg chg="mod">
          <ac:chgData name="Toby Donaldson" userId="2e6e5431-bb17-4c41-9985-d39c50d83c73" providerId="ADAL" clId="{F31BC264-820E-54C4-A6D1-F92AF9CC222E}" dt="2026-06-04T20:33:08.377" v="247" actId="20577"/>
          <ac:spMkLst>
            <pc:docMk/>
            <pc:sldMk cId="4086174843" sldId="292"/>
            <ac:spMk id="4" creationId="{8C2C0847-9ABD-C603-4EAA-186A8C5A1647}"/>
          </ac:spMkLst>
        </pc:spChg>
      </pc:sldChg>
      <pc:sldChg chg="modSp mod">
        <pc:chgData name="Toby Donaldson" userId="2e6e5431-bb17-4c41-9985-d39c50d83c73" providerId="ADAL" clId="{F31BC264-820E-54C4-A6D1-F92AF9CC222E}" dt="2026-06-04T08:05:26.352" v="180" actId="20577"/>
        <pc:sldMkLst>
          <pc:docMk/>
          <pc:sldMk cId="1726942880" sldId="316"/>
        </pc:sldMkLst>
        <pc:spChg chg="mod">
          <ac:chgData name="Toby Donaldson" userId="2e6e5431-bb17-4c41-9985-d39c50d83c73" providerId="ADAL" clId="{F31BC264-820E-54C4-A6D1-F92AF9CC222E}" dt="2026-06-04T08:05:26.352" v="180" actId="20577"/>
          <ac:spMkLst>
            <pc:docMk/>
            <pc:sldMk cId="1726942880" sldId="316"/>
            <ac:spMk id="7" creationId="{140DAD23-9C09-BC2C-C398-940BC183C2A7}"/>
          </ac:spMkLst>
        </pc:spChg>
      </pc:sldChg>
      <pc:sldChg chg="add">
        <pc:chgData name="Toby Donaldson" userId="2e6e5431-bb17-4c41-9985-d39c50d83c73" providerId="ADAL" clId="{F31BC264-820E-54C4-A6D1-F92AF9CC222E}" dt="2026-06-04T19:29:53.391" v="181" actId="2890"/>
        <pc:sldMkLst>
          <pc:docMk/>
          <pc:sldMk cId="3544150045" sldId="317"/>
        </pc:sldMkLst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6-04T08:00:34.549" v="19288" actId="20577"/>
      <pc:docMkLst>
        <pc:docMk/>
      </pc:docMkLst>
      <pc:sldChg chg="addSp delSp modSp del mod">
        <pc:chgData name="Toby Donaldson" userId="2e6e5431-bb17-4c41-9985-d39c50d83c73" providerId="ADAL" clId="{7F9681A8-EEE2-56F4-9B39-ECCBEE0471AC}" dt="2026-06-04T02:48:18.891" v="2484" actId="2696"/>
        <pc:sldMkLst>
          <pc:docMk/>
          <pc:sldMk cId="2832120286" sldId="262"/>
        </pc:sldMkLst>
        <pc:spChg chg="mod">
          <ac:chgData name="Toby Donaldson" userId="2e6e5431-bb17-4c41-9985-d39c50d83c73" providerId="ADAL" clId="{7F9681A8-EEE2-56F4-9B39-ECCBEE0471AC}" dt="2026-06-04T02:25:41.287" v="600" actId="20577"/>
          <ac:spMkLst>
            <pc:docMk/>
            <pc:sldMk cId="2832120286" sldId="262"/>
            <ac:spMk id="2" creationId="{35326877-1393-A1DC-DE4F-70F8C375811D}"/>
          </ac:spMkLst>
        </pc:spChg>
        <pc:spChg chg="add mod">
          <ac:chgData name="Toby Donaldson" userId="2e6e5431-bb17-4c41-9985-d39c50d83c73" providerId="ADAL" clId="{7F9681A8-EEE2-56F4-9B39-ECCBEE0471AC}" dt="2026-06-04T02:27:30.440" v="856" actId="15"/>
          <ac:spMkLst>
            <pc:docMk/>
            <pc:sldMk cId="2832120286" sldId="262"/>
            <ac:spMk id="3" creationId="{98611170-ABFA-F9DB-16E5-FF261F3C13A2}"/>
          </ac:spMkLst>
        </pc:spChg>
        <pc:spChg chg="add del mod">
          <ac:chgData name="Toby Donaldson" userId="2e6e5431-bb17-4c41-9985-d39c50d83c73" providerId="ADAL" clId="{7F9681A8-EEE2-56F4-9B39-ECCBEE0471AC}" dt="2026-06-04T02:22:20.098" v="249" actId="21"/>
          <ac:spMkLst>
            <pc:docMk/>
            <pc:sldMk cId="2832120286" sldId="262"/>
            <ac:spMk id="14" creationId="{1D29887A-1468-D532-7A97-D2DE334CC833}"/>
          </ac:spMkLst>
        </pc:spChg>
        <pc:spChg chg="del">
          <ac:chgData name="Toby Donaldson" userId="2e6e5431-bb17-4c41-9985-d39c50d83c73" providerId="ADAL" clId="{7F9681A8-EEE2-56F4-9B39-ECCBEE0471AC}" dt="2026-06-04T02:19:59.027" v="1" actId="21"/>
          <ac:spMkLst>
            <pc:docMk/>
            <pc:sldMk cId="2832120286" sldId="262"/>
            <ac:spMk id="16" creationId="{1DAD8A94-B340-360B-188D-E929C597711A}"/>
          </ac:spMkLst>
        </pc:spChg>
        <pc:spChg chg="del">
          <ac:chgData name="Toby Donaldson" userId="2e6e5431-bb17-4c41-9985-d39c50d83c73" providerId="ADAL" clId="{7F9681A8-EEE2-56F4-9B39-ECCBEE0471AC}" dt="2026-06-04T02:19:54.815" v="0" actId="21"/>
          <ac:spMkLst>
            <pc:docMk/>
            <pc:sldMk cId="2832120286" sldId="262"/>
            <ac:spMk id="29" creationId="{449EE7D6-A842-80CD-BA0E-E88DDD2953DD}"/>
          </ac:spMkLst>
        </pc:spChg>
        <pc:grpChg chg="del">
          <ac:chgData name="Toby Donaldson" userId="2e6e5431-bb17-4c41-9985-d39c50d83c73" providerId="ADAL" clId="{7F9681A8-EEE2-56F4-9B39-ECCBEE0471AC}" dt="2026-06-04T02:19:59.027" v="1" actId="21"/>
          <ac:grpSpMkLst>
            <pc:docMk/>
            <pc:sldMk cId="2832120286" sldId="262"/>
            <ac:grpSpMk id="8" creationId="{04C27F1F-5FF8-9EC4-4225-FF967C01C31E}"/>
          </ac:grpSpMkLst>
        </pc:grpChg>
        <pc:grpChg chg="del">
          <ac:chgData name="Toby Donaldson" userId="2e6e5431-bb17-4c41-9985-d39c50d83c73" providerId="ADAL" clId="{7F9681A8-EEE2-56F4-9B39-ECCBEE0471AC}" dt="2026-06-04T02:19:59.027" v="1" actId="21"/>
          <ac:grpSpMkLst>
            <pc:docMk/>
            <pc:sldMk cId="2832120286" sldId="262"/>
            <ac:grpSpMk id="9" creationId="{2AF6C462-1D40-E631-243C-669B9E8B645D}"/>
          </ac:grpSpMkLst>
        </pc:grpChg>
        <pc:grpChg chg="del">
          <ac:chgData name="Toby Donaldson" userId="2e6e5431-bb17-4c41-9985-d39c50d83c73" providerId="ADAL" clId="{7F9681A8-EEE2-56F4-9B39-ECCBEE0471AC}" dt="2026-06-04T02:19:59.027" v="1" actId="21"/>
          <ac:grpSpMkLst>
            <pc:docMk/>
            <pc:sldMk cId="2832120286" sldId="262"/>
            <ac:grpSpMk id="28" creationId="{BC38F54E-5579-0F56-2700-C39D47F706D4}"/>
          </ac:grpSpMkLst>
        </pc:grpChg>
        <pc:cxnChg chg="del mod">
          <ac:chgData name="Toby Donaldson" userId="2e6e5431-bb17-4c41-9985-d39c50d83c73" providerId="ADAL" clId="{7F9681A8-EEE2-56F4-9B39-ECCBEE0471AC}" dt="2026-06-04T02:19:59.027" v="1" actId="21"/>
          <ac:cxnSpMkLst>
            <pc:docMk/>
            <pc:sldMk cId="2832120286" sldId="262"/>
            <ac:cxnSpMk id="15" creationId="{BF09BCDA-F818-DD37-2717-E2426DFDA9FC}"/>
          </ac:cxnSpMkLst>
        </pc:cxnChg>
        <pc:cxnChg chg="del mod">
          <ac:chgData name="Toby Donaldson" userId="2e6e5431-bb17-4c41-9985-d39c50d83c73" providerId="ADAL" clId="{7F9681A8-EEE2-56F4-9B39-ECCBEE0471AC}" dt="2026-06-04T02:19:59.027" v="1" actId="21"/>
          <ac:cxnSpMkLst>
            <pc:docMk/>
            <pc:sldMk cId="2832120286" sldId="262"/>
            <ac:cxnSpMk id="18" creationId="{EFEFC3A8-61AF-31B8-3540-84B7572F093E}"/>
          </ac:cxnSpMkLst>
        </pc:cxnChg>
        <pc:cxnChg chg="del">
          <ac:chgData name="Toby Donaldson" userId="2e6e5431-bb17-4c41-9985-d39c50d83c73" providerId="ADAL" clId="{7F9681A8-EEE2-56F4-9B39-ECCBEE0471AC}" dt="2026-06-04T02:19:59.027" v="1" actId="21"/>
          <ac:cxnSpMkLst>
            <pc:docMk/>
            <pc:sldMk cId="2832120286" sldId="262"/>
            <ac:cxnSpMk id="22" creationId="{2A2F146F-DED1-BCE3-2BE7-C69D16FAF904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6-04T03:52:16.220" v="4974" actId="20577"/>
        <pc:sldMkLst>
          <pc:docMk/>
          <pc:sldMk cId="1207579823" sldId="263"/>
        </pc:sldMkLst>
        <pc:spChg chg="mod">
          <ac:chgData name="Toby Donaldson" userId="2e6e5431-bb17-4c41-9985-d39c50d83c73" providerId="ADAL" clId="{7F9681A8-EEE2-56F4-9B39-ECCBEE0471AC}" dt="2026-06-04T02:48:12.515" v="2481" actId="20577"/>
          <ac:spMkLst>
            <pc:docMk/>
            <pc:sldMk cId="1207579823" sldId="263"/>
            <ac:spMk id="2" creationId="{1F26A469-DA96-A3B5-0C4E-3C5ED9D4F20E}"/>
          </ac:spMkLst>
        </pc:spChg>
        <pc:spChg chg="mod">
          <ac:chgData name="Toby Donaldson" userId="2e6e5431-bb17-4c41-9985-d39c50d83c73" providerId="ADAL" clId="{7F9681A8-EEE2-56F4-9B39-ECCBEE0471AC}" dt="2026-06-04T03:52:16.220" v="4974" actId="20577"/>
          <ac:spMkLst>
            <pc:docMk/>
            <pc:sldMk cId="1207579823" sldId="263"/>
            <ac:spMk id="3" creationId="{71D07518-35ED-2F31-865D-0D45E99353C2}"/>
          </ac:spMkLst>
        </pc:spChg>
        <pc:spChg chg="add del mod">
          <ac:chgData name="Toby Donaldson" userId="2e6e5431-bb17-4c41-9985-d39c50d83c73" providerId="ADAL" clId="{7F9681A8-EEE2-56F4-9B39-ECCBEE0471AC}" dt="2026-06-04T03:52:10.305" v="4970" actId="21"/>
          <ac:spMkLst>
            <pc:docMk/>
            <pc:sldMk cId="1207579823" sldId="263"/>
            <ac:spMk id="4" creationId="{27B55A8E-5323-A862-9F3A-7396CEA74FA1}"/>
          </ac:spMkLst>
        </pc:spChg>
        <pc:spChg chg="add del mod">
          <ac:chgData name="Toby Donaldson" userId="2e6e5431-bb17-4c41-9985-d39c50d83c73" providerId="ADAL" clId="{7F9681A8-EEE2-56F4-9B39-ECCBEE0471AC}" dt="2026-06-04T02:48:16.356" v="2483"/>
          <ac:spMkLst>
            <pc:docMk/>
            <pc:sldMk cId="1207579823" sldId="263"/>
            <ac:spMk id="5" creationId="{3D3F0257-E583-C29C-D5F0-F10F60DD8495}"/>
          </ac:spMkLst>
        </pc:spChg>
      </pc:sldChg>
      <pc:sldChg chg="modSp new del mod">
        <pc:chgData name="Toby Donaldson" userId="2e6e5431-bb17-4c41-9985-d39c50d83c73" providerId="ADAL" clId="{7F9681A8-EEE2-56F4-9B39-ECCBEE0471AC}" dt="2026-06-04T03:25:00.711" v="3752" actId="2696"/>
        <pc:sldMkLst>
          <pc:docMk/>
          <pc:sldMk cId="3580100284" sldId="264"/>
        </pc:sldMkLst>
        <pc:spChg chg="mod">
          <ac:chgData name="Toby Donaldson" userId="2e6e5431-bb17-4c41-9985-d39c50d83c73" providerId="ADAL" clId="{7F9681A8-EEE2-56F4-9B39-ECCBEE0471AC}" dt="2026-06-04T02:48:29.339" v="2512" actId="20577"/>
          <ac:spMkLst>
            <pc:docMk/>
            <pc:sldMk cId="3580100284" sldId="264"/>
            <ac:spMk id="2" creationId="{7D4D79DE-C7E8-BA33-7D55-1EE5E3E9C2B5}"/>
          </ac:spMkLst>
        </pc:spChg>
        <pc:spChg chg="mod">
          <ac:chgData name="Toby Donaldson" userId="2e6e5431-bb17-4c41-9985-d39c50d83c73" providerId="ADAL" clId="{7F9681A8-EEE2-56F4-9B39-ECCBEE0471AC}" dt="2026-06-04T02:48:32.438" v="2515" actId="27636"/>
          <ac:spMkLst>
            <pc:docMk/>
            <pc:sldMk cId="3580100284" sldId="264"/>
            <ac:spMk id="3" creationId="{2925C23D-985F-1929-E16B-6DF2358E12B8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6-04T04:13:25.231" v="5000" actId="27636"/>
        <pc:sldMkLst>
          <pc:docMk/>
          <pc:sldMk cId="808696199" sldId="265"/>
        </pc:sldMkLst>
        <pc:spChg chg="mod">
          <ac:chgData name="Toby Donaldson" userId="2e6e5431-bb17-4c41-9985-d39c50d83c73" providerId="ADAL" clId="{7F9681A8-EEE2-56F4-9B39-ECCBEE0471AC}" dt="2026-06-04T02:51:02.938" v="2580" actId="20577"/>
          <ac:spMkLst>
            <pc:docMk/>
            <pc:sldMk cId="808696199" sldId="265"/>
            <ac:spMk id="2" creationId="{2A79001F-FDD3-6A8B-9EC5-7A930A119772}"/>
          </ac:spMkLst>
        </pc:spChg>
        <pc:spChg chg="mod">
          <ac:chgData name="Toby Donaldson" userId="2e6e5431-bb17-4c41-9985-d39c50d83c73" providerId="ADAL" clId="{7F9681A8-EEE2-56F4-9B39-ECCBEE0471AC}" dt="2026-06-04T04:13:25.231" v="5000" actId="27636"/>
          <ac:spMkLst>
            <pc:docMk/>
            <pc:sldMk cId="808696199" sldId="265"/>
            <ac:spMk id="3" creationId="{FC10C73C-9824-8BC2-0551-6FDEFE057E5B}"/>
          </ac:spMkLst>
        </pc:spChg>
        <pc:spChg chg="add mod">
          <ac:chgData name="Toby Donaldson" userId="2e6e5431-bb17-4c41-9985-d39c50d83c73" providerId="ADAL" clId="{7F9681A8-EEE2-56F4-9B39-ECCBEE0471AC}" dt="2026-06-04T02:53:17.326" v="2703" actId="1076"/>
          <ac:spMkLst>
            <pc:docMk/>
            <pc:sldMk cId="808696199" sldId="265"/>
            <ac:spMk id="4" creationId="{5197F06C-3DB3-8988-CA39-DAACC23ECA9D}"/>
          </ac:spMkLst>
        </pc:spChg>
        <pc:spChg chg="add del mod">
          <ac:chgData name="Toby Donaldson" userId="2e6e5431-bb17-4c41-9985-d39c50d83c73" providerId="ADAL" clId="{7F9681A8-EEE2-56F4-9B39-ECCBEE0471AC}" dt="2026-06-04T04:13:22.504" v="4998" actId="21"/>
          <ac:spMkLst>
            <pc:docMk/>
            <pc:sldMk cId="808696199" sldId="265"/>
            <ac:spMk id="5" creationId="{EDF8A3D7-5EE4-9151-618F-81EC1D92448E}"/>
          </ac:spMkLst>
        </pc:spChg>
        <pc:spChg chg="add del mod">
          <ac:chgData name="Toby Donaldson" userId="2e6e5431-bb17-4c41-9985-d39c50d83c73" providerId="ADAL" clId="{7F9681A8-EEE2-56F4-9B39-ECCBEE0471AC}" dt="2026-06-04T04:13:14.013" v="4996" actId="21"/>
          <ac:spMkLst>
            <pc:docMk/>
            <pc:sldMk cId="808696199" sldId="265"/>
            <ac:spMk id="6" creationId="{8097C0D6-C370-6D17-A3AE-6132806259C1}"/>
          </ac:spMkLst>
        </pc:spChg>
        <pc:spChg chg="add del mod">
          <ac:chgData name="Toby Donaldson" userId="2e6e5431-bb17-4c41-9985-d39c50d83c73" providerId="ADAL" clId="{7F9681A8-EEE2-56F4-9B39-ECCBEE0471AC}" dt="2026-06-04T02:57:38.513" v="2992" actId="21"/>
          <ac:spMkLst>
            <pc:docMk/>
            <pc:sldMk cId="808696199" sldId="265"/>
            <ac:spMk id="7" creationId="{4659CA8D-B074-ACCC-A2D1-FA9DAA67B630}"/>
          </ac:spMkLst>
        </pc:spChg>
        <pc:spChg chg="add del mod">
          <ac:chgData name="Toby Donaldson" userId="2e6e5431-bb17-4c41-9985-d39c50d83c73" providerId="ADAL" clId="{7F9681A8-EEE2-56F4-9B39-ECCBEE0471AC}" dt="2026-06-04T04:13:14.013" v="4996" actId="21"/>
          <ac:spMkLst>
            <pc:docMk/>
            <pc:sldMk cId="808696199" sldId="265"/>
            <ac:spMk id="8" creationId="{B53AEB77-3E66-FCBB-BE7B-5D61AD9A1D7D}"/>
          </ac:spMkLst>
        </pc:spChg>
        <pc:spChg chg="add del mod">
          <ac:chgData name="Toby Donaldson" userId="2e6e5431-bb17-4c41-9985-d39c50d83c73" providerId="ADAL" clId="{7F9681A8-EEE2-56F4-9B39-ECCBEE0471AC}" dt="2026-06-04T04:13:14.013" v="4996" actId="21"/>
          <ac:spMkLst>
            <pc:docMk/>
            <pc:sldMk cId="808696199" sldId="265"/>
            <ac:spMk id="12" creationId="{B9A09B51-3FFA-7C6D-B39E-905FDD9AEB63}"/>
          </ac:spMkLst>
        </pc:spChg>
        <pc:spChg chg="add del mod">
          <ac:chgData name="Toby Donaldson" userId="2e6e5431-bb17-4c41-9985-d39c50d83c73" providerId="ADAL" clId="{7F9681A8-EEE2-56F4-9B39-ECCBEE0471AC}" dt="2026-06-04T04:13:16.181" v="4997" actId="21"/>
          <ac:spMkLst>
            <pc:docMk/>
            <pc:sldMk cId="808696199" sldId="265"/>
            <ac:spMk id="19" creationId="{3BF04FB6-BA3C-45E9-A26A-67A0219966CF}"/>
          </ac:spMkLst>
        </pc:spChg>
        <pc:spChg chg="add mod">
          <ac:chgData name="Toby Donaldson" userId="2e6e5431-bb17-4c41-9985-d39c50d83c73" providerId="ADAL" clId="{7F9681A8-EEE2-56F4-9B39-ECCBEE0471AC}" dt="2026-06-04T03:23:28.641" v="3695"/>
          <ac:spMkLst>
            <pc:docMk/>
            <pc:sldMk cId="808696199" sldId="265"/>
            <ac:spMk id="28" creationId="{D70865E4-7040-569B-FF99-8B6834B939B4}"/>
          </ac:spMkLst>
        </pc:spChg>
        <pc:cxnChg chg="add del mod">
          <ac:chgData name="Toby Donaldson" userId="2e6e5431-bb17-4c41-9985-d39c50d83c73" providerId="ADAL" clId="{7F9681A8-EEE2-56F4-9B39-ECCBEE0471AC}" dt="2026-06-04T04:13:14.013" v="4996" actId="21"/>
          <ac:cxnSpMkLst>
            <pc:docMk/>
            <pc:sldMk cId="808696199" sldId="265"/>
            <ac:cxnSpMk id="10" creationId="{102DEAC6-CBB1-EBE7-464C-9D5FDF5CDD0F}"/>
          </ac:cxnSpMkLst>
        </pc:cxnChg>
        <pc:cxnChg chg="add del mod">
          <ac:chgData name="Toby Donaldson" userId="2e6e5431-bb17-4c41-9985-d39c50d83c73" providerId="ADAL" clId="{7F9681A8-EEE2-56F4-9B39-ECCBEE0471AC}" dt="2026-06-04T04:13:14.013" v="4996" actId="21"/>
          <ac:cxnSpMkLst>
            <pc:docMk/>
            <pc:sldMk cId="808696199" sldId="265"/>
            <ac:cxnSpMk id="13" creationId="{1FAC2026-D45B-F0DA-A9E8-D28DE234A196}"/>
          </ac:cxnSpMkLst>
        </pc:cxnChg>
        <pc:cxnChg chg="add del mod">
          <ac:chgData name="Toby Donaldson" userId="2e6e5431-bb17-4c41-9985-d39c50d83c73" providerId="ADAL" clId="{7F9681A8-EEE2-56F4-9B39-ECCBEE0471AC}" dt="2026-06-04T04:13:14.013" v="4996" actId="21"/>
          <ac:cxnSpMkLst>
            <pc:docMk/>
            <pc:sldMk cId="808696199" sldId="265"/>
            <ac:cxnSpMk id="23" creationId="{48A58608-592D-9C42-8A79-6951B1E35403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6-04T04:13:01.271" v="4993" actId="20578"/>
        <pc:sldMkLst>
          <pc:docMk/>
          <pc:sldMk cId="383429740" sldId="266"/>
        </pc:sldMkLst>
        <pc:spChg chg="mod">
          <ac:chgData name="Toby Donaldson" userId="2e6e5431-bb17-4c41-9985-d39c50d83c73" providerId="ADAL" clId="{7F9681A8-EEE2-56F4-9B39-ECCBEE0471AC}" dt="2026-06-04T03:14:19.174" v="3219" actId="20577"/>
          <ac:spMkLst>
            <pc:docMk/>
            <pc:sldMk cId="383429740" sldId="266"/>
            <ac:spMk id="2" creationId="{11DFAB87-156D-6904-B124-1F0278FC6B72}"/>
          </ac:spMkLst>
        </pc:spChg>
        <pc:spChg chg="mod">
          <ac:chgData name="Toby Donaldson" userId="2e6e5431-bb17-4c41-9985-d39c50d83c73" providerId="ADAL" clId="{7F9681A8-EEE2-56F4-9B39-ECCBEE0471AC}" dt="2026-06-04T03:14:42.933" v="3292" actId="20577"/>
          <ac:spMkLst>
            <pc:docMk/>
            <pc:sldMk cId="383429740" sldId="266"/>
            <ac:spMk id="3" creationId="{98CEF602-4EC1-61D7-A781-97250B68D5CC}"/>
          </ac:spMkLst>
        </pc:spChg>
        <pc:spChg chg="del">
          <ac:chgData name="Toby Donaldson" userId="2e6e5431-bb17-4c41-9985-d39c50d83c73" providerId="ADAL" clId="{7F9681A8-EEE2-56F4-9B39-ECCBEE0471AC}" dt="2026-06-04T03:14:48.741" v="3293" actId="478"/>
          <ac:spMkLst>
            <pc:docMk/>
            <pc:sldMk cId="383429740" sldId="266"/>
            <ac:spMk id="4" creationId="{D5F96F7B-91A0-47EB-C197-2210CBCB6E66}"/>
          </ac:spMkLst>
        </pc:spChg>
        <pc:spChg chg="del">
          <ac:chgData name="Toby Donaldson" userId="2e6e5431-bb17-4c41-9985-d39c50d83c73" providerId="ADAL" clId="{7F9681A8-EEE2-56F4-9B39-ECCBEE0471AC}" dt="2026-06-04T03:14:48.741" v="3293" actId="478"/>
          <ac:spMkLst>
            <pc:docMk/>
            <pc:sldMk cId="383429740" sldId="266"/>
            <ac:spMk id="5" creationId="{A689F290-B42F-A058-CA33-E88B47D874F6}"/>
          </ac:spMkLst>
        </pc:spChg>
        <pc:spChg chg="del">
          <ac:chgData name="Toby Donaldson" userId="2e6e5431-bb17-4c41-9985-d39c50d83c73" providerId="ADAL" clId="{7F9681A8-EEE2-56F4-9B39-ECCBEE0471AC}" dt="2026-06-04T03:14:48.741" v="3293" actId="478"/>
          <ac:spMkLst>
            <pc:docMk/>
            <pc:sldMk cId="383429740" sldId="266"/>
            <ac:spMk id="6" creationId="{81903D07-7DD0-A273-E5B7-35B419E72C2F}"/>
          </ac:spMkLst>
        </pc:spChg>
        <pc:spChg chg="del">
          <ac:chgData name="Toby Donaldson" userId="2e6e5431-bb17-4c41-9985-d39c50d83c73" providerId="ADAL" clId="{7F9681A8-EEE2-56F4-9B39-ECCBEE0471AC}" dt="2026-06-04T03:14:48.741" v="3293" actId="478"/>
          <ac:spMkLst>
            <pc:docMk/>
            <pc:sldMk cId="383429740" sldId="266"/>
            <ac:spMk id="8" creationId="{4B886A5D-08D5-D1D2-10A6-7189FD3AC2BC}"/>
          </ac:spMkLst>
        </pc:spChg>
        <pc:spChg chg="del">
          <ac:chgData name="Toby Donaldson" userId="2e6e5431-bb17-4c41-9985-d39c50d83c73" providerId="ADAL" clId="{7F9681A8-EEE2-56F4-9B39-ECCBEE0471AC}" dt="2026-06-04T03:14:48.741" v="3293" actId="478"/>
          <ac:spMkLst>
            <pc:docMk/>
            <pc:sldMk cId="383429740" sldId="266"/>
            <ac:spMk id="12" creationId="{C61DF8EE-FBD9-CC84-9920-14AE2391717D}"/>
          </ac:spMkLst>
        </pc:spChg>
        <pc:spChg chg="del">
          <ac:chgData name="Toby Donaldson" userId="2e6e5431-bb17-4c41-9985-d39c50d83c73" providerId="ADAL" clId="{7F9681A8-EEE2-56F4-9B39-ECCBEE0471AC}" dt="2026-06-04T03:14:51.770" v="3294" actId="21"/>
          <ac:spMkLst>
            <pc:docMk/>
            <pc:sldMk cId="383429740" sldId="266"/>
            <ac:spMk id="19" creationId="{26A4526C-0718-3EC4-CE90-B1F00C560605}"/>
          </ac:spMkLst>
        </pc:spChg>
        <pc:cxnChg chg="del mod">
          <ac:chgData name="Toby Donaldson" userId="2e6e5431-bb17-4c41-9985-d39c50d83c73" providerId="ADAL" clId="{7F9681A8-EEE2-56F4-9B39-ECCBEE0471AC}" dt="2026-06-04T03:14:48.741" v="3293" actId="478"/>
          <ac:cxnSpMkLst>
            <pc:docMk/>
            <pc:sldMk cId="383429740" sldId="266"/>
            <ac:cxnSpMk id="10" creationId="{068B60A3-8D8D-5519-DC18-C3467F76A955}"/>
          </ac:cxnSpMkLst>
        </pc:cxnChg>
        <pc:cxnChg chg="del mod">
          <ac:chgData name="Toby Donaldson" userId="2e6e5431-bb17-4c41-9985-d39c50d83c73" providerId="ADAL" clId="{7F9681A8-EEE2-56F4-9B39-ECCBEE0471AC}" dt="2026-06-04T03:14:48.741" v="3293" actId="478"/>
          <ac:cxnSpMkLst>
            <pc:docMk/>
            <pc:sldMk cId="383429740" sldId="266"/>
            <ac:cxnSpMk id="13" creationId="{4727B822-DF49-9738-6FCB-CC2A011FAC5D}"/>
          </ac:cxnSpMkLst>
        </pc:cxnChg>
        <pc:cxnChg chg="del mod">
          <ac:chgData name="Toby Donaldson" userId="2e6e5431-bb17-4c41-9985-d39c50d83c73" providerId="ADAL" clId="{7F9681A8-EEE2-56F4-9B39-ECCBEE0471AC}" dt="2026-06-04T03:14:48.741" v="3293" actId="478"/>
          <ac:cxnSpMkLst>
            <pc:docMk/>
            <pc:sldMk cId="383429740" sldId="266"/>
            <ac:cxnSpMk id="23" creationId="{8DFB5671-3C17-ABB5-7629-571949E3334C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6-04T04:15:02.343" v="5019" actId="113"/>
        <pc:sldMkLst>
          <pc:docMk/>
          <pc:sldMk cId="1940584518" sldId="267"/>
        </pc:sldMkLst>
        <pc:spChg chg="mod">
          <ac:chgData name="Toby Donaldson" userId="2e6e5431-bb17-4c41-9985-d39c50d83c73" providerId="ADAL" clId="{7F9681A8-EEE2-56F4-9B39-ECCBEE0471AC}" dt="2026-06-04T03:15:52.383" v="3417" actId="2711"/>
          <ac:spMkLst>
            <pc:docMk/>
            <pc:sldMk cId="1940584518" sldId="267"/>
            <ac:spMk id="2" creationId="{678E66DA-5CBF-8E2B-867C-8C0BE710B124}"/>
          </ac:spMkLst>
        </pc:spChg>
        <pc:spChg chg="mod">
          <ac:chgData name="Toby Donaldson" userId="2e6e5431-bb17-4c41-9985-d39c50d83c73" providerId="ADAL" clId="{7F9681A8-EEE2-56F4-9B39-ECCBEE0471AC}" dt="2026-06-04T04:15:02.343" v="5019" actId="113"/>
          <ac:spMkLst>
            <pc:docMk/>
            <pc:sldMk cId="1940584518" sldId="267"/>
            <ac:spMk id="3" creationId="{7400B314-CDA4-202F-5DD3-720F931DB6EB}"/>
          </ac:spMkLst>
        </pc:spChg>
        <pc:spChg chg="add mod">
          <ac:chgData name="Toby Donaldson" userId="2e6e5431-bb17-4c41-9985-d39c50d83c73" providerId="ADAL" clId="{7F9681A8-EEE2-56F4-9B39-ECCBEE0471AC}" dt="2026-06-04T03:20:37.067" v="3632" actId="1076"/>
          <ac:spMkLst>
            <pc:docMk/>
            <pc:sldMk cId="1940584518" sldId="267"/>
            <ac:spMk id="11" creationId="{C9456D58-B7E5-1BBF-6E31-59D875A2783A}"/>
          </ac:spMkLst>
        </pc:spChg>
        <pc:spChg chg="add mod">
          <ac:chgData name="Toby Donaldson" userId="2e6e5431-bb17-4c41-9985-d39c50d83c73" providerId="ADAL" clId="{7F9681A8-EEE2-56F4-9B39-ECCBEE0471AC}" dt="2026-06-04T03:20:37.067" v="3632" actId="1076"/>
          <ac:spMkLst>
            <pc:docMk/>
            <pc:sldMk cId="1940584518" sldId="267"/>
            <ac:spMk id="12" creationId="{E781B108-17A5-FC75-6CBF-BFEB425120A0}"/>
          </ac:spMkLst>
        </pc:spChg>
        <pc:grpChg chg="add mod">
          <ac:chgData name="Toby Donaldson" userId="2e6e5431-bb17-4c41-9985-d39c50d83c73" providerId="ADAL" clId="{7F9681A8-EEE2-56F4-9B39-ECCBEE0471AC}" dt="2026-06-04T03:17:29.866" v="3593" actId="1076"/>
          <ac:grpSpMkLst>
            <pc:docMk/>
            <pc:sldMk cId="1940584518" sldId="267"/>
            <ac:grpSpMk id="10" creationId="{9DD2BE98-0534-C2A9-124F-219F0CDF9343}"/>
          </ac:grpSpMkLst>
        </pc:grpChg>
        <pc:cxnChg chg="add mod">
          <ac:chgData name="Toby Donaldson" userId="2e6e5431-bb17-4c41-9985-d39c50d83c73" providerId="ADAL" clId="{7F9681A8-EEE2-56F4-9B39-ECCBEE0471AC}" dt="2026-06-04T03:17:15.298" v="3591" actId="164"/>
          <ac:cxnSpMkLst>
            <pc:docMk/>
            <pc:sldMk cId="1940584518" sldId="267"/>
            <ac:cxnSpMk id="5" creationId="{AE75D1C6-891A-0F7C-3D52-029CD68B5305}"/>
          </ac:cxnSpMkLst>
        </pc:cxnChg>
        <pc:cxnChg chg="add mod">
          <ac:chgData name="Toby Donaldson" userId="2e6e5431-bb17-4c41-9985-d39c50d83c73" providerId="ADAL" clId="{7F9681A8-EEE2-56F4-9B39-ECCBEE0471AC}" dt="2026-06-04T03:17:15.298" v="3591" actId="164"/>
          <ac:cxnSpMkLst>
            <pc:docMk/>
            <pc:sldMk cId="1940584518" sldId="267"/>
            <ac:cxnSpMk id="6" creationId="{8627BC78-77BD-A82B-6D54-7A061FE3B504}"/>
          </ac:cxnSpMkLst>
        </pc:cxnChg>
        <pc:cxnChg chg="add mod">
          <ac:chgData name="Toby Donaldson" userId="2e6e5431-bb17-4c41-9985-d39c50d83c73" providerId="ADAL" clId="{7F9681A8-EEE2-56F4-9B39-ECCBEE0471AC}" dt="2026-06-04T03:17:15.298" v="3591" actId="164"/>
          <ac:cxnSpMkLst>
            <pc:docMk/>
            <pc:sldMk cId="1940584518" sldId="267"/>
            <ac:cxnSpMk id="7" creationId="{B7D9DBF4-F7B0-7B51-C500-EE42AEFED816}"/>
          </ac:cxnSpMkLst>
        </pc:cxnChg>
        <pc:cxnChg chg="add mod">
          <ac:chgData name="Toby Donaldson" userId="2e6e5431-bb17-4c41-9985-d39c50d83c73" providerId="ADAL" clId="{7F9681A8-EEE2-56F4-9B39-ECCBEE0471AC}" dt="2026-06-04T03:20:45.231" v="3633" actId="692"/>
          <ac:cxnSpMkLst>
            <pc:docMk/>
            <pc:sldMk cId="1940584518" sldId="267"/>
            <ac:cxnSpMk id="14" creationId="{C19DC50D-7555-720F-5163-C009AB7EFEC1}"/>
          </ac:cxnSpMkLst>
        </pc:cxnChg>
        <pc:cxnChg chg="add del">
          <ac:chgData name="Toby Donaldson" userId="2e6e5431-bb17-4c41-9985-d39c50d83c73" providerId="ADAL" clId="{7F9681A8-EEE2-56F4-9B39-ECCBEE0471AC}" dt="2026-06-04T03:19:35.501" v="3621" actId="11529"/>
          <ac:cxnSpMkLst>
            <pc:docMk/>
            <pc:sldMk cId="1940584518" sldId="267"/>
            <ac:cxnSpMk id="17" creationId="{5B03DCA7-840F-15F8-9BBA-2AC40B66178A}"/>
          </ac:cxnSpMkLst>
        </pc:cxnChg>
        <pc:cxnChg chg="add mod">
          <ac:chgData name="Toby Donaldson" userId="2e6e5431-bb17-4c41-9985-d39c50d83c73" providerId="ADAL" clId="{7F9681A8-EEE2-56F4-9B39-ECCBEE0471AC}" dt="2026-06-04T03:20:37.067" v="3632" actId="1076"/>
          <ac:cxnSpMkLst>
            <pc:docMk/>
            <pc:sldMk cId="1940584518" sldId="267"/>
            <ac:cxnSpMk id="18" creationId="{6399997F-C50D-9AC7-6B8A-94C0B4DC57ED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15:20.794" v="5022" actId="21"/>
        <pc:sldMkLst>
          <pc:docMk/>
          <pc:sldMk cId="2891476017" sldId="268"/>
        </pc:sldMkLst>
        <pc:spChg chg="mod">
          <ac:chgData name="Toby Donaldson" userId="2e6e5431-bb17-4c41-9985-d39c50d83c73" providerId="ADAL" clId="{7F9681A8-EEE2-56F4-9B39-ECCBEE0471AC}" dt="2026-06-04T03:21:21.744" v="3669" actId="20577"/>
          <ac:spMkLst>
            <pc:docMk/>
            <pc:sldMk cId="2891476017" sldId="268"/>
            <ac:spMk id="2" creationId="{96F2B6CE-35E3-008B-2B97-FAAF2B8EC202}"/>
          </ac:spMkLst>
        </pc:spChg>
        <pc:spChg chg="del mod">
          <ac:chgData name="Toby Donaldson" userId="2e6e5431-bb17-4c41-9985-d39c50d83c73" providerId="ADAL" clId="{7F9681A8-EEE2-56F4-9B39-ECCBEE0471AC}" dt="2026-06-04T03:21:35.214" v="3673" actId="21"/>
          <ac:spMkLst>
            <pc:docMk/>
            <pc:sldMk cId="2891476017" sldId="268"/>
            <ac:spMk id="3" creationId="{E12A109D-1042-DF4D-5FE2-BBAF8BC30D0E}"/>
          </ac:spMkLst>
        </pc:spChg>
        <pc:spChg chg="mod">
          <ac:chgData name="Toby Donaldson" userId="2e6e5431-bb17-4c41-9985-d39c50d83c73" providerId="ADAL" clId="{7F9681A8-EEE2-56F4-9B39-ECCBEE0471AC}" dt="2026-06-04T03:21:44.620" v="3674" actId="1076"/>
          <ac:spMkLst>
            <pc:docMk/>
            <pc:sldMk cId="2891476017" sldId="268"/>
            <ac:spMk id="11" creationId="{83E50BB4-4FF7-F638-D6ED-44544DF28117}"/>
          </ac:spMkLst>
        </pc:spChg>
        <pc:spChg chg="mod">
          <ac:chgData name="Toby Donaldson" userId="2e6e5431-bb17-4c41-9985-d39c50d83c73" providerId="ADAL" clId="{7F9681A8-EEE2-56F4-9B39-ECCBEE0471AC}" dt="2026-06-04T03:21:44.620" v="3674" actId="1076"/>
          <ac:spMkLst>
            <pc:docMk/>
            <pc:sldMk cId="2891476017" sldId="268"/>
            <ac:spMk id="12" creationId="{2F53EDF0-EEDD-61AF-F2D7-543594274DB1}"/>
          </ac:spMkLst>
        </pc:spChg>
        <pc:spChg chg="add mod">
          <ac:chgData name="Toby Donaldson" userId="2e6e5431-bb17-4c41-9985-d39c50d83c73" providerId="ADAL" clId="{7F9681A8-EEE2-56F4-9B39-ECCBEE0471AC}" dt="2026-06-04T03:28:01.900" v="3799" actId="1076"/>
          <ac:spMkLst>
            <pc:docMk/>
            <pc:sldMk cId="2891476017" sldId="268"/>
            <ac:spMk id="15" creationId="{30C5DE7A-35BD-B067-85A4-485EB89EB835}"/>
          </ac:spMkLst>
        </pc:spChg>
        <pc:spChg chg="add mod">
          <ac:chgData name="Toby Donaldson" userId="2e6e5431-bb17-4c41-9985-d39c50d83c73" providerId="ADAL" clId="{7F9681A8-EEE2-56F4-9B39-ECCBEE0471AC}" dt="2026-06-04T03:28:01.900" v="3799" actId="1076"/>
          <ac:spMkLst>
            <pc:docMk/>
            <pc:sldMk cId="2891476017" sldId="268"/>
            <ac:spMk id="16" creationId="{EFDC1186-41B5-D3E0-4A6C-291E0A3291F5}"/>
          </ac:spMkLst>
        </pc:spChg>
        <pc:spChg chg="add mod">
          <ac:chgData name="Toby Donaldson" userId="2e6e5431-bb17-4c41-9985-d39c50d83c73" providerId="ADAL" clId="{7F9681A8-EEE2-56F4-9B39-ECCBEE0471AC}" dt="2026-06-04T03:24:45.216" v="3751" actId="1076"/>
          <ac:spMkLst>
            <pc:docMk/>
            <pc:sldMk cId="2891476017" sldId="268"/>
            <ac:spMk id="24" creationId="{AEFB6ECF-C855-D808-ECA9-882105508FCF}"/>
          </ac:spMkLst>
        </pc:spChg>
        <pc:spChg chg="add del mod">
          <ac:chgData name="Toby Donaldson" userId="2e6e5431-bb17-4c41-9985-d39c50d83c73" providerId="ADAL" clId="{7F9681A8-EEE2-56F4-9B39-ECCBEE0471AC}" dt="2026-06-04T04:15:20.794" v="5022" actId="21"/>
          <ac:spMkLst>
            <pc:docMk/>
            <pc:sldMk cId="2891476017" sldId="268"/>
            <ac:spMk id="25" creationId="{93DDFA41-40F5-28B7-8F11-A7643835B980}"/>
          </ac:spMkLst>
        </pc:spChg>
        <pc:spChg chg="add mod">
          <ac:chgData name="Toby Donaldson" userId="2e6e5431-bb17-4c41-9985-d39c50d83c73" providerId="ADAL" clId="{7F9681A8-EEE2-56F4-9B39-ECCBEE0471AC}" dt="2026-06-04T03:27:50.540" v="3798" actId="164"/>
          <ac:spMkLst>
            <pc:docMk/>
            <pc:sldMk cId="2891476017" sldId="268"/>
            <ac:spMk id="30" creationId="{D9A78A03-562C-3440-F761-9170D5EF728C}"/>
          </ac:spMkLst>
        </pc:spChg>
        <pc:spChg chg="add mod">
          <ac:chgData name="Toby Donaldson" userId="2e6e5431-bb17-4c41-9985-d39c50d83c73" providerId="ADAL" clId="{7F9681A8-EEE2-56F4-9B39-ECCBEE0471AC}" dt="2026-06-04T03:27:50.540" v="3798" actId="164"/>
          <ac:spMkLst>
            <pc:docMk/>
            <pc:sldMk cId="2891476017" sldId="268"/>
            <ac:spMk id="35" creationId="{4D004822-28BB-4B51-003F-1D9E812D477D}"/>
          </ac:spMkLst>
        </pc:spChg>
        <pc:spChg chg="add mod">
          <ac:chgData name="Toby Donaldson" userId="2e6e5431-bb17-4c41-9985-d39c50d83c73" providerId="ADAL" clId="{7F9681A8-EEE2-56F4-9B39-ECCBEE0471AC}" dt="2026-06-04T03:27:50.540" v="3798" actId="164"/>
          <ac:spMkLst>
            <pc:docMk/>
            <pc:sldMk cId="2891476017" sldId="268"/>
            <ac:spMk id="36" creationId="{5FB98B84-9DA9-1669-121B-B6CA5AE62C89}"/>
          </ac:spMkLst>
        </pc:spChg>
        <pc:spChg chg="add del mod">
          <ac:chgData name="Toby Donaldson" userId="2e6e5431-bb17-4c41-9985-d39c50d83c73" providerId="ADAL" clId="{7F9681A8-EEE2-56F4-9B39-ECCBEE0471AC}" dt="2026-06-04T04:15:17.977" v="5021" actId="21"/>
          <ac:spMkLst>
            <pc:docMk/>
            <pc:sldMk cId="2891476017" sldId="268"/>
            <ac:spMk id="38" creationId="{85426457-27DF-E10C-E3C6-B201A931A8DA}"/>
          </ac:spMkLst>
        </pc:spChg>
        <pc:spChg chg="add del mod">
          <ac:chgData name="Toby Donaldson" userId="2e6e5431-bb17-4c41-9985-d39c50d83c73" providerId="ADAL" clId="{7F9681A8-EEE2-56F4-9B39-ECCBEE0471AC}" dt="2026-06-04T04:15:17.977" v="5021" actId="21"/>
          <ac:spMkLst>
            <pc:docMk/>
            <pc:sldMk cId="2891476017" sldId="268"/>
            <ac:spMk id="39" creationId="{489BBD20-E5B8-2013-0118-E14B3DCFEBA4}"/>
          </ac:spMkLst>
        </pc:spChg>
        <pc:spChg chg="add del mod">
          <ac:chgData name="Toby Donaldson" userId="2e6e5431-bb17-4c41-9985-d39c50d83c73" providerId="ADAL" clId="{7F9681A8-EEE2-56F4-9B39-ECCBEE0471AC}" dt="2026-06-04T04:15:17.977" v="5021" actId="21"/>
          <ac:spMkLst>
            <pc:docMk/>
            <pc:sldMk cId="2891476017" sldId="268"/>
            <ac:spMk id="45" creationId="{25F0AD79-C6EB-31CE-B19A-2A368E9AE374}"/>
          </ac:spMkLst>
        </pc:spChg>
        <pc:spChg chg="mod">
          <ac:chgData name="Toby Donaldson" userId="2e6e5431-bb17-4c41-9985-d39c50d83c73" providerId="ADAL" clId="{7F9681A8-EEE2-56F4-9B39-ECCBEE0471AC}" dt="2026-06-04T03:32:09.577" v="4045"/>
          <ac:spMkLst>
            <pc:docMk/>
            <pc:sldMk cId="2891476017" sldId="268"/>
            <ac:spMk id="48" creationId="{F40905E3-1FF8-3426-46D8-A0A3F2075F26}"/>
          </ac:spMkLst>
        </pc:spChg>
        <pc:spChg chg="mod">
          <ac:chgData name="Toby Donaldson" userId="2e6e5431-bb17-4c41-9985-d39c50d83c73" providerId="ADAL" clId="{7F9681A8-EEE2-56F4-9B39-ECCBEE0471AC}" dt="2026-06-04T03:32:09.577" v="4045"/>
          <ac:spMkLst>
            <pc:docMk/>
            <pc:sldMk cId="2891476017" sldId="268"/>
            <ac:spMk id="49" creationId="{96432212-62A8-14DD-FEA3-0F734F78CF58}"/>
          </ac:spMkLst>
        </pc:spChg>
        <pc:spChg chg="del mod">
          <ac:chgData name="Toby Donaldson" userId="2e6e5431-bb17-4c41-9985-d39c50d83c73" providerId="ADAL" clId="{7F9681A8-EEE2-56F4-9B39-ECCBEE0471AC}" dt="2026-06-04T03:32:21.235" v="4047" actId="21"/>
          <ac:spMkLst>
            <pc:docMk/>
            <pc:sldMk cId="2891476017" sldId="268"/>
            <ac:spMk id="50" creationId="{657B3848-B89F-5CA6-5616-1D4E82A46756}"/>
          </ac:spMkLst>
        </pc:spChg>
        <pc:spChg chg="add del mod">
          <ac:chgData name="Toby Donaldson" userId="2e6e5431-bb17-4c41-9985-d39c50d83c73" providerId="ADAL" clId="{7F9681A8-EEE2-56F4-9B39-ECCBEE0471AC}" dt="2026-06-04T04:15:17.977" v="5021" actId="21"/>
          <ac:spMkLst>
            <pc:docMk/>
            <pc:sldMk cId="2891476017" sldId="268"/>
            <ac:spMk id="54" creationId="{889F81C4-3E10-0C4F-E538-A41707F52332}"/>
          </ac:spMkLst>
        </pc:spChg>
        <pc:grpChg chg="add mod">
          <ac:chgData name="Toby Donaldson" userId="2e6e5431-bb17-4c41-9985-d39c50d83c73" providerId="ADAL" clId="{7F9681A8-EEE2-56F4-9B39-ECCBEE0471AC}" dt="2026-06-04T03:28:01.900" v="3799" actId="1076"/>
          <ac:grpSpMkLst>
            <pc:docMk/>
            <pc:sldMk cId="2891476017" sldId="268"/>
            <ac:grpSpMk id="4" creationId="{B36A67DE-CDE6-3D91-D628-C251CB882D0C}"/>
          </ac:grpSpMkLst>
        </pc:grpChg>
        <pc:grpChg chg="mod">
          <ac:chgData name="Toby Donaldson" userId="2e6e5431-bb17-4c41-9985-d39c50d83c73" providerId="ADAL" clId="{7F9681A8-EEE2-56F4-9B39-ECCBEE0471AC}" dt="2026-06-04T03:21:44.620" v="3674" actId="1076"/>
          <ac:grpSpMkLst>
            <pc:docMk/>
            <pc:sldMk cId="2891476017" sldId="268"/>
            <ac:grpSpMk id="10" creationId="{3FB36858-D741-0703-BC76-D0E912AA7F90}"/>
          </ac:grpSpMkLst>
        </pc:grpChg>
        <pc:grpChg chg="add mod">
          <ac:chgData name="Toby Donaldson" userId="2e6e5431-bb17-4c41-9985-d39c50d83c73" providerId="ADAL" clId="{7F9681A8-EEE2-56F4-9B39-ECCBEE0471AC}" dt="2026-06-04T03:27:50.540" v="3798" actId="164"/>
          <ac:grpSpMkLst>
            <pc:docMk/>
            <pc:sldMk cId="2891476017" sldId="268"/>
            <ac:grpSpMk id="26" creationId="{60432F0A-3579-C52F-ED6E-95FF3D648BB9}"/>
          </ac:grpSpMkLst>
        </pc:grpChg>
        <pc:grpChg chg="add mod">
          <ac:chgData name="Toby Donaldson" userId="2e6e5431-bb17-4c41-9985-d39c50d83c73" providerId="ADAL" clId="{7F9681A8-EEE2-56F4-9B39-ECCBEE0471AC}" dt="2026-06-04T03:26:26.187" v="3788"/>
          <ac:grpSpMkLst>
            <pc:docMk/>
            <pc:sldMk cId="2891476017" sldId="268"/>
            <ac:grpSpMk id="31" creationId="{DA519C22-3F19-DF47-5127-EA7D804B14C1}"/>
          </ac:grpSpMkLst>
        </pc:grpChg>
        <pc:grpChg chg="add del mod">
          <ac:chgData name="Toby Donaldson" userId="2e6e5431-bb17-4c41-9985-d39c50d83c73" providerId="ADAL" clId="{7F9681A8-EEE2-56F4-9B39-ECCBEE0471AC}" dt="2026-06-04T04:15:17.977" v="5021" actId="21"/>
          <ac:grpSpMkLst>
            <pc:docMk/>
            <pc:sldMk cId="2891476017" sldId="268"/>
            <ac:grpSpMk id="37" creationId="{03FFF215-43D4-0372-3437-21CBB461C961}"/>
          </ac:grpSpMkLst>
        </pc:grpChg>
        <pc:grpChg chg="add del mod">
          <ac:chgData name="Toby Donaldson" userId="2e6e5431-bb17-4c41-9985-d39c50d83c73" providerId="ADAL" clId="{7F9681A8-EEE2-56F4-9B39-ECCBEE0471AC}" dt="2026-06-04T04:15:17.977" v="5021" actId="21"/>
          <ac:grpSpMkLst>
            <pc:docMk/>
            <pc:sldMk cId="2891476017" sldId="268"/>
            <ac:grpSpMk id="46" creationId="{33A16BDD-93D3-BFA5-4A68-593BCE525063}"/>
          </ac:grpSpMkLst>
        </pc:grpChg>
        <pc:grpChg chg="mod">
          <ac:chgData name="Toby Donaldson" userId="2e6e5431-bb17-4c41-9985-d39c50d83c73" providerId="ADAL" clId="{7F9681A8-EEE2-56F4-9B39-ECCBEE0471AC}" dt="2026-06-04T03:32:09.577" v="4045"/>
          <ac:grpSpMkLst>
            <pc:docMk/>
            <pc:sldMk cId="2891476017" sldId="268"/>
            <ac:grpSpMk id="47" creationId="{CBB2E47A-EFD1-2242-EF1A-229557CF307A}"/>
          </ac:grpSpMkLst>
        </pc:grpChg>
        <pc:cxnChg chg="mod">
          <ac:chgData name="Toby Donaldson" userId="2e6e5431-bb17-4c41-9985-d39c50d83c73" providerId="ADAL" clId="{7F9681A8-EEE2-56F4-9B39-ECCBEE0471AC}" dt="2026-06-04T03:21:49.570" v="3675"/>
          <ac:cxnSpMkLst>
            <pc:docMk/>
            <pc:sldMk cId="2891476017" sldId="268"/>
            <ac:cxnSpMk id="8" creationId="{979996DE-5FF6-89A4-6BA9-510FEAE82D7D}"/>
          </ac:cxnSpMkLst>
        </pc:cxnChg>
        <pc:cxnChg chg="mod">
          <ac:chgData name="Toby Donaldson" userId="2e6e5431-bb17-4c41-9985-d39c50d83c73" providerId="ADAL" clId="{7F9681A8-EEE2-56F4-9B39-ECCBEE0471AC}" dt="2026-06-04T03:21:49.570" v="3675"/>
          <ac:cxnSpMkLst>
            <pc:docMk/>
            <pc:sldMk cId="2891476017" sldId="268"/>
            <ac:cxnSpMk id="9" creationId="{F9220EB7-D5F6-496C-AADA-28F9DB6EB313}"/>
          </ac:cxnSpMkLst>
        </pc:cxnChg>
        <pc:cxnChg chg="mod">
          <ac:chgData name="Toby Donaldson" userId="2e6e5431-bb17-4c41-9985-d39c50d83c73" providerId="ADAL" clId="{7F9681A8-EEE2-56F4-9B39-ECCBEE0471AC}" dt="2026-06-04T03:21:49.570" v="3675"/>
          <ac:cxnSpMkLst>
            <pc:docMk/>
            <pc:sldMk cId="2891476017" sldId="268"/>
            <ac:cxnSpMk id="13" creationId="{0BCDB4A5-7AFA-C63D-818A-BFB635DF9867}"/>
          </ac:cxnSpMkLst>
        </pc:cxnChg>
        <pc:cxnChg chg="mod">
          <ac:chgData name="Toby Donaldson" userId="2e6e5431-bb17-4c41-9985-d39c50d83c73" providerId="ADAL" clId="{7F9681A8-EEE2-56F4-9B39-ECCBEE0471AC}" dt="2026-06-04T03:21:44.620" v="3674" actId="1076"/>
          <ac:cxnSpMkLst>
            <pc:docMk/>
            <pc:sldMk cId="2891476017" sldId="268"/>
            <ac:cxnSpMk id="14" creationId="{522DFB90-6087-D037-2A24-BD1476F31575}"/>
          </ac:cxnSpMkLst>
        </pc:cxnChg>
        <pc:cxnChg chg="add mod">
          <ac:chgData name="Toby Donaldson" userId="2e6e5431-bb17-4c41-9985-d39c50d83c73" providerId="ADAL" clId="{7F9681A8-EEE2-56F4-9B39-ECCBEE0471AC}" dt="2026-06-04T03:28:01.900" v="3799" actId="1076"/>
          <ac:cxnSpMkLst>
            <pc:docMk/>
            <pc:sldMk cId="2891476017" sldId="268"/>
            <ac:cxnSpMk id="17" creationId="{2E89BE0B-5745-593B-5575-6B89AA715A3B}"/>
          </ac:cxnSpMkLst>
        </pc:cxnChg>
        <pc:cxnChg chg="mod">
          <ac:chgData name="Toby Donaldson" userId="2e6e5431-bb17-4c41-9985-d39c50d83c73" providerId="ADAL" clId="{7F9681A8-EEE2-56F4-9B39-ECCBEE0471AC}" dt="2026-06-04T03:21:44.620" v="3674" actId="1076"/>
          <ac:cxnSpMkLst>
            <pc:docMk/>
            <pc:sldMk cId="2891476017" sldId="268"/>
            <ac:cxnSpMk id="18" creationId="{FF771168-100E-3ED0-6DCD-358E70E4BAF8}"/>
          </ac:cxnSpMkLst>
        </pc:cxnChg>
        <pc:cxnChg chg="add mod">
          <ac:chgData name="Toby Donaldson" userId="2e6e5431-bb17-4c41-9985-d39c50d83c73" providerId="ADAL" clId="{7F9681A8-EEE2-56F4-9B39-ECCBEE0471AC}" dt="2026-06-04T03:28:01.900" v="3799" actId="1076"/>
          <ac:cxnSpMkLst>
            <pc:docMk/>
            <pc:sldMk cId="2891476017" sldId="268"/>
            <ac:cxnSpMk id="19" creationId="{DD1C80EF-8A93-94D8-E833-567B155EE969}"/>
          </ac:cxnSpMkLst>
        </pc:cxnChg>
        <pc:cxnChg chg="mod">
          <ac:chgData name="Toby Donaldson" userId="2e6e5431-bb17-4c41-9985-d39c50d83c73" providerId="ADAL" clId="{7F9681A8-EEE2-56F4-9B39-ECCBEE0471AC}" dt="2026-06-04T03:26:08.750" v="3783"/>
          <ac:cxnSpMkLst>
            <pc:docMk/>
            <pc:sldMk cId="2891476017" sldId="268"/>
            <ac:cxnSpMk id="27" creationId="{84912FD3-A44E-95BD-3DED-67432FFF3C3E}"/>
          </ac:cxnSpMkLst>
        </pc:cxnChg>
        <pc:cxnChg chg="mod">
          <ac:chgData name="Toby Donaldson" userId="2e6e5431-bb17-4c41-9985-d39c50d83c73" providerId="ADAL" clId="{7F9681A8-EEE2-56F4-9B39-ECCBEE0471AC}" dt="2026-06-04T03:26:08.750" v="3783"/>
          <ac:cxnSpMkLst>
            <pc:docMk/>
            <pc:sldMk cId="2891476017" sldId="268"/>
            <ac:cxnSpMk id="28" creationId="{D1CD5369-1FB3-135A-7B0B-520DA2609E4D}"/>
          </ac:cxnSpMkLst>
        </pc:cxnChg>
        <pc:cxnChg chg="mod">
          <ac:chgData name="Toby Donaldson" userId="2e6e5431-bb17-4c41-9985-d39c50d83c73" providerId="ADAL" clId="{7F9681A8-EEE2-56F4-9B39-ECCBEE0471AC}" dt="2026-06-04T03:26:08.750" v="3783"/>
          <ac:cxnSpMkLst>
            <pc:docMk/>
            <pc:sldMk cId="2891476017" sldId="268"/>
            <ac:cxnSpMk id="29" creationId="{57A32A3F-C24E-822A-E9FB-BE0090ADF0CD}"/>
          </ac:cxnSpMkLst>
        </pc:cxnChg>
        <pc:cxnChg chg="mod">
          <ac:chgData name="Toby Donaldson" userId="2e6e5431-bb17-4c41-9985-d39c50d83c73" providerId="ADAL" clId="{7F9681A8-EEE2-56F4-9B39-ECCBEE0471AC}" dt="2026-06-04T03:26:26.187" v="3788"/>
          <ac:cxnSpMkLst>
            <pc:docMk/>
            <pc:sldMk cId="2891476017" sldId="268"/>
            <ac:cxnSpMk id="32" creationId="{5C423073-8799-FA19-94E6-1D36D1ECFEE3}"/>
          </ac:cxnSpMkLst>
        </pc:cxnChg>
        <pc:cxnChg chg="mod">
          <ac:chgData name="Toby Donaldson" userId="2e6e5431-bb17-4c41-9985-d39c50d83c73" providerId="ADAL" clId="{7F9681A8-EEE2-56F4-9B39-ECCBEE0471AC}" dt="2026-06-04T03:26:26.187" v="3788"/>
          <ac:cxnSpMkLst>
            <pc:docMk/>
            <pc:sldMk cId="2891476017" sldId="268"/>
            <ac:cxnSpMk id="33" creationId="{E41B6C0A-053D-0979-D28D-4F73998D7006}"/>
          </ac:cxnSpMkLst>
        </pc:cxnChg>
        <pc:cxnChg chg="mod">
          <ac:chgData name="Toby Donaldson" userId="2e6e5431-bb17-4c41-9985-d39c50d83c73" providerId="ADAL" clId="{7F9681A8-EEE2-56F4-9B39-ECCBEE0471AC}" dt="2026-06-04T03:26:26.187" v="3788"/>
          <ac:cxnSpMkLst>
            <pc:docMk/>
            <pc:sldMk cId="2891476017" sldId="268"/>
            <ac:cxnSpMk id="34" creationId="{51D85A14-55BC-5368-16C4-DC35F336AC70}"/>
          </ac:cxnSpMkLst>
        </pc:cxnChg>
        <pc:cxnChg chg="add del mod">
          <ac:chgData name="Toby Donaldson" userId="2e6e5431-bb17-4c41-9985-d39c50d83c73" providerId="ADAL" clId="{7F9681A8-EEE2-56F4-9B39-ECCBEE0471AC}" dt="2026-06-04T04:15:17.977" v="5021" actId="21"/>
          <ac:cxnSpMkLst>
            <pc:docMk/>
            <pc:sldMk cId="2891476017" sldId="268"/>
            <ac:cxnSpMk id="41" creationId="{DB0125B3-0BC8-407B-D73E-52CD7C2EE49C}"/>
          </ac:cxnSpMkLst>
        </pc:cxnChg>
        <pc:cxnChg chg="add del mod">
          <ac:chgData name="Toby Donaldson" userId="2e6e5431-bb17-4c41-9985-d39c50d83c73" providerId="ADAL" clId="{7F9681A8-EEE2-56F4-9B39-ECCBEE0471AC}" dt="2026-06-04T04:15:17.977" v="5021" actId="21"/>
          <ac:cxnSpMkLst>
            <pc:docMk/>
            <pc:sldMk cId="2891476017" sldId="268"/>
            <ac:cxnSpMk id="42" creationId="{453A4F03-4A24-0845-7A95-34FC992CCA05}"/>
          </ac:cxnSpMkLst>
        </pc:cxnChg>
        <pc:cxnChg chg="mod">
          <ac:chgData name="Toby Donaldson" userId="2e6e5431-bb17-4c41-9985-d39c50d83c73" providerId="ADAL" clId="{7F9681A8-EEE2-56F4-9B39-ECCBEE0471AC}" dt="2026-06-04T03:32:09.577" v="4045"/>
          <ac:cxnSpMkLst>
            <pc:docMk/>
            <pc:sldMk cId="2891476017" sldId="268"/>
            <ac:cxnSpMk id="51" creationId="{BA7D93A7-73B5-29F1-5DD5-6E0F5FB4CB07}"/>
          </ac:cxnSpMkLst>
        </pc:cxnChg>
        <pc:cxnChg chg="mod">
          <ac:chgData name="Toby Donaldson" userId="2e6e5431-bb17-4c41-9985-d39c50d83c73" providerId="ADAL" clId="{7F9681A8-EEE2-56F4-9B39-ECCBEE0471AC}" dt="2026-06-04T03:32:09.577" v="4045"/>
          <ac:cxnSpMkLst>
            <pc:docMk/>
            <pc:sldMk cId="2891476017" sldId="268"/>
            <ac:cxnSpMk id="52" creationId="{F3839961-C0E9-D6B1-9C18-FDAA7EBDF33A}"/>
          </ac:cxnSpMkLst>
        </pc:cxnChg>
        <pc:cxnChg chg="mod">
          <ac:chgData name="Toby Donaldson" userId="2e6e5431-bb17-4c41-9985-d39c50d83c73" providerId="ADAL" clId="{7F9681A8-EEE2-56F4-9B39-ECCBEE0471AC}" dt="2026-06-04T03:32:09.577" v="4045"/>
          <ac:cxnSpMkLst>
            <pc:docMk/>
            <pc:sldMk cId="2891476017" sldId="268"/>
            <ac:cxnSpMk id="53" creationId="{31173B0E-7DA5-8958-5F7A-4C5512292410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18:03.699" v="5040" actId="21"/>
        <pc:sldMkLst>
          <pc:docMk/>
          <pc:sldMk cId="2347613437" sldId="269"/>
        </pc:sldMkLst>
        <pc:spChg chg="add mod">
          <ac:chgData name="Toby Donaldson" userId="2e6e5431-bb17-4c41-9985-d39c50d83c73" providerId="ADAL" clId="{7F9681A8-EEE2-56F4-9B39-ECCBEE0471AC}" dt="2026-06-04T04:17:58.135" v="5039" actId="20577"/>
          <ac:spMkLst>
            <pc:docMk/>
            <pc:sldMk cId="2347613437" sldId="269"/>
            <ac:spMk id="3" creationId="{D5E4FCD8-4E3E-8C0B-FF9B-11228E119A9B}"/>
          </ac:spMkLst>
        </pc:spChg>
        <pc:spChg chg="del">
          <ac:chgData name="Toby Donaldson" userId="2e6e5431-bb17-4c41-9985-d39c50d83c73" providerId="ADAL" clId="{7F9681A8-EEE2-56F4-9B39-ECCBEE0471AC}" dt="2026-06-04T03:37:30.582" v="4251" actId="21"/>
          <ac:spMkLst>
            <pc:docMk/>
            <pc:sldMk cId="2347613437" sldId="269"/>
            <ac:spMk id="11" creationId="{CDEF2EE0-BE6A-F7D4-4A9F-42B530FFCEDF}"/>
          </ac:spMkLst>
        </pc:spChg>
        <pc:spChg chg="del">
          <ac:chgData name="Toby Donaldson" userId="2e6e5431-bb17-4c41-9985-d39c50d83c73" providerId="ADAL" clId="{7F9681A8-EEE2-56F4-9B39-ECCBEE0471AC}" dt="2026-06-04T03:37:30.582" v="4251" actId="21"/>
          <ac:spMkLst>
            <pc:docMk/>
            <pc:sldMk cId="2347613437" sldId="269"/>
            <ac:spMk id="12" creationId="{EED0F1A4-8599-24D4-0357-593273B0A30E}"/>
          </ac:spMkLst>
        </pc:spChg>
        <pc:spChg chg="mod">
          <ac:chgData name="Toby Donaldson" userId="2e6e5431-bb17-4c41-9985-d39c50d83c73" providerId="ADAL" clId="{7F9681A8-EEE2-56F4-9B39-ECCBEE0471AC}" dt="2026-06-04T03:37:37.592" v="4252" actId="1076"/>
          <ac:spMkLst>
            <pc:docMk/>
            <pc:sldMk cId="2347613437" sldId="269"/>
            <ac:spMk id="15" creationId="{4253E8A7-4EA8-AD23-BA78-B9E32CC48634}"/>
          </ac:spMkLst>
        </pc:spChg>
        <pc:spChg chg="mod">
          <ac:chgData name="Toby Donaldson" userId="2e6e5431-bb17-4c41-9985-d39c50d83c73" providerId="ADAL" clId="{7F9681A8-EEE2-56F4-9B39-ECCBEE0471AC}" dt="2026-06-04T03:37:37.592" v="4252" actId="1076"/>
          <ac:spMkLst>
            <pc:docMk/>
            <pc:sldMk cId="2347613437" sldId="269"/>
            <ac:spMk id="16" creationId="{F66F0953-62C3-B107-176F-CCE1A759584D}"/>
          </ac:spMkLst>
        </pc:spChg>
        <pc:spChg chg="add del mod">
          <ac:chgData name="Toby Donaldson" userId="2e6e5431-bb17-4c41-9985-d39c50d83c73" providerId="ADAL" clId="{7F9681A8-EEE2-56F4-9B39-ECCBEE0471AC}" dt="2026-06-04T04:18:03.699" v="5040" actId="21"/>
          <ac:spMkLst>
            <pc:docMk/>
            <pc:sldMk cId="2347613437" sldId="269"/>
            <ac:spMk id="20" creationId="{A3809450-2EF6-A6BD-2408-B827C5667B98}"/>
          </ac:spMkLst>
        </pc:spChg>
        <pc:spChg chg="add">
          <ac:chgData name="Toby Donaldson" userId="2e6e5431-bb17-4c41-9985-d39c50d83c73" providerId="ADAL" clId="{7F9681A8-EEE2-56F4-9B39-ECCBEE0471AC}" dt="2026-06-04T03:42:03.278" v="4409"/>
          <ac:spMkLst>
            <pc:docMk/>
            <pc:sldMk cId="2347613437" sldId="269"/>
            <ac:spMk id="22" creationId="{4EDBAB78-50C5-8F41-9E52-ACE70BFCCE8A}"/>
          </ac:spMkLst>
        </pc:spChg>
        <pc:spChg chg="add mod">
          <ac:chgData name="Toby Donaldson" userId="2e6e5431-bb17-4c41-9985-d39c50d83c73" providerId="ADAL" clId="{7F9681A8-EEE2-56F4-9B39-ECCBEE0471AC}" dt="2026-06-04T03:42:06.830" v="4410"/>
          <ac:spMkLst>
            <pc:docMk/>
            <pc:sldMk cId="2347613437" sldId="269"/>
            <ac:spMk id="23" creationId="{F0DE4BFD-76D9-67C4-FB12-0A43003758DD}"/>
          </ac:spMkLst>
        </pc:spChg>
        <pc:spChg chg="del">
          <ac:chgData name="Toby Donaldson" userId="2e6e5431-bb17-4c41-9985-d39c50d83c73" providerId="ADAL" clId="{7F9681A8-EEE2-56F4-9B39-ECCBEE0471AC}" dt="2026-06-04T03:37:30.582" v="4251" actId="21"/>
          <ac:spMkLst>
            <pc:docMk/>
            <pc:sldMk cId="2347613437" sldId="269"/>
            <ac:spMk id="24" creationId="{8FECDD73-2C24-466C-B0AB-8C89C17AB4BE}"/>
          </ac:spMkLst>
        </pc:spChg>
        <pc:spChg chg="del">
          <ac:chgData name="Toby Donaldson" userId="2e6e5431-bb17-4c41-9985-d39c50d83c73" providerId="ADAL" clId="{7F9681A8-EEE2-56F4-9B39-ECCBEE0471AC}" dt="2026-06-04T03:33:51.491" v="4063" actId="21"/>
          <ac:spMkLst>
            <pc:docMk/>
            <pc:sldMk cId="2347613437" sldId="269"/>
            <ac:spMk id="25" creationId="{0A8DDBCF-7C6B-636A-F774-01E8D950B6FA}"/>
          </ac:spMkLst>
        </pc:spChg>
        <pc:spChg chg="add mod">
          <ac:chgData name="Toby Donaldson" userId="2e6e5431-bb17-4c41-9985-d39c50d83c73" providerId="ADAL" clId="{7F9681A8-EEE2-56F4-9B39-ECCBEE0471AC}" dt="2026-06-04T03:46:04.991" v="4443" actId="465"/>
          <ac:spMkLst>
            <pc:docMk/>
            <pc:sldMk cId="2347613437" sldId="269"/>
            <ac:spMk id="32" creationId="{426FAC70-A021-5A67-9C44-2633A62AB8FA}"/>
          </ac:spMkLst>
        </pc:spChg>
        <pc:spChg chg="add mod">
          <ac:chgData name="Toby Donaldson" userId="2e6e5431-bb17-4c41-9985-d39c50d83c73" providerId="ADAL" clId="{7F9681A8-EEE2-56F4-9B39-ECCBEE0471AC}" dt="2026-06-04T03:46:04.991" v="4443" actId="465"/>
          <ac:spMkLst>
            <pc:docMk/>
            <pc:sldMk cId="2347613437" sldId="269"/>
            <ac:spMk id="33" creationId="{255A725B-3516-B38E-4405-3554930EA3C6}"/>
          </ac:spMkLst>
        </pc:spChg>
        <pc:spChg chg="add mod">
          <ac:chgData name="Toby Donaldson" userId="2e6e5431-bb17-4c41-9985-d39c50d83c73" providerId="ADAL" clId="{7F9681A8-EEE2-56F4-9B39-ECCBEE0471AC}" dt="2026-06-04T03:46:04.991" v="4443" actId="465"/>
          <ac:spMkLst>
            <pc:docMk/>
            <pc:sldMk cId="2347613437" sldId="269"/>
            <ac:spMk id="34" creationId="{60C6FA9F-ECDD-3A45-B9A9-C7422825B436}"/>
          </ac:spMkLst>
        </pc:spChg>
        <pc:spChg chg="del">
          <ac:chgData name="Toby Donaldson" userId="2e6e5431-bb17-4c41-9985-d39c50d83c73" providerId="ADAL" clId="{7F9681A8-EEE2-56F4-9B39-ECCBEE0471AC}" dt="2026-06-04T03:33:46.593" v="4062" actId="21"/>
          <ac:spMkLst>
            <pc:docMk/>
            <pc:sldMk cId="2347613437" sldId="269"/>
            <ac:spMk id="38" creationId="{CEC2275A-7ED7-651D-0215-4D74DAE3BC83}"/>
          </ac:spMkLst>
        </pc:spChg>
        <pc:spChg chg="del">
          <ac:chgData name="Toby Donaldson" userId="2e6e5431-bb17-4c41-9985-d39c50d83c73" providerId="ADAL" clId="{7F9681A8-EEE2-56F4-9B39-ECCBEE0471AC}" dt="2026-06-04T03:33:51.491" v="4063" actId="21"/>
          <ac:spMkLst>
            <pc:docMk/>
            <pc:sldMk cId="2347613437" sldId="269"/>
            <ac:spMk id="39" creationId="{E9BD9423-394E-8DF9-8DC4-CCAE1F0B8131}"/>
          </ac:spMkLst>
        </pc:spChg>
        <pc:spChg chg="add mod">
          <ac:chgData name="Toby Donaldson" userId="2e6e5431-bb17-4c41-9985-d39c50d83c73" providerId="ADAL" clId="{7F9681A8-EEE2-56F4-9B39-ECCBEE0471AC}" dt="2026-06-04T03:46:04.991" v="4443" actId="465"/>
          <ac:spMkLst>
            <pc:docMk/>
            <pc:sldMk cId="2347613437" sldId="269"/>
            <ac:spMk id="40" creationId="{0B6C347B-9A77-F0E7-0B6E-BA163C1AA6F2}"/>
          </ac:spMkLst>
        </pc:spChg>
        <pc:spChg chg="add mod">
          <ac:chgData name="Toby Donaldson" userId="2e6e5431-bb17-4c41-9985-d39c50d83c73" providerId="ADAL" clId="{7F9681A8-EEE2-56F4-9B39-ECCBEE0471AC}" dt="2026-06-04T03:46:04.991" v="4443" actId="465"/>
          <ac:spMkLst>
            <pc:docMk/>
            <pc:sldMk cId="2347613437" sldId="269"/>
            <ac:spMk id="43" creationId="{E41F7B57-16D6-E173-3F1E-289004856241}"/>
          </ac:spMkLst>
        </pc:spChg>
        <pc:spChg chg="del">
          <ac:chgData name="Toby Donaldson" userId="2e6e5431-bb17-4c41-9985-d39c50d83c73" providerId="ADAL" clId="{7F9681A8-EEE2-56F4-9B39-ECCBEE0471AC}" dt="2026-06-04T03:33:51.491" v="4063" actId="21"/>
          <ac:spMkLst>
            <pc:docMk/>
            <pc:sldMk cId="2347613437" sldId="269"/>
            <ac:spMk id="45" creationId="{C47BF56B-D8C3-D997-7F95-3AACCAECB5E9}"/>
          </ac:spMkLst>
        </pc:spChg>
        <pc:spChg chg="del">
          <ac:chgData name="Toby Donaldson" userId="2e6e5431-bb17-4c41-9985-d39c50d83c73" providerId="ADAL" clId="{7F9681A8-EEE2-56F4-9B39-ECCBEE0471AC}" dt="2026-06-04T03:33:46.593" v="4062" actId="21"/>
          <ac:spMkLst>
            <pc:docMk/>
            <pc:sldMk cId="2347613437" sldId="269"/>
            <ac:spMk id="54" creationId="{216214A6-67F2-A194-0FD5-F458B28B2E39}"/>
          </ac:spMkLst>
        </pc:spChg>
        <pc:grpChg chg="mod">
          <ac:chgData name="Toby Donaldson" userId="2e6e5431-bb17-4c41-9985-d39c50d83c73" providerId="ADAL" clId="{7F9681A8-EEE2-56F4-9B39-ECCBEE0471AC}" dt="2026-06-04T03:37:37.592" v="4252" actId="1076"/>
          <ac:grpSpMkLst>
            <pc:docMk/>
            <pc:sldMk cId="2347613437" sldId="269"/>
            <ac:grpSpMk id="4" creationId="{08444A56-7142-8427-D269-8F820DB26B26}"/>
          </ac:grpSpMkLst>
        </pc:grpChg>
        <pc:grpChg chg="del">
          <ac:chgData name="Toby Donaldson" userId="2e6e5431-bb17-4c41-9985-d39c50d83c73" providerId="ADAL" clId="{7F9681A8-EEE2-56F4-9B39-ECCBEE0471AC}" dt="2026-06-04T03:37:30.582" v="4251" actId="21"/>
          <ac:grpSpMkLst>
            <pc:docMk/>
            <pc:sldMk cId="2347613437" sldId="269"/>
            <ac:grpSpMk id="10" creationId="{53532250-2B46-FEA1-C0FF-F3F3A2AC6962}"/>
          </ac:grpSpMkLst>
        </pc:grpChg>
        <pc:grpChg chg="del">
          <ac:chgData name="Toby Donaldson" userId="2e6e5431-bb17-4c41-9985-d39c50d83c73" providerId="ADAL" clId="{7F9681A8-EEE2-56F4-9B39-ECCBEE0471AC}" dt="2026-06-04T03:33:46.593" v="4062" actId="21"/>
          <ac:grpSpMkLst>
            <pc:docMk/>
            <pc:sldMk cId="2347613437" sldId="269"/>
            <ac:grpSpMk id="37" creationId="{39727075-9292-8A02-7D13-70E415B0F0F7}"/>
          </ac:grpSpMkLst>
        </pc:grpChg>
        <pc:grpChg chg="del">
          <ac:chgData name="Toby Donaldson" userId="2e6e5431-bb17-4c41-9985-d39c50d83c73" providerId="ADAL" clId="{7F9681A8-EEE2-56F4-9B39-ECCBEE0471AC}" dt="2026-06-04T03:33:46.593" v="4062" actId="21"/>
          <ac:grpSpMkLst>
            <pc:docMk/>
            <pc:sldMk cId="2347613437" sldId="269"/>
            <ac:grpSpMk id="46" creationId="{BE8A3002-3AA4-4BD3-F4AE-20F291849119}"/>
          </ac:grpSpMkLst>
        </pc:grpChg>
        <pc:picChg chg="add del mod">
          <ac:chgData name="Toby Donaldson" userId="2e6e5431-bb17-4c41-9985-d39c50d83c73" providerId="ADAL" clId="{7F9681A8-EEE2-56F4-9B39-ECCBEE0471AC}" dt="2026-06-04T03:43:50.098" v="4415" actId="21"/>
          <ac:picMkLst>
            <pc:docMk/>
            <pc:sldMk cId="2347613437" sldId="269"/>
            <ac:picMk id="21" creationId="{5CB7C179-1120-E3F0-D4F0-4445C3848EF3}"/>
          </ac:picMkLst>
        </pc:picChg>
        <pc:picChg chg="add del mod modCrop">
          <ac:chgData name="Toby Donaldson" userId="2e6e5431-bb17-4c41-9985-d39c50d83c73" providerId="ADAL" clId="{7F9681A8-EEE2-56F4-9B39-ECCBEE0471AC}" dt="2026-06-04T04:18:03.699" v="5040" actId="21"/>
          <ac:picMkLst>
            <pc:docMk/>
            <pc:sldMk cId="2347613437" sldId="269"/>
            <ac:picMk id="31" creationId="{44E27CC2-5517-55EC-56BE-5B03BDB268BE}"/>
          </ac:picMkLst>
        </pc:picChg>
        <pc:cxnChg chg="del mod">
          <ac:chgData name="Toby Donaldson" userId="2e6e5431-bb17-4c41-9985-d39c50d83c73" providerId="ADAL" clId="{7F9681A8-EEE2-56F4-9B39-ECCBEE0471AC}" dt="2026-06-04T03:37:30.582" v="4251" actId="21"/>
          <ac:cxnSpMkLst>
            <pc:docMk/>
            <pc:sldMk cId="2347613437" sldId="269"/>
            <ac:cxnSpMk id="14" creationId="{AC88193A-BF6F-3B4F-E411-DA3E34A30418}"/>
          </ac:cxnSpMkLst>
        </pc:cxnChg>
        <pc:cxnChg chg="mod">
          <ac:chgData name="Toby Donaldson" userId="2e6e5431-bb17-4c41-9985-d39c50d83c73" providerId="ADAL" clId="{7F9681A8-EEE2-56F4-9B39-ECCBEE0471AC}" dt="2026-06-04T03:37:37.592" v="4252" actId="1076"/>
          <ac:cxnSpMkLst>
            <pc:docMk/>
            <pc:sldMk cId="2347613437" sldId="269"/>
            <ac:cxnSpMk id="17" creationId="{7BD2F51B-00A0-DDD8-9C92-3CBD03C19E87}"/>
          </ac:cxnSpMkLst>
        </pc:cxnChg>
        <pc:cxnChg chg="del">
          <ac:chgData name="Toby Donaldson" userId="2e6e5431-bb17-4c41-9985-d39c50d83c73" providerId="ADAL" clId="{7F9681A8-EEE2-56F4-9B39-ECCBEE0471AC}" dt="2026-06-04T03:37:30.582" v="4251" actId="21"/>
          <ac:cxnSpMkLst>
            <pc:docMk/>
            <pc:sldMk cId="2347613437" sldId="269"/>
            <ac:cxnSpMk id="18" creationId="{039AB6FF-74B0-10A0-8550-2C6C6CD1793B}"/>
          </ac:cxnSpMkLst>
        </pc:cxnChg>
        <pc:cxnChg chg="mod">
          <ac:chgData name="Toby Donaldson" userId="2e6e5431-bb17-4c41-9985-d39c50d83c73" providerId="ADAL" clId="{7F9681A8-EEE2-56F4-9B39-ECCBEE0471AC}" dt="2026-06-04T03:37:37.592" v="4252" actId="1076"/>
          <ac:cxnSpMkLst>
            <pc:docMk/>
            <pc:sldMk cId="2347613437" sldId="269"/>
            <ac:cxnSpMk id="19" creationId="{BCC94532-6DB7-9B01-D2F2-07996E160E22}"/>
          </ac:cxnSpMkLst>
        </pc:cxnChg>
        <pc:cxnChg chg="del mod">
          <ac:chgData name="Toby Donaldson" userId="2e6e5431-bb17-4c41-9985-d39c50d83c73" providerId="ADAL" clId="{7F9681A8-EEE2-56F4-9B39-ECCBEE0471AC}" dt="2026-06-04T03:33:46.593" v="4062" actId="21"/>
          <ac:cxnSpMkLst>
            <pc:docMk/>
            <pc:sldMk cId="2347613437" sldId="269"/>
            <ac:cxnSpMk id="41" creationId="{7B987F3A-9EE7-C5D2-2E56-73A701BFED4C}"/>
          </ac:cxnSpMkLst>
        </pc:cxnChg>
        <pc:cxnChg chg="del mod">
          <ac:chgData name="Toby Donaldson" userId="2e6e5431-bb17-4c41-9985-d39c50d83c73" providerId="ADAL" clId="{7F9681A8-EEE2-56F4-9B39-ECCBEE0471AC}" dt="2026-06-04T03:33:46.593" v="4062" actId="21"/>
          <ac:cxnSpMkLst>
            <pc:docMk/>
            <pc:sldMk cId="2347613437" sldId="269"/>
            <ac:cxnSpMk id="42" creationId="{B812FE2D-E652-3926-26D3-2FE308ECC843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22:35.371" v="5232" actId="20577"/>
        <pc:sldMkLst>
          <pc:docMk/>
          <pc:sldMk cId="264488919" sldId="270"/>
        </pc:sldMkLst>
        <pc:spChg chg="mod">
          <ac:chgData name="Toby Donaldson" userId="2e6e5431-bb17-4c41-9985-d39c50d83c73" providerId="ADAL" clId="{7F9681A8-EEE2-56F4-9B39-ECCBEE0471AC}" dt="2026-06-04T04:22:35.371" v="5232" actId="20577"/>
          <ac:spMkLst>
            <pc:docMk/>
            <pc:sldMk cId="264488919" sldId="270"/>
            <ac:spMk id="2" creationId="{BCB7D003-73F3-7495-0E7F-F7D0AF60CE73}"/>
          </ac:spMkLst>
        </pc:spChg>
        <pc:spChg chg="del">
          <ac:chgData name="Toby Donaldson" userId="2e6e5431-bb17-4c41-9985-d39c50d83c73" providerId="ADAL" clId="{7F9681A8-EEE2-56F4-9B39-ECCBEE0471AC}" dt="2026-06-04T03:47:11.167" v="4463" actId="21"/>
          <ac:spMkLst>
            <pc:docMk/>
            <pc:sldMk cId="264488919" sldId="270"/>
            <ac:spMk id="3" creationId="{5F909F7C-3673-C786-C78B-23CD736CC51E}"/>
          </ac:spMkLst>
        </pc:spChg>
        <pc:spChg chg="add mod">
          <ac:chgData name="Toby Donaldson" userId="2e6e5431-bb17-4c41-9985-d39c50d83c73" providerId="ADAL" clId="{7F9681A8-EEE2-56F4-9B39-ECCBEE0471AC}" dt="2026-06-04T03:51:50.988" v="4968" actId="113"/>
          <ac:spMkLst>
            <pc:docMk/>
            <pc:sldMk cId="264488919" sldId="270"/>
            <ac:spMk id="6" creationId="{4D46849D-B321-9103-65BB-27A6BB27EB0A}"/>
          </ac:spMkLst>
        </pc:spChg>
        <pc:spChg chg="add del mod">
          <ac:chgData name="Toby Donaldson" userId="2e6e5431-bb17-4c41-9985-d39c50d83c73" providerId="ADAL" clId="{7F9681A8-EEE2-56F4-9B39-ECCBEE0471AC}" dt="2026-06-04T04:20:38.873" v="5068" actId="21"/>
          <ac:spMkLst>
            <pc:docMk/>
            <pc:sldMk cId="264488919" sldId="270"/>
            <ac:spMk id="7" creationId="{2C0196A6-6C35-B3EF-FC9C-47FF329E25BC}"/>
          </ac:spMkLst>
        </pc:spChg>
        <pc:spChg chg="add mod">
          <ac:chgData name="Toby Donaldson" userId="2e6e5431-bb17-4c41-9985-d39c50d83c73" providerId="ADAL" clId="{7F9681A8-EEE2-56F4-9B39-ECCBEE0471AC}" dt="2026-06-04T03:48:39.323" v="4630"/>
          <ac:spMkLst>
            <pc:docMk/>
            <pc:sldMk cId="264488919" sldId="270"/>
            <ac:spMk id="10" creationId="{28F9A8BD-ABB0-7F0B-6315-4055AFB6D094}"/>
          </ac:spMkLst>
        </pc:spChg>
        <pc:spChg chg="add del mod">
          <ac:chgData name="Toby Donaldson" userId="2e6e5431-bb17-4c41-9985-d39c50d83c73" providerId="ADAL" clId="{7F9681A8-EEE2-56F4-9B39-ECCBEE0471AC}" dt="2026-06-04T04:20:38.873" v="5068" actId="21"/>
          <ac:spMkLst>
            <pc:docMk/>
            <pc:sldMk cId="264488919" sldId="270"/>
            <ac:spMk id="11" creationId="{0848AD1B-98BD-AECC-E836-01FEDCD6AA89}"/>
          </ac:spMkLst>
        </pc:spChg>
        <pc:spChg chg="del">
          <ac:chgData name="Toby Donaldson" userId="2e6e5431-bb17-4c41-9985-d39c50d83c73" providerId="ADAL" clId="{7F9681A8-EEE2-56F4-9B39-ECCBEE0471AC}" dt="2026-06-04T03:47:23.140" v="4465" actId="21"/>
          <ac:spMkLst>
            <pc:docMk/>
            <pc:sldMk cId="264488919" sldId="270"/>
            <ac:spMk id="15" creationId="{D97826B5-7B3D-167D-5F2A-6C2653FEFEE0}"/>
          </ac:spMkLst>
        </pc:spChg>
        <pc:spChg chg="del">
          <ac:chgData name="Toby Donaldson" userId="2e6e5431-bb17-4c41-9985-d39c50d83c73" providerId="ADAL" clId="{7F9681A8-EEE2-56F4-9B39-ECCBEE0471AC}" dt="2026-06-04T03:47:23.140" v="4465" actId="21"/>
          <ac:spMkLst>
            <pc:docMk/>
            <pc:sldMk cId="264488919" sldId="270"/>
            <ac:spMk id="16" creationId="{DDE89EE5-B67F-CC8B-FD79-90CD5DB387D5}"/>
          </ac:spMkLst>
        </pc:spChg>
        <pc:spChg chg="del">
          <ac:chgData name="Toby Donaldson" userId="2e6e5431-bb17-4c41-9985-d39c50d83c73" providerId="ADAL" clId="{7F9681A8-EEE2-56F4-9B39-ECCBEE0471AC}" dt="2026-06-04T03:47:11.167" v="4463" actId="21"/>
          <ac:spMkLst>
            <pc:docMk/>
            <pc:sldMk cId="264488919" sldId="270"/>
            <ac:spMk id="20" creationId="{C943DA8C-64F7-7597-0CA3-2035BEA09E7A}"/>
          </ac:spMkLst>
        </pc:spChg>
        <pc:spChg chg="mod">
          <ac:chgData name="Toby Donaldson" userId="2e6e5431-bb17-4c41-9985-d39c50d83c73" providerId="ADAL" clId="{7F9681A8-EEE2-56F4-9B39-ECCBEE0471AC}" dt="2026-06-04T03:47:29.173" v="4466" actId="164"/>
          <ac:spMkLst>
            <pc:docMk/>
            <pc:sldMk cId="264488919" sldId="270"/>
            <ac:spMk id="32" creationId="{F90B9325-4B51-0AAB-E553-AE203DE9DD74}"/>
          </ac:spMkLst>
        </pc:spChg>
        <pc:spChg chg="mod">
          <ac:chgData name="Toby Donaldson" userId="2e6e5431-bb17-4c41-9985-d39c50d83c73" providerId="ADAL" clId="{7F9681A8-EEE2-56F4-9B39-ECCBEE0471AC}" dt="2026-06-04T03:47:29.173" v="4466" actId="164"/>
          <ac:spMkLst>
            <pc:docMk/>
            <pc:sldMk cId="264488919" sldId="270"/>
            <ac:spMk id="33" creationId="{62AD9D58-3F0C-334D-F8D9-2756527A8E0D}"/>
          </ac:spMkLst>
        </pc:spChg>
        <pc:spChg chg="mod">
          <ac:chgData name="Toby Donaldson" userId="2e6e5431-bb17-4c41-9985-d39c50d83c73" providerId="ADAL" clId="{7F9681A8-EEE2-56F4-9B39-ECCBEE0471AC}" dt="2026-06-04T03:47:29.173" v="4466" actId="164"/>
          <ac:spMkLst>
            <pc:docMk/>
            <pc:sldMk cId="264488919" sldId="270"/>
            <ac:spMk id="34" creationId="{434F4289-1334-4CB4-8DA5-E210C63F6065}"/>
          </ac:spMkLst>
        </pc:spChg>
        <pc:spChg chg="mod">
          <ac:chgData name="Toby Donaldson" userId="2e6e5431-bb17-4c41-9985-d39c50d83c73" providerId="ADAL" clId="{7F9681A8-EEE2-56F4-9B39-ECCBEE0471AC}" dt="2026-06-04T03:47:29.173" v="4466" actId="164"/>
          <ac:spMkLst>
            <pc:docMk/>
            <pc:sldMk cId="264488919" sldId="270"/>
            <ac:spMk id="40" creationId="{EE4C9D6D-9B1B-423C-66AF-D4EAF1CF1FFB}"/>
          </ac:spMkLst>
        </pc:spChg>
        <pc:spChg chg="mod">
          <ac:chgData name="Toby Donaldson" userId="2e6e5431-bb17-4c41-9985-d39c50d83c73" providerId="ADAL" clId="{7F9681A8-EEE2-56F4-9B39-ECCBEE0471AC}" dt="2026-06-04T03:47:29.173" v="4466" actId="164"/>
          <ac:spMkLst>
            <pc:docMk/>
            <pc:sldMk cId="264488919" sldId="270"/>
            <ac:spMk id="43" creationId="{4B51137D-683B-BAA6-F023-2A7FEEC2CCE8}"/>
          </ac:spMkLst>
        </pc:spChg>
        <pc:grpChg chg="mod">
          <ac:chgData name="Toby Donaldson" userId="2e6e5431-bb17-4c41-9985-d39c50d83c73" providerId="ADAL" clId="{7F9681A8-EEE2-56F4-9B39-ECCBEE0471AC}" dt="2026-06-04T03:47:29.173" v="4466" actId="164"/>
          <ac:grpSpMkLst>
            <pc:docMk/>
            <pc:sldMk cId="264488919" sldId="270"/>
            <ac:grpSpMk id="4" creationId="{303AF37F-3BCA-E3A8-11F6-FE67A12BB81B}"/>
          </ac:grpSpMkLst>
        </pc:grpChg>
        <pc:grpChg chg="add mod">
          <ac:chgData name="Toby Donaldson" userId="2e6e5431-bb17-4c41-9985-d39c50d83c73" providerId="ADAL" clId="{7F9681A8-EEE2-56F4-9B39-ECCBEE0471AC}" dt="2026-06-04T03:47:35.264" v="4467" actId="1076"/>
          <ac:grpSpMkLst>
            <pc:docMk/>
            <pc:sldMk cId="264488919" sldId="270"/>
            <ac:grpSpMk id="5" creationId="{2B67CE60-5B8D-90A0-7563-4D7D091E6370}"/>
          </ac:grpSpMkLst>
        </pc:grpChg>
        <pc:picChg chg="del">
          <ac:chgData name="Toby Donaldson" userId="2e6e5431-bb17-4c41-9985-d39c50d83c73" providerId="ADAL" clId="{7F9681A8-EEE2-56F4-9B39-ECCBEE0471AC}" dt="2026-06-04T03:47:05.337" v="4462" actId="21"/>
          <ac:picMkLst>
            <pc:docMk/>
            <pc:sldMk cId="264488919" sldId="270"/>
            <ac:picMk id="31" creationId="{9652C7CC-A1B1-279B-7FBF-9D5D905945E4}"/>
          </ac:picMkLst>
        </pc:picChg>
        <pc:cxnChg chg="del">
          <ac:chgData name="Toby Donaldson" userId="2e6e5431-bb17-4c41-9985-d39c50d83c73" providerId="ADAL" clId="{7F9681A8-EEE2-56F4-9B39-ECCBEE0471AC}" dt="2026-06-04T03:47:23.140" v="4465" actId="21"/>
          <ac:cxnSpMkLst>
            <pc:docMk/>
            <pc:sldMk cId="264488919" sldId="270"/>
            <ac:cxnSpMk id="17" creationId="{CAFF328E-5E44-CBEC-2FA7-416C4052B06E}"/>
          </ac:cxnSpMkLst>
        </pc:cxnChg>
        <pc:cxnChg chg="del">
          <ac:chgData name="Toby Donaldson" userId="2e6e5431-bb17-4c41-9985-d39c50d83c73" providerId="ADAL" clId="{7F9681A8-EEE2-56F4-9B39-ECCBEE0471AC}" dt="2026-06-04T03:47:23.140" v="4465" actId="21"/>
          <ac:cxnSpMkLst>
            <pc:docMk/>
            <pc:sldMk cId="264488919" sldId="270"/>
            <ac:cxnSpMk id="19" creationId="{3C35C328-E8AA-CEBC-256A-E25EAC2AA488}"/>
          </ac:cxnSpMkLst>
        </pc:cxnChg>
      </pc:sldChg>
      <pc:sldChg chg="delSp modSp add mod">
        <pc:chgData name="Toby Donaldson" userId="2e6e5431-bb17-4c41-9985-d39c50d83c73" providerId="ADAL" clId="{7F9681A8-EEE2-56F4-9B39-ECCBEE0471AC}" dt="2026-06-04T04:22:13.539" v="5173" actId="20577"/>
        <pc:sldMkLst>
          <pc:docMk/>
          <pc:sldMk cId="2913241967" sldId="271"/>
        </pc:sldMkLst>
        <pc:spChg chg="mod">
          <ac:chgData name="Toby Donaldson" userId="2e6e5431-bb17-4c41-9985-d39c50d83c73" providerId="ADAL" clId="{7F9681A8-EEE2-56F4-9B39-ECCBEE0471AC}" dt="2026-06-04T04:22:13.539" v="5173" actId="20577"/>
          <ac:spMkLst>
            <pc:docMk/>
            <pc:sldMk cId="2913241967" sldId="271"/>
            <ac:spMk id="2" creationId="{75142988-B5B0-89E7-C38F-5F0A87E56A56}"/>
          </ac:spMkLst>
        </pc:spChg>
        <pc:spChg chg="mod">
          <ac:chgData name="Toby Donaldson" userId="2e6e5431-bb17-4c41-9985-d39c50d83c73" providerId="ADAL" clId="{7F9681A8-EEE2-56F4-9B39-ECCBEE0471AC}" dt="2026-06-04T03:51:46.796" v="4967" actId="113"/>
          <ac:spMkLst>
            <pc:docMk/>
            <pc:sldMk cId="2913241967" sldId="271"/>
            <ac:spMk id="6" creationId="{78A69655-109C-5FA0-4B8D-25C41FDC5326}"/>
          </ac:spMkLst>
        </pc:spChg>
        <pc:spChg chg="del mod">
          <ac:chgData name="Toby Donaldson" userId="2e6e5431-bb17-4c41-9985-d39c50d83c73" providerId="ADAL" clId="{7F9681A8-EEE2-56F4-9B39-ECCBEE0471AC}" dt="2026-06-04T04:22:05.047" v="5139" actId="21"/>
          <ac:spMkLst>
            <pc:docMk/>
            <pc:sldMk cId="2913241967" sldId="271"/>
            <ac:spMk id="7" creationId="{177DF97E-768C-D1D9-5ECE-2FCB0516AF0D}"/>
          </ac:spMkLst>
        </pc:spChg>
        <pc:spChg chg="del mod">
          <ac:chgData name="Toby Donaldson" userId="2e6e5431-bb17-4c41-9985-d39c50d83c73" providerId="ADAL" clId="{7F9681A8-EEE2-56F4-9B39-ECCBEE0471AC}" dt="2026-06-04T04:22:05.047" v="5139" actId="21"/>
          <ac:spMkLst>
            <pc:docMk/>
            <pc:sldMk cId="2913241967" sldId="271"/>
            <ac:spMk id="11" creationId="{DF20B282-F025-A483-A260-F1F3AAC5C8FC}"/>
          </ac:spMkLst>
        </pc:spChg>
        <pc:spChg chg="del topLvl">
          <ac:chgData name="Toby Donaldson" userId="2e6e5431-bb17-4c41-9985-d39c50d83c73" providerId="ADAL" clId="{7F9681A8-EEE2-56F4-9B39-ECCBEE0471AC}" dt="2026-06-04T03:51:40.005" v="4966" actId="21"/>
          <ac:spMkLst>
            <pc:docMk/>
            <pc:sldMk cId="2913241967" sldId="271"/>
            <ac:spMk id="32" creationId="{6FFFD3DB-A823-DCE5-227C-67D7BF5FAD60}"/>
          </ac:spMkLst>
        </pc:spChg>
        <pc:spChg chg="del">
          <ac:chgData name="Toby Donaldson" userId="2e6e5431-bb17-4c41-9985-d39c50d83c73" providerId="ADAL" clId="{7F9681A8-EEE2-56F4-9B39-ECCBEE0471AC}" dt="2026-06-04T03:51:40.005" v="4966" actId="21"/>
          <ac:spMkLst>
            <pc:docMk/>
            <pc:sldMk cId="2913241967" sldId="271"/>
            <ac:spMk id="33" creationId="{541AE822-CE6C-A5A5-52C6-412F90108B2E}"/>
          </ac:spMkLst>
        </pc:spChg>
        <pc:spChg chg="del">
          <ac:chgData name="Toby Donaldson" userId="2e6e5431-bb17-4c41-9985-d39c50d83c73" providerId="ADAL" clId="{7F9681A8-EEE2-56F4-9B39-ECCBEE0471AC}" dt="2026-06-04T03:51:40.005" v="4966" actId="21"/>
          <ac:spMkLst>
            <pc:docMk/>
            <pc:sldMk cId="2913241967" sldId="271"/>
            <ac:spMk id="34" creationId="{047F8682-BF74-115A-65D1-2C9F3BB20372}"/>
          </ac:spMkLst>
        </pc:spChg>
        <pc:spChg chg="del">
          <ac:chgData name="Toby Donaldson" userId="2e6e5431-bb17-4c41-9985-d39c50d83c73" providerId="ADAL" clId="{7F9681A8-EEE2-56F4-9B39-ECCBEE0471AC}" dt="2026-06-04T03:51:40.005" v="4966" actId="21"/>
          <ac:spMkLst>
            <pc:docMk/>
            <pc:sldMk cId="2913241967" sldId="271"/>
            <ac:spMk id="40" creationId="{D0CC56C5-5E10-1F37-ABB0-DE6807C0722B}"/>
          </ac:spMkLst>
        </pc:spChg>
        <pc:spChg chg="del">
          <ac:chgData name="Toby Donaldson" userId="2e6e5431-bb17-4c41-9985-d39c50d83c73" providerId="ADAL" clId="{7F9681A8-EEE2-56F4-9B39-ECCBEE0471AC}" dt="2026-06-04T03:51:40.005" v="4966" actId="21"/>
          <ac:spMkLst>
            <pc:docMk/>
            <pc:sldMk cId="2913241967" sldId="271"/>
            <ac:spMk id="43" creationId="{7AA067C0-39A0-FB6B-07E9-8CEB27ADE87E}"/>
          </ac:spMkLst>
        </pc:spChg>
        <pc:grpChg chg="topLvl">
          <ac:chgData name="Toby Donaldson" userId="2e6e5431-bb17-4c41-9985-d39c50d83c73" providerId="ADAL" clId="{7F9681A8-EEE2-56F4-9B39-ECCBEE0471AC}" dt="2026-06-04T03:51:40.005" v="4966" actId="21"/>
          <ac:grpSpMkLst>
            <pc:docMk/>
            <pc:sldMk cId="2913241967" sldId="271"/>
            <ac:grpSpMk id="4" creationId="{B0D335A6-B6B7-F93B-891D-B2CF208403E9}"/>
          </ac:grpSpMkLst>
        </pc:grpChg>
        <pc:grpChg chg="del">
          <ac:chgData name="Toby Donaldson" userId="2e6e5431-bb17-4c41-9985-d39c50d83c73" providerId="ADAL" clId="{7F9681A8-EEE2-56F4-9B39-ECCBEE0471AC}" dt="2026-06-04T03:51:40.005" v="4966" actId="21"/>
          <ac:grpSpMkLst>
            <pc:docMk/>
            <pc:sldMk cId="2913241967" sldId="271"/>
            <ac:grpSpMk id="5" creationId="{0A4A6321-B490-216A-AD11-34D0F27DCFD4}"/>
          </ac:grpSpMkLst>
        </pc:grpChg>
      </pc:sldChg>
      <pc:sldChg chg="modSp add mod">
        <pc:chgData name="Toby Donaldson" userId="2e6e5431-bb17-4c41-9985-d39c50d83c73" providerId="ADAL" clId="{7F9681A8-EEE2-56F4-9B39-ECCBEE0471AC}" dt="2026-06-04T03:52:30.289" v="4979" actId="20577"/>
        <pc:sldMkLst>
          <pc:docMk/>
          <pc:sldMk cId="1338478413" sldId="272"/>
        </pc:sldMkLst>
        <pc:spChg chg="mod">
          <ac:chgData name="Toby Donaldson" userId="2e6e5431-bb17-4c41-9985-d39c50d83c73" providerId="ADAL" clId="{7F9681A8-EEE2-56F4-9B39-ECCBEE0471AC}" dt="2026-06-04T03:52:30.289" v="4979" actId="20577"/>
          <ac:spMkLst>
            <pc:docMk/>
            <pc:sldMk cId="1338478413" sldId="272"/>
            <ac:spMk id="3" creationId="{D1B14D7A-9F49-8EEF-E5E6-5C2DFEF555F4}"/>
          </ac:spMkLst>
        </pc:spChg>
      </pc:sldChg>
      <pc:sldChg chg="add">
        <pc:chgData name="Toby Donaldson" userId="2e6e5431-bb17-4c41-9985-d39c50d83c73" providerId="ADAL" clId="{7F9681A8-EEE2-56F4-9B39-ECCBEE0471AC}" dt="2026-06-04T03:52:21.045" v="4975" actId="2890"/>
        <pc:sldMkLst>
          <pc:docMk/>
          <pc:sldMk cId="2123719014" sldId="273"/>
        </pc:sldMkLst>
      </pc:sldChg>
      <pc:sldChg chg="delSp modSp add mod ord">
        <pc:chgData name="Toby Donaldson" userId="2e6e5431-bb17-4c41-9985-d39c50d83c73" providerId="ADAL" clId="{7F9681A8-EEE2-56F4-9B39-ECCBEE0471AC}" dt="2026-06-04T04:12:10.922" v="4985" actId="20578"/>
        <pc:sldMkLst>
          <pc:docMk/>
          <pc:sldMk cId="2286729824" sldId="274"/>
        </pc:sldMkLst>
        <pc:spChg chg="mod">
          <ac:chgData name="Toby Donaldson" userId="2e6e5431-bb17-4c41-9985-d39c50d83c73" providerId="ADAL" clId="{7F9681A8-EEE2-56F4-9B39-ECCBEE0471AC}" dt="2026-06-04T04:11:55.958" v="4982" actId="27636"/>
          <ac:spMkLst>
            <pc:docMk/>
            <pc:sldMk cId="2286729824" sldId="274"/>
            <ac:spMk id="3" creationId="{1EA8DF45-209D-EE65-8B4E-03BD8B27891A}"/>
          </ac:spMkLst>
        </pc:spChg>
        <pc:spChg chg="del">
          <ac:chgData name="Toby Donaldson" userId="2e6e5431-bb17-4c41-9985-d39c50d83c73" providerId="ADAL" clId="{7F9681A8-EEE2-56F4-9B39-ECCBEE0471AC}" dt="2026-06-04T04:12:03.165" v="4983" actId="21"/>
          <ac:spMkLst>
            <pc:docMk/>
            <pc:sldMk cId="2286729824" sldId="274"/>
            <ac:spMk id="4" creationId="{F5C89CB5-DE13-E6D2-62AC-3C284641E444}"/>
          </ac:spMkLst>
        </pc:spChg>
        <pc:spChg chg="del">
          <ac:chgData name="Toby Donaldson" userId="2e6e5431-bb17-4c41-9985-d39c50d83c73" providerId="ADAL" clId="{7F9681A8-EEE2-56F4-9B39-ECCBEE0471AC}" dt="2026-06-04T04:12:03.165" v="4983" actId="21"/>
          <ac:spMkLst>
            <pc:docMk/>
            <pc:sldMk cId="2286729824" sldId="274"/>
            <ac:spMk id="5" creationId="{E12D07B7-8851-0600-C0FB-4145EEB3FD03}"/>
          </ac:spMkLst>
        </pc:spChg>
        <pc:spChg chg="del">
          <ac:chgData name="Toby Donaldson" userId="2e6e5431-bb17-4c41-9985-d39c50d83c73" providerId="ADAL" clId="{7F9681A8-EEE2-56F4-9B39-ECCBEE0471AC}" dt="2026-06-04T04:12:03.165" v="4983" actId="21"/>
          <ac:spMkLst>
            <pc:docMk/>
            <pc:sldMk cId="2286729824" sldId="274"/>
            <ac:spMk id="6" creationId="{79F101FB-7D48-D3A4-AB9B-E6CF9E4A9851}"/>
          </ac:spMkLst>
        </pc:spChg>
        <pc:spChg chg="del">
          <ac:chgData name="Toby Donaldson" userId="2e6e5431-bb17-4c41-9985-d39c50d83c73" providerId="ADAL" clId="{7F9681A8-EEE2-56F4-9B39-ECCBEE0471AC}" dt="2026-06-04T04:12:03.165" v="4983" actId="21"/>
          <ac:spMkLst>
            <pc:docMk/>
            <pc:sldMk cId="2286729824" sldId="274"/>
            <ac:spMk id="8" creationId="{2CECA0C9-C081-E2C6-9FD8-DDBDFFC0C3C8}"/>
          </ac:spMkLst>
        </pc:spChg>
        <pc:spChg chg="del">
          <ac:chgData name="Toby Donaldson" userId="2e6e5431-bb17-4c41-9985-d39c50d83c73" providerId="ADAL" clId="{7F9681A8-EEE2-56F4-9B39-ECCBEE0471AC}" dt="2026-06-04T04:12:03.165" v="4983" actId="21"/>
          <ac:spMkLst>
            <pc:docMk/>
            <pc:sldMk cId="2286729824" sldId="274"/>
            <ac:spMk id="12" creationId="{DAA60E44-6C0C-81D8-4795-02F472FDE9F7}"/>
          </ac:spMkLst>
        </pc:spChg>
        <pc:spChg chg="del">
          <ac:chgData name="Toby Donaldson" userId="2e6e5431-bb17-4c41-9985-d39c50d83c73" providerId="ADAL" clId="{7F9681A8-EEE2-56F4-9B39-ECCBEE0471AC}" dt="2026-06-04T04:12:03.165" v="4983" actId="21"/>
          <ac:spMkLst>
            <pc:docMk/>
            <pc:sldMk cId="2286729824" sldId="274"/>
            <ac:spMk id="19" creationId="{0F337378-2192-CA08-D4FA-19F1E0B32BB3}"/>
          </ac:spMkLst>
        </pc:spChg>
        <pc:cxnChg chg="del mod">
          <ac:chgData name="Toby Donaldson" userId="2e6e5431-bb17-4c41-9985-d39c50d83c73" providerId="ADAL" clId="{7F9681A8-EEE2-56F4-9B39-ECCBEE0471AC}" dt="2026-06-04T04:12:06.716" v="4984" actId="21"/>
          <ac:cxnSpMkLst>
            <pc:docMk/>
            <pc:sldMk cId="2286729824" sldId="274"/>
            <ac:cxnSpMk id="10" creationId="{A2F153B3-6156-7801-2691-4182FD82CE75}"/>
          </ac:cxnSpMkLst>
        </pc:cxnChg>
        <pc:cxnChg chg="del mod">
          <ac:chgData name="Toby Donaldson" userId="2e6e5431-bb17-4c41-9985-d39c50d83c73" providerId="ADAL" clId="{7F9681A8-EEE2-56F4-9B39-ECCBEE0471AC}" dt="2026-06-04T04:12:06.716" v="4984" actId="21"/>
          <ac:cxnSpMkLst>
            <pc:docMk/>
            <pc:sldMk cId="2286729824" sldId="274"/>
            <ac:cxnSpMk id="13" creationId="{DC10981C-D27A-76F1-8115-E521F922D4D2}"/>
          </ac:cxnSpMkLst>
        </pc:cxnChg>
        <pc:cxnChg chg="del mod">
          <ac:chgData name="Toby Donaldson" userId="2e6e5431-bb17-4c41-9985-d39c50d83c73" providerId="ADAL" clId="{7F9681A8-EEE2-56F4-9B39-ECCBEE0471AC}" dt="2026-06-04T04:12:06.716" v="4984" actId="21"/>
          <ac:cxnSpMkLst>
            <pc:docMk/>
            <pc:sldMk cId="2286729824" sldId="274"/>
            <ac:cxnSpMk id="23" creationId="{67E742D9-21EF-9518-2441-4BFD8C7749BE}"/>
          </ac:cxnSpMkLst>
        </pc:cxnChg>
      </pc:sldChg>
      <pc:sldChg chg="delSp modSp add mod">
        <pc:chgData name="Toby Donaldson" userId="2e6e5431-bb17-4c41-9985-d39c50d83c73" providerId="ADAL" clId="{7F9681A8-EEE2-56F4-9B39-ECCBEE0471AC}" dt="2026-06-04T04:13:50.238" v="5004" actId="21"/>
        <pc:sldMkLst>
          <pc:docMk/>
          <pc:sldMk cId="594134466" sldId="275"/>
        </pc:sldMkLst>
        <pc:spChg chg="del">
          <ac:chgData name="Toby Donaldson" userId="2e6e5431-bb17-4c41-9985-d39c50d83c73" providerId="ADAL" clId="{7F9681A8-EEE2-56F4-9B39-ECCBEE0471AC}" dt="2026-06-04T04:13:50.238" v="5004" actId="21"/>
          <ac:spMkLst>
            <pc:docMk/>
            <pc:sldMk cId="594134466" sldId="275"/>
            <ac:spMk id="5" creationId="{4E7B726C-4F44-2493-289D-A122CAE71376}"/>
          </ac:spMkLst>
        </pc:spChg>
        <pc:spChg chg="del">
          <ac:chgData name="Toby Donaldson" userId="2e6e5431-bb17-4c41-9985-d39c50d83c73" providerId="ADAL" clId="{7F9681A8-EEE2-56F4-9B39-ECCBEE0471AC}" dt="2026-06-04T04:13:39.789" v="5002" actId="21"/>
          <ac:spMkLst>
            <pc:docMk/>
            <pc:sldMk cId="594134466" sldId="275"/>
            <ac:spMk id="6" creationId="{99D7C6E1-484D-6FBB-6076-1F34E368C2DA}"/>
          </ac:spMkLst>
        </pc:spChg>
        <pc:spChg chg="del">
          <ac:chgData name="Toby Donaldson" userId="2e6e5431-bb17-4c41-9985-d39c50d83c73" providerId="ADAL" clId="{7F9681A8-EEE2-56F4-9B39-ECCBEE0471AC}" dt="2026-06-04T04:13:39.789" v="5002" actId="21"/>
          <ac:spMkLst>
            <pc:docMk/>
            <pc:sldMk cId="594134466" sldId="275"/>
            <ac:spMk id="8" creationId="{80A47CDC-0389-C349-4977-EB654AF9DF2B}"/>
          </ac:spMkLst>
        </pc:spChg>
        <pc:spChg chg="del">
          <ac:chgData name="Toby Donaldson" userId="2e6e5431-bb17-4c41-9985-d39c50d83c73" providerId="ADAL" clId="{7F9681A8-EEE2-56F4-9B39-ECCBEE0471AC}" dt="2026-06-04T04:13:39.789" v="5002" actId="21"/>
          <ac:spMkLst>
            <pc:docMk/>
            <pc:sldMk cId="594134466" sldId="275"/>
            <ac:spMk id="12" creationId="{3F480B27-58ED-EBDB-E8B1-92B5FF0EEF23}"/>
          </ac:spMkLst>
        </pc:spChg>
        <pc:spChg chg="del">
          <ac:chgData name="Toby Donaldson" userId="2e6e5431-bb17-4c41-9985-d39c50d83c73" providerId="ADAL" clId="{7F9681A8-EEE2-56F4-9B39-ECCBEE0471AC}" dt="2026-06-04T04:13:39.789" v="5002" actId="21"/>
          <ac:spMkLst>
            <pc:docMk/>
            <pc:sldMk cId="594134466" sldId="275"/>
            <ac:spMk id="19" creationId="{1816433E-6D50-C546-B97F-1473CDEC1131}"/>
          </ac:spMkLst>
        </pc:spChg>
        <pc:cxnChg chg="del mod">
          <ac:chgData name="Toby Donaldson" userId="2e6e5431-bb17-4c41-9985-d39c50d83c73" providerId="ADAL" clId="{7F9681A8-EEE2-56F4-9B39-ECCBEE0471AC}" dt="2026-06-04T04:13:44.116" v="5003" actId="21"/>
          <ac:cxnSpMkLst>
            <pc:docMk/>
            <pc:sldMk cId="594134466" sldId="275"/>
            <ac:cxnSpMk id="10" creationId="{18016E5C-66D6-FE05-9995-2DA384371864}"/>
          </ac:cxnSpMkLst>
        </pc:cxnChg>
        <pc:cxnChg chg="del mod">
          <ac:chgData name="Toby Donaldson" userId="2e6e5431-bb17-4c41-9985-d39c50d83c73" providerId="ADAL" clId="{7F9681A8-EEE2-56F4-9B39-ECCBEE0471AC}" dt="2026-06-04T04:13:44.116" v="5003" actId="21"/>
          <ac:cxnSpMkLst>
            <pc:docMk/>
            <pc:sldMk cId="594134466" sldId="275"/>
            <ac:cxnSpMk id="13" creationId="{4F879FCB-48F7-FBBF-FA59-2213A0420768}"/>
          </ac:cxnSpMkLst>
        </pc:cxnChg>
        <pc:cxnChg chg="del mod">
          <ac:chgData name="Toby Donaldson" userId="2e6e5431-bb17-4c41-9985-d39c50d83c73" providerId="ADAL" clId="{7F9681A8-EEE2-56F4-9B39-ECCBEE0471AC}" dt="2026-06-04T04:13:44.116" v="5003" actId="21"/>
          <ac:cxnSpMkLst>
            <pc:docMk/>
            <pc:sldMk cId="594134466" sldId="275"/>
            <ac:cxnSpMk id="23" creationId="{040BF9AB-E366-5BAB-E251-07C56081D113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14:31.856" v="5011" actId="21"/>
        <pc:sldMkLst>
          <pc:docMk/>
          <pc:sldMk cId="3770763274" sldId="276"/>
        </pc:sldMkLst>
        <pc:spChg chg="del">
          <ac:chgData name="Toby Donaldson" userId="2e6e5431-bb17-4c41-9985-d39c50d83c73" providerId="ADAL" clId="{7F9681A8-EEE2-56F4-9B39-ECCBEE0471AC}" dt="2026-06-04T04:14:01.995" v="5006" actId="21"/>
          <ac:spMkLst>
            <pc:docMk/>
            <pc:sldMk cId="3770763274" sldId="276"/>
            <ac:spMk id="5" creationId="{69FDE0F7-D09F-5B41-9B72-84CD5D29DA08}"/>
          </ac:spMkLst>
        </pc:spChg>
        <pc:spChg chg="add mod">
          <ac:chgData name="Toby Donaldson" userId="2e6e5431-bb17-4c41-9985-d39c50d83c73" providerId="ADAL" clId="{7F9681A8-EEE2-56F4-9B39-ECCBEE0471AC}" dt="2026-06-04T04:14:22.553" v="5009"/>
          <ac:spMkLst>
            <pc:docMk/>
            <pc:sldMk cId="3770763274" sldId="276"/>
            <ac:spMk id="7" creationId="{5F674FB5-EBA3-C731-3592-54605AFB9958}"/>
          </ac:spMkLst>
        </pc:spChg>
        <pc:spChg chg="del">
          <ac:chgData name="Toby Donaldson" userId="2e6e5431-bb17-4c41-9985-d39c50d83c73" providerId="ADAL" clId="{7F9681A8-EEE2-56F4-9B39-ECCBEE0471AC}" dt="2026-06-04T04:14:31.856" v="5011" actId="21"/>
          <ac:spMkLst>
            <pc:docMk/>
            <pc:sldMk cId="3770763274" sldId="276"/>
            <ac:spMk id="8" creationId="{8FCA25D0-EF12-7D3F-3676-E9A2B2BD411D}"/>
          </ac:spMkLst>
        </pc:spChg>
        <pc:spChg chg="del">
          <ac:chgData name="Toby Donaldson" userId="2e6e5431-bb17-4c41-9985-d39c50d83c73" providerId="ADAL" clId="{7F9681A8-EEE2-56F4-9B39-ECCBEE0471AC}" dt="2026-06-04T04:14:31.856" v="5011" actId="21"/>
          <ac:spMkLst>
            <pc:docMk/>
            <pc:sldMk cId="3770763274" sldId="276"/>
            <ac:spMk id="12" creationId="{46355287-5277-1B58-AD8F-A217269F8917}"/>
          </ac:spMkLst>
        </pc:spChg>
        <pc:spChg chg="del">
          <ac:chgData name="Toby Donaldson" userId="2e6e5431-bb17-4c41-9985-d39c50d83c73" providerId="ADAL" clId="{7F9681A8-EEE2-56F4-9B39-ECCBEE0471AC}" dt="2026-06-04T04:14:31.856" v="5011" actId="21"/>
          <ac:spMkLst>
            <pc:docMk/>
            <pc:sldMk cId="3770763274" sldId="276"/>
            <ac:spMk id="19" creationId="{88B899BD-89A5-1EDF-AB2F-FE45B8E694C6}"/>
          </ac:spMkLst>
        </pc:spChg>
        <pc:cxnChg chg="del mod">
          <ac:chgData name="Toby Donaldson" userId="2e6e5431-bb17-4c41-9985-d39c50d83c73" providerId="ADAL" clId="{7F9681A8-EEE2-56F4-9B39-ECCBEE0471AC}" dt="2026-06-04T04:14:31.856" v="5011" actId="21"/>
          <ac:cxnSpMkLst>
            <pc:docMk/>
            <pc:sldMk cId="3770763274" sldId="276"/>
            <ac:cxnSpMk id="10" creationId="{AAE1C171-BF14-06F7-05F3-5F1D6EAE3EE9}"/>
          </ac:cxnSpMkLst>
        </pc:cxnChg>
        <pc:cxnChg chg="del mod">
          <ac:chgData name="Toby Donaldson" userId="2e6e5431-bb17-4c41-9985-d39c50d83c73" providerId="ADAL" clId="{7F9681A8-EEE2-56F4-9B39-ECCBEE0471AC}" dt="2026-06-04T04:14:31.856" v="5011" actId="21"/>
          <ac:cxnSpMkLst>
            <pc:docMk/>
            <pc:sldMk cId="3770763274" sldId="276"/>
            <ac:cxnSpMk id="13" creationId="{8552E15D-47F1-0727-F3E5-AF5F30F4EF52}"/>
          </ac:cxnSpMkLst>
        </pc:cxnChg>
        <pc:cxnChg chg="del mod">
          <ac:chgData name="Toby Donaldson" userId="2e6e5431-bb17-4c41-9985-d39c50d83c73" providerId="ADAL" clId="{7F9681A8-EEE2-56F4-9B39-ECCBEE0471AC}" dt="2026-06-04T04:14:31.856" v="5011" actId="21"/>
          <ac:cxnSpMkLst>
            <pc:docMk/>
            <pc:sldMk cId="3770763274" sldId="276"/>
            <ac:cxnSpMk id="23" creationId="{DEF94208-309C-A39C-05AA-58D4D221F6C1}"/>
          </ac:cxnSpMkLst>
        </pc:cxnChg>
      </pc:sldChg>
      <pc:sldChg chg="addSp modSp add">
        <pc:chgData name="Toby Donaldson" userId="2e6e5431-bb17-4c41-9985-d39c50d83c73" providerId="ADAL" clId="{7F9681A8-EEE2-56F4-9B39-ECCBEE0471AC}" dt="2026-06-04T04:14:05.098" v="5007"/>
        <pc:sldMkLst>
          <pc:docMk/>
          <pc:sldMk cId="2386869099" sldId="277"/>
        </pc:sldMkLst>
        <pc:spChg chg="add mod">
          <ac:chgData name="Toby Donaldson" userId="2e6e5431-bb17-4c41-9985-d39c50d83c73" providerId="ADAL" clId="{7F9681A8-EEE2-56F4-9B39-ECCBEE0471AC}" dt="2026-06-04T04:14:05.098" v="5007"/>
          <ac:spMkLst>
            <pc:docMk/>
            <pc:sldMk cId="2386869099" sldId="277"/>
            <ac:spMk id="5" creationId="{BCBD790B-1968-7A19-7163-7530F350CEDD}"/>
          </ac:spMkLst>
        </pc:spChg>
      </pc:sldChg>
      <pc:sldChg chg="addSp modSp add">
        <pc:chgData name="Toby Donaldson" userId="2e6e5431-bb17-4c41-9985-d39c50d83c73" providerId="ADAL" clId="{7F9681A8-EEE2-56F4-9B39-ECCBEE0471AC}" dt="2026-06-04T04:14:24.094" v="5010"/>
        <pc:sldMkLst>
          <pc:docMk/>
          <pc:sldMk cId="1918093263" sldId="278"/>
        </pc:sldMkLst>
        <pc:spChg chg="add mod">
          <ac:chgData name="Toby Donaldson" userId="2e6e5431-bb17-4c41-9985-d39c50d83c73" providerId="ADAL" clId="{7F9681A8-EEE2-56F4-9B39-ECCBEE0471AC}" dt="2026-06-04T04:14:24.094" v="5010"/>
          <ac:spMkLst>
            <pc:docMk/>
            <pc:sldMk cId="1918093263" sldId="278"/>
            <ac:spMk id="5" creationId="{FC37D030-B61A-CB27-A1F9-55B5C5D5C196}"/>
          </ac:spMkLst>
        </pc:spChg>
      </pc:sldChg>
      <pc:sldChg chg="delSp modSp add mod">
        <pc:chgData name="Toby Donaldson" userId="2e6e5431-bb17-4c41-9985-d39c50d83c73" providerId="ADAL" clId="{7F9681A8-EEE2-56F4-9B39-ECCBEE0471AC}" dt="2026-06-04T04:17:09.229" v="5032" actId="21"/>
        <pc:sldMkLst>
          <pc:docMk/>
          <pc:sldMk cId="1039424125" sldId="279"/>
        </pc:sldMkLst>
        <pc:spChg chg="del">
          <ac:chgData name="Toby Donaldson" userId="2e6e5431-bb17-4c41-9985-d39c50d83c73" providerId="ADAL" clId="{7F9681A8-EEE2-56F4-9B39-ECCBEE0471AC}" dt="2026-06-04T04:17:09.229" v="5032" actId="21"/>
          <ac:spMkLst>
            <pc:docMk/>
            <pc:sldMk cId="1039424125" sldId="279"/>
            <ac:spMk id="11" creationId="{4033F803-9135-8A85-9D5C-DAD4FACD5112}"/>
          </ac:spMkLst>
        </pc:spChg>
        <pc:spChg chg="del">
          <ac:chgData name="Toby Donaldson" userId="2e6e5431-bb17-4c41-9985-d39c50d83c73" providerId="ADAL" clId="{7F9681A8-EEE2-56F4-9B39-ECCBEE0471AC}" dt="2026-06-04T04:17:09.229" v="5032" actId="21"/>
          <ac:spMkLst>
            <pc:docMk/>
            <pc:sldMk cId="1039424125" sldId="279"/>
            <ac:spMk id="12" creationId="{B62BE34C-BF07-4AEA-BBF1-04757F087D26}"/>
          </ac:spMkLst>
        </pc:spChg>
        <pc:spChg chg="del">
          <ac:chgData name="Toby Donaldson" userId="2e6e5431-bb17-4c41-9985-d39c50d83c73" providerId="ADAL" clId="{7F9681A8-EEE2-56F4-9B39-ECCBEE0471AC}" dt="2026-06-04T04:15:34.395" v="5024" actId="21"/>
          <ac:spMkLst>
            <pc:docMk/>
            <pc:sldMk cId="1039424125" sldId="279"/>
            <ac:spMk id="38" creationId="{0D7D43E6-CC9A-E0C7-CC7C-27B48798C80F}"/>
          </ac:spMkLst>
        </pc:spChg>
        <pc:spChg chg="del">
          <ac:chgData name="Toby Donaldson" userId="2e6e5431-bb17-4c41-9985-d39c50d83c73" providerId="ADAL" clId="{7F9681A8-EEE2-56F4-9B39-ECCBEE0471AC}" dt="2026-06-04T04:15:34.395" v="5024" actId="21"/>
          <ac:spMkLst>
            <pc:docMk/>
            <pc:sldMk cId="1039424125" sldId="279"/>
            <ac:spMk id="39" creationId="{ED99B28C-E1AB-083E-9969-F81DD11A326D}"/>
          </ac:spMkLst>
        </pc:spChg>
        <pc:spChg chg="del">
          <ac:chgData name="Toby Donaldson" userId="2e6e5431-bb17-4c41-9985-d39c50d83c73" providerId="ADAL" clId="{7F9681A8-EEE2-56F4-9B39-ECCBEE0471AC}" dt="2026-06-04T04:15:39.292" v="5025" actId="21"/>
          <ac:spMkLst>
            <pc:docMk/>
            <pc:sldMk cId="1039424125" sldId="279"/>
            <ac:spMk id="45" creationId="{30FDDA1B-8F45-0BC6-3ED4-3DDABC1BB78D}"/>
          </ac:spMkLst>
        </pc:spChg>
        <pc:spChg chg="del">
          <ac:chgData name="Toby Donaldson" userId="2e6e5431-bb17-4c41-9985-d39c50d83c73" providerId="ADAL" clId="{7F9681A8-EEE2-56F4-9B39-ECCBEE0471AC}" dt="2026-06-04T04:15:39.292" v="5025" actId="21"/>
          <ac:spMkLst>
            <pc:docMk/>
            <pc:sldMk cId="1039424125" sldId="279"/>
            <ac:spMk id="54" creationId="{66F1E5DD-AB24-3A9B-91E0-6504B385478D}"/>
          </ac:spMkLst>
        </pc:spChg>
        <pc:grpChg chg="del">
          <ac:chgData name="Toby Donaldson" userId="2e6e5431-bb17-4c41-9985-d39c50d83c73" providerId="ADAL" clId="{7F9681A8-EEE2-56F4-9B39-ECCBEE0471AC}" dt="2026-06-04T04:17:09.229" v="5032" actId="21"/>
          <ac:grpSpMkLst>
            <pc:docMk/>
            <pc:sldMk cId="1039424125" sldId="279"/>
            <ac:grpSpMk id="10" creationId="{585A4E5B-2E47-0377-2E4F-2F6535AD60E7}"/>
          </ac:grpSpMkLst>
        </pc:grpChg>
        <pc:grpChg chg="del">
          <ac:chgData name="Toby Donaldson" userId="2e6e5431-bb17-4c41-9985-d39c50d83c73" providerId="ADAL" clId="{7F9681A8-EEE2-56F4-9B39-ECCBEE0471AC}" dt="2026-06-04T04:15:43.502" v="5026" actId="21"/>
          <ac:grpSpMkLst>
            <pc:docMk/>
            <pc:sldMk cId="1039424125" sldId="279"/>
            <ac:grpSpMk id="46" creationId="{C1337C35-1BA2-DE09-F8B2-83940BB84C55}"/>
          </ac:grpSpMkLst>
        </pc:grpChg>
        <pc:cxnChg chg="del mod">
          <ac:chgData name="Toby Donaldson" userId="2e6e5431-bb17-4c41-9985-d39c50d83c73" providerId="ADAL" clId="{7F9681A8-EEE2-56F4-9B39-ECCBEE0471AC}" dt="2026-06-04T04:17:09.229" v="5032" actId="21"/>
          <ac:cxnSpMkLst>
            <pc:docMk/>
            <pc:sldMk cId="1039424125" sldId="279"/>
            <ac:cxnSpMk id="14" creationId="{61629933-0ABD-436D-2EB6-CE9BB0A05A3C}"/>
          </ac:cxnSpMkLst>
        </pc:cxnChg>
        <pc:cxnChg chg="del">
          <ac:chgData name="Toby Donaldson" userId="2e6e5431-bb17-4c41-9985-d39c50d83c73" providerId="ADAL" clId="{7F9681A8-EEE2-56F4-9B39-ECCBEE0471AC}" dt="2026-06-04T04:17:09.229" v="5032" actId="21"/>
          <ac:cxnSpMkLst>
            <pc:docMk/>
            <pc:sldMk cId="1039424125" sldId="279"/>
            <ac:cxnSpMk id="18" creationId="{8D1D2645-A64D-8678-2537-80F77D97B393}"/>
          </ac:cxnSpMkLst>
        </pc:cxnChg>
        <pc:cxnChg chg="del mod">
          <ac:chgData name="Toby Donaldson" userId="2e6e5431-bb17-4c41-9985-d39c50d83c73" providerId="ADAL" clId="{7F9681A8-EEE2-56F4-9B39-ECCBEE0471AC}" dt="2026-06-04T04:15:34.395" v="5024" actId="21"/>
          <ac:cxnSpMkLst>
            <pc:docMk/>
            <pc:sldMk cId="1039424125" sldId="279"/>
            <ac:cxnSpMk id="41" creationId="{7CD42E02-6A5B-6A52-E5BA-E016F9195224}"/>
          </ac:cxnSpMkLst>
        </pc:cxnChg>
        <pc:cxnChg chg="del mod">
          <ac:chgData name="Toby Donaldson" userId="2e6e5431-bb17-4c41-9985-d39c50d83c73" providerId="ADAL" clId="{7F9681A8-EEE2-56F4-9B39-ECCBEE0471AC}" dt="2026-06-04T04:15:34.395" v="5024" actId="21"/>
          <ac:cxnSpMkLst>
            <pc:docMk/>
            <pc:sldMk cId="1039424125" sldId="279"/>
            <ac:cxnSpMk id="42" creationId="{82E6342C-18F7-1B70-C974-C006BA65F6FB}"/>
          </ac:cxnSpMkLst>
        </pc:cxnChg>
      </pc:sldChg>
      <pc:sldChg chg="delSp modSp add mod">
        <pc:chgData name="Toby Donaldson" userId="2e6e5431-bb17-4c41-9985-d39c50d83c73" providerId="ADAL" clId="{7F9681A8-EEE2-56F4-9B39-ECCBEE0471AC}" dt="2026-06-04T04:17:15.420" v="5033" actId="21"/>
        <pc:sldMkLst>
          <pc:docMk/>
          <pc:sldMk cId="3639072880" sldId="280"/>
        </pc:sldMkLst>
        <pc:spChg chg="del">
          <ac:chgData name="Toby Donaldson" userId="2e6e5431-bb17-4c41-9985-d39c50d83c73" providerId="ADAL" clId="{7F9681A8-EEE2-56F4-9B39-ECCBEE0471AC}" dt="2026-06-04T04:17:15.420" v="5033" actId="21"/>
          <ac:spMkLst>
            <pc:docMk/>
            <pc:sldMk cId="3639072880" sldId="280"/>
            <ac:spMk id="11" creationId="{87C971E0-E8ED-A86C-87C3-65B8748B3E4E}"/>
          </ac:spMkLst>
        </pc:spChg>
        <pc:spChg chg="del">
          <ac:chgData name="Toby Donaldson" userId="2e6e5431-bb17-4c41-9985-d39c50d83c73" providerId="ADAL" clId="{7F9681A8-EEE2-56F4-9B39-ECCBEE0471AC}" dt="2026-06-04T04:17:15.420" v="5033" actId="21"/>
          <ac:spMkLst>
            <pc:docMk/>
            <pc:sldMk cId="3639072880" sldId="280"/>
            <ac:spMk id="12" creationId="{C09A5644-7A4F-681B-BDD3-5FAFEEDE6067}"/>
          </ac:spMkLst>
        </pc:spChg>
        <pc:spChg chg="del">
          <ac:chgData name="Toby Donaldson" userId="2e6e5431-bb17-4c41-9985-d39c50d83c73" providerId="ADAL" clId="{7F9681A8-EEE2-56F4-9B39-ECCBEE0471AC}" dt="2026-06-04T04:15:54.546" v="5028" actId="21"/>
          <ac:spMkLst>
            <pc:docMk/>
            <pc:sldMk cId="3639072880" sldId="280"/>
            <ac:spMk id="45" creationId="{C7EB993C-71B2-5F27-228F-219A27CD26C5}"/>
          </ac:spMkLst>
        </pc:spChg>
        <pc:spChg chg="del">
          <ac:chgData name="Toby Donaldson" userId="2e6e5431-bb17-4c41-9985-d39c50d83c73" providerId="ADAL" clId="{7F9681A8-EEE2-56F4-9B39-ECCBEE0471AC}" dt="2026-06-04T04:15:54.546" v="5028" actId="21"/>
          <ac:spMkLst>
            <pc:docMk/>
            <pc:sldMk cId="3639072880" sldId="280"/>
            <ac:spMk id="54" creationId="{D4E21FC3-E07F-2D51-A87C-51C04BD62BBD}"/>
          </ac:spMkLst>
        </pc:spChg>
        <pc:grpChg chg="del">
          <ac:chgData name="Toby Donaldson" userId="2e6e5431-bb17-4c41-9985-d39c50d83c73" providerId="ADAL" clId="{7F9681A8-EEE2-56F4-9B39-ECCBEE0471AC}" dt="2026-06-04T04:17:15.420" v="5033" actId="21"/>
          <ac:grpSpMkLst>
            <pc:docMk/>
            <pc:sldMk cId="3639072880" sldId="280"/>
            <ac:grpSpMk id="10" creationId="{7368D773-DAE0-7413-7D97-85855B94EA11}"/>
          </ac:grpSpMkLst>
        </pc:grpChg>
        <pc:grpChg chg="del">
          <ac:chgData name="Toby Donaldson" userId="2e6e5431-bb17-4c41-9985-d39c50d83c73" providerId="ADAL" clId="{7F9681A8-EEE2-56F4-9B39-ECCBEE0471AC}" dt="2026-06-04T04:15:54.546" v="5028" actId="21"/>
          <ac:grpSpMkLst>
            <pc:docMk/>
            <pc:sldMk cId="3639072880" sldId="280"/>
            <ac:grpSpMk id="46" creationId="{678071FC-7748-CED8-4136-2DA147073423}"/>
          </ac:grpSpMkLst>
        </pc:grpChg>
        <pc:cxnChg chg="del mod">
          <ac:chgData name="Toby Donaldson" userId="2e6e5431-bb17-4c41-9985-d39c50d83c73" providerId="ADAL" clId="{7F9681A8-EEE2-56F4-9B39-ECCBEE0471AC}" dt="2026-06-04T04:17:15.420" v="5033" actId="21"/>
          <ac:cxnSpMkLst>
            <pc:docMk/>
            <pc:sldMk cId="3639072880" sldId="280"/>
            <ac:cxnSpMk id="14" creationId="{2B461840-2AAF-079F-416B-E5CB5DA22E8F}"/>
          </ac:cxnSpMkLst>
        </pc:cxnChg>
        <pc:cxnChg chg="del">
          <ac:chgData name="Toby Donaldson" userId="2e6e5431-bb17-4c41-9985-d39c50d83c73" providerId="ADAL" clId="{7F9681A8-EEE2-56F4-9B39-ECCBEE0471AC}" dt="2026-06-04T04:17:15.420" v="5033" actId="21"/>
          <ac:cxnSpMkLst>
            <pc:docMk/>
            <pc:sldMk cId="3639072880" sldId="280"/>
            <ac:cxnSpMk id="18" creationId="{E8F00212-2673-93A7-1A75-06088F552521}"/>
          </ac:cxnSpMkLst>
        </pc:cxnChg>
      </pc:sldChg>
      <pc:sldChg chg="delSp modSp add mod">
        <pc:chgData name="Toby Donaldson" userId="2e6e5431-bb17-4c41-9985-d39c50d83c73" providerId="ADAL" clId="{7F9681A8-EEE2-56F4-9B39-ECCBEE0471AC}" dt="2026-06-04T04:17:22.645" v="5034" actId="21"/>
        <pc:sldMkLst>
          <pc:docMk/>
          <pc:sldMk cId="4083257196" sldId="281"/>
        </pc:sldMkLst>
        <pc:spChg chg="del">
          <ac:chgData name="Toby Donaldson" userId="2e6e5431-bb17-4c41-9985-d39c50d83c73" providerId="ADAL" clId="{7F9681A8-EEE2-56F4-9B39-ECCBEE0471AC}" dt="2026-06-04T04:17:22.645" v="5034" actId="21"/>
          <ac:spMkLst>
            <pc:docMk/>
            <pc:sldMk cId="4083257196" sldId="281"/>
            <ac:spMk id="11" creationId="{2E178D7A-FF77-C1DD-D41B-DFC00B13ADC7}"/>
          </ac:spMkLst>
        </pc:spChg>
        <pc:spChg chg="del">
          <ac:chgData name="Toby Donaldson" userId="2e6e5431-bb17-4c41-9985-d39c50d83c73" providerId="ADAL" clId="{7F9681A8-EEE2-56F4-9B39-ECCBEE0471AC}" dt="2026-06-04T04:17:22.645" v="5034" actId="21"/>
          <ac:spMkLst>
            <pc:docMk/>
            <pc:sldMk cId="4083257196" sldId="281"/>
            <ac:spMk id="12" creationId="{4CCCA59D-3ED3-EA81-D34F-9D434DCB1FF9}"/>
          </ac:spMkLst>
        </pc:spChg>
        <pc:spChg chg="del mod">
          <ac:chgData name="Toby Donaldson" userId="2e6e5431-bb17-4c41-9985-d39c50d83c73" providerId="ADAL" clId="{7F9681A8-EEE2-56F4-9B39-ECCBEE0471AC}" dt="2026-06-04T04:16:52.534" v="5031" actId="21"/>
          <ac:spMkLst>
            <pc:docMk/>
            <pc:sldMk cId="4083257196" sldId="281"/>
            <ac:spMk id="45" creationId="{B4800902-0B9C-A4C6-D80F-F1D1BE81A7D7}"/>
          </ac:spMkLst>
        </pc:spChg>
        <pc:grpChg chg="del">
          <ac:chgData name="Toby Donaldson" userId="2e6e5431-bb17-4c41-9985-d39c50d83c73" providerId="ADAL" clId="{7F9681A8-EEE2-56F4-9B39-ECCBEE0471AC}" dt="2026-06-04T04:17:22.645" v="5034" actId="21"/>
          <ac:grpSpMkLst>
            <pc:docMk/>
            <pc:sldMk cId="4083257196" sldId="281"/>
            <ac:grpSpMk id="10" creationId="{F4A1A434-6227-136C-4833-FA5B5C254EC2}"/>
          </ac:grpSpMkLst>
        </pc:grpChg>
        <pc:cxnChg chg="del mod">
          <ac:chgData name="Toby Donaldson" userId="2e6e5431-bb17-4c41-9985-d39c50d83c73" providerId="ADAL" clId="{7F9681A8-EEE2-56F4-9B39-ECCBEE0471AC}" dt="2026-06-04T04:17:22.645" v="5034" actId="21"/>
          <ac:cxnSpMkLst>
            <pc:docMk/>
            <pc:sldMk cId="4083257196" sldId="281"/>
            <ac:cxnSpMk id="14" creationId="{600F9F05-D842-4BD4-189D-FF937EF0E748}"/>
          </ac:cxnSpMkLst>
        </pc:cxnChg>
        <pc:cxnChg chg="del">
          <ac:chgData name="Toby Donaldson" userId="2e6e5431-bb17-4c41-9985-d39c50d83c73" providerId="ADAL" clId="{7F9681A8-EEE2-56F4-9B39-ECCBEE0471AC}" dt="2026-06-04T04:17:22.645" v="5034" actId="21"/>
          <ac:cxnSpMkLst>
            <pc:docMk/>
            <pc:sldMk cId="4083257196" sldId="281"/>
            <ac:cxnSpMk id="18" creationId="{3DFF4042-2D25-B7D1-115E-7F2D524265A9}"/>
          </ac:cxnSpMkLst>
        </pc:cxnChg>
      </pc:sldChg>
      <pc:sldChg chg="delSp modSp add mod">
        <pc:chgData name="Toby Donaldson" userId="2e6e5431-bb17-4c41-9985-d39c50d83c73" providerId="ADAL" clId="{7F9681A8-EEE2-56F4-9B39-ECCBEE0471AC}" dt="2026-06-04T04:17:41.846" v="5035" actId="21"/>
        <pc:sldMkLst>
          <pc:docMk/>
          <pc:sldMk cId="3063321410" sldId="282"/>
        </pc:sldMkLst>
        <pc:spChg chg="del">
          <ac:chgData name="Toby Donaldson" userId="2e6e5431-bb17-4c41-9985-d39c50d83c73" providerId="ADAL" clId="{7F9681A8-EEE2-56F4-9B39-ECCBEE0471AC}" dt="2026-06-04T04:17:41.846" v="5035" actId="21"/>
          <ac:spMkLst>
            <pc:docMk/>
            <pc:sldMk cId="3063321410" sldId="282"/>
            <ac:spMk id="11" creationId="{CC3D4C9C-6E10-1324-5311-39B878386DCA}"/>
          </ac:spMkLst>
        </pc:spChg>
        <pc:spChg chg="del">
          <ac:chgData name="Toby Donaldson" userId="2e6e5431-bb17-4c41-9985-d39c50d83c73" providerId="ADAL" clId="{7F9681A8-EEE2-56F4-9B39-ECCBEE0471AC}" dt="2026-06-04T04:17:41.846" v="5035" actId="21"/>
          <ac:spMkLst>
            <pc:docMk/>
            <pc:sldMk cId="3063321410" sldId="282"/>
            <ac:spMk id="12" creationId="{7DADE3F7-74B9-EF7B-2843-11B9A39A5053}"/>
          </ac:spMkLst>
        </pc:spChg>
        <pc:grpChg chg="del">
          <ac:chgData name="Toby Donaldson" userId="2e6e5431-bb17-4c41-9985-d39c50d83c73" providerId="ADAL" clId="{7F9681A8-EEE2-56F4-9B39-ECCBEE0471AC}" dt="2026-06-04T04:17:41.846" v="5035" actId="21"/>
          <ac:grpSpMkLst>
            <pc:docMk/>
            <pc:sldMk cId="3063321410" sldId="282"/>
            <ac:grpSpMk id="10" creationId="{652B8963-8C1E-EE3C-C19E-1E9144F1D3DE}"/>
          </ac:grpSpMkLst>
        </pc:grpChg>
        <pc:cxnChg chg="del mod">
          <ac:chgData name="Toby Donaldson" userId="2e6e5431-bb17-4c41-9985-d39c50d83c73" providerId="ADAL" clId="{7F9681A8-EEE2-56F4-9B39-ECCBEE0471AC}" dt="2026-06-04T04:17:41.846" v="5035" actId="21"/>
          <ac:cxnSpMkLst>
            <pc:docMk/>
            <pc:sldMk cId="3063321410" sldId="282"/>
            <ac:cxnSpMk id="14" creationId="{BA9A50A8-A693-1F2C-0F8D-DDD29BA1BD6D}"/>
          </ac:cxnSpMkLst>
        </pc:cxnChg>
        <pc:cxnChg chg="del">
          <ac:chgData name="Toby Donaldson" userId="2e6e5431-bb17-4c41-9985-d39c50d83c73" providerId="ADAL" clId="{7F9681A8-EEE2-56F4-9B39-ECCBEE0471AC}" dt="2026-06-04T04:17:41.846" v="5035" actId="21"/>
          <ac:cxnSpMkLst>
            <pc:docMk/>
            <pc:sldMk cId="3063321410" sldId="282"/>
            <ac:cxnSpMk id="18" creationId="{5A9AA4A2-EB06-0029-7304-69DC0B866349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19:52.768" v="5065" actId="21"/>
        <pc:sldMkLst>
          <pc:docMk/>
          <pc:sldMk cId="534491349" sldId="283"/>
        </pc:sldMkLst>
        <pc:spChg chg="add del mod">
          <ac:chgData name="Toby Donaldson" userId="2e6e5431-bb17-4c41-9985-d39c50d83c73" providerId="ADAL" clId="{7F9681A8-EEE2-56F4-9B39-ECCBEE0471AC}" dt="2026-06-04T04:19:52.768" v="5065" actId="21"/>
          <ac:spMkLst>
            <pc:docMk/>
            <pc:sldMk cId="534491349" sldId="283"/>
            <ac:spMk id="20" creationId="{FE5E9CB3-B603-9D42-3B35-7EFB8312A34D}"/>
          </ac:spMkLst>
        </pc:spChg>
        <pc:picChg chg="add del">
          <ac:chgData name="Toby Donaldson" userId="2e6e5431-bb17-4c41-9985-d39c50d83c73" providerId="ADAL" clId="{7F9681A8-EEE2-56F4-9B39-ECCBEE0471AC}" dt="2026-06-04T04:19:51.264" v="5064" actId="21"/>
          <ac:picMkLst>
            <pc:docMk/>
            <pc:sldMk cId="534491349" sldId="283"/>
            <ac:picMk id="31" creationId="{FCA72365-1CC1-EFDC-47F7-E079E810A751}"/>
          </ac:picMkLst>
        </pc:picChg>
      </pc:sldChg>
      <pc:sldChg chg="modSp add del mod ord">
        <pc:chgData name="Toby Donaldson" userId="2e6e5431-bb17-4c41-9985-d39c50d83c73" providerId="ADAL" clId="{7F9681A8-EEE2-56F4-9B39-ECCBEE0471AC}" dt="2026-06-04T04:19:31.363" v="5062" actId="2696"/>
        <pc:sldMkLst>
          <pc:docMk/>
          <pc:sldMk cId="1638239618" sldId="284"/>
        </pc:sldMkLst>
        <pc:spChg chg="mod">
          <ac:chgData name="Toby Donaldson" userId="2e6e5431-bb17-4c41-9985-d39c50d83c73" providerId="ADAL" clId="{7F9681A8-EEE2-56F4-9B39-ECCBEE0471AC}" dt="2026-06-04T04:19:22.980" v="5061" actId="20577"/>
          <ac:spMkLst>
            <pc:docMk/>
            <pc:sldMk cId="1638239618" sldId="284"/>
            <ac:spMk id="3" creationId="{45A15BAD-FB5B-994A-30C0-10CF6FF4C651}"/>
          </ac:spMkLst>
        </pc:spChg>
      </pc:sldChg>
      <pc:sldChg chg="add del">
        <pc:chgData name="Toby Donaldson" userId="2e6e5431-bb17-4c41-9985-d39c50d83c73" providerId="ADAL" clId="{7F9681A8-EEE2-56F4-9B39-ECCBEE0471AC}" dt="2026-06-04T04:18:55.792" v="5047" actId="2890"/>
        <pc:sldMkLst>
          <pc:docMk/>
          <pc:sldMk cId="2519193513" sldId="285"/>
        </pc:sldMkLst>
      </pc:sldChg>
      <pc:sldChg chg="add del">
        <pc:chgData name="Toby Donaldson" userId="2e6e5431-bb17-4c41-9985-d39c50d83c73" providerId="ADAL" clId="{7F9681A8-EEE2-56F4-9B39-ECCBEE0471AC}" dt="2026-06-04T04:20:24.732" v="5066" actId="2696"/>
        <pc:sldMkLst>
          <pc:docMk/>
          <pc:sldMk cId="3677640845" sldId="285"/>
        </pc:sldMkLst>
      </pc:sldChg>
      <pc:sldChg chg="add">
        <pc:chgData name="Toby Donaldson" userId="2e6e5431-bb17-4c41-9985-d39c50d83c73" providerId="ADAL" clId="{7F9681A8-EEE2-56F4-9B39-ECCBEE0471AC}" dt="2026-06-04T04:19:47.409" v="5063" actId="2890"/>
        <pc:sldMkLst>
          <pc:docMk/>
          <pc:sldMk cId="2793532074" sldId="286"/>
        </pc:sldMkLst>
      </pc:sldChg>
      <pc:sldChg chg="modSp add mod">
        <pc:chgData name="Toby Donaldson" userId="2e6e5431-bb17-4c41-9985-d39c50d83c73" providerId="ADAL" clId="{7F9681A8-EEE2-56F4-9B39-ECCBEE0471AC}" dt="2026-06-04T04:22:45.269" v="5234" actId="114"/>
        <pc:sldMkLst>
          <pc:docMk/>
          <pc:sldMk cId="3380164597" sldId="287"/>
        </pc:sldMkLst>
        <pc:spChg chg="mod">
          <ac:chgData name="Toby Donaldson" userId="2e6e5431-bb17-4c41-9985-d39c50d83c73" providerId="ADAL" clId="{7F9681A8-EEE2-56F4-9B39-ECCBEE0471AC}" dt="2026-06-04T04:22:40.486" v="5233"/>
          <ac:spMkLst>
            <pc:docMk/>
            <pc:sldMk cId="3380164597" sldId="287"/>
            <ac:spMk id="2" creationId="{6166B6E9-93E6-7318-1243-70B9C0C28700}"/>
          </ac:spMkLst>
        </pc:spChg>
        <pc:spChg chg="mod">
          <ac:chgData name="Toby Donaldson" userId="2e6e5431-bb17-4c41-9985-d39c50d83c73" providerId="ADAL" clId="{7F9681A8-EEE2-56F4-9B39-ECCBEE0471AC}" dt="2026-06-04T04:22:45.269" v="5234" actId="114"/>
          <ac:spMkLst>
            <pc:docMk/>
            <pc:sldMk cId="3380164597" sldId="287"/>
            <ac:spMk id="11" creationId="{59B90F69-9CF9-B329-E20B-0EE774218E02}"/>
          </ac:spMkLst>
        </pc:spChg>
      </pc:sldChg>
      <pc:sldChg chg="modSp add mod">
        <pc:chgData name="Toby Donaldson" userId="2e6e5431-bb17-4c41-9985-d39c50d83c73" providerId="ADAL" clId="{7F9681A8-EEE2-56F4-9B39-ECCBEE0471AC}" dt="2026-06-04T04:22:22.928" v="5197" actId="20577"/>
        <pc:sldMkLst>
          <pc:docMk/>
          <pc:sldMk cId="3227732428" sldId="288"/>
        </pc:sldMkLst>
        <pc:spChg chg="mod">
          <ac:chgData name="Toby Donaldson" userId="2e6e5431-bb17-4c41-9985-d39c50d83c73" providerId="ADAL" clId="{7F9681A8-EEE2-56F4-9B39-ECCBEE0471AC}" dt="2026-06-04T04:22:22.928" v="5197" actId="20577"/>
          <ac:spMkLst>
            <pc:docMk/>
            <pc:sldMk cId="3227732428" sldId="288"/>
            <ac:spMk id="2" creationId="{6DB44F7E-4572-B68B-8A58-308518119C8B}"/>
          </ac:spMkLst>
        </pc:spChg>
      </pc:sldChg>
      <pc:sldChg chg="delSp modSp add mod">
        <pc:chgData name="Toby Donaldson" userId="2e6e5431-bb17-4c41-9985-d39c50d83c73" providerId="ADAL" clId="{7F9681A8-EEE2-56F4-9B39-ECCBEE0471AC}" dt="2026-06-04T04:23:34.887" v="5238" actId="21"/>
        <pc:sldMkLst>
          <pc:docMk/>
          <pc:sldMk cId="484083101" sldId="289"/>
        </pc:sldMkLst>
        <pc:spChg chg="mod">
          <ac:chgData name="Toby Donaldson" userId="2e6e5431-bb17-4c41-9985-d39c50d83c73" providerId="ADAL" clId="{7F9681A8-EEE2-56F4-9B39-ECCBEE0471AC}" dt="2026-06-04T04:23:29.996" v="5237" actId="20577"/>
          <ac:spMkLst>
            <pc:docMk/>
            <pc:sldMk cId="484083101" sldId="289"/>
            <ac:spMk id="3" creationId="{E93AC25A-A5A6-69C4-6E63-3C332D6D81A3}"/>
          </ac:spMkLst>
        </pc:spChg>
        <pc:spChg chg="del">
          <ac:chgData name="Toby Donaldson" userId="2e6e5431-bb17-4c41-9985-d39c50d83c73" providerId="ADAL" clId="{7F9681A8-EEE2-56F4-9B39-ECCBEE0471AC}" dt="2026-06-04T04:23:34.887" v="5238" actId="21"/>
          <ac:spMkLst>
            <pc:docMk/>
            <pc:sldMk cId="484083101" sldId="289"/>
            <ac:spMk id="11" creationId="{45F39FF6-6AEF-C4AA-FE21-247875D432D0}"/>
          </ac:spMkLst>
        </pc:spChg>
        <pc:spChg chg="del">
          <ac:chgData name="Toby Donaldson" userId="2e6e5431-bb17-4c41-9985-d39c50d83c73" providerId="ADAL" clId="{7F9681A8-EEE2-56F4-9B39-ECCBEE0471AC}" dt="2026-06-04T04:23:34.887" v="5238" actId="21"/>
          <ac:spMkLst>
            <pc:docMk/>
            <pc:sldMk cId="484083101" sldId="289"/>
            <ac:spMk id="12" creationId="{CFAE829F-1924-8B5C-3C86-0E7A4A2945DF}"/>
          </ac:spMkLst>
        </pc:spChg>
        <pc:grpChg chg="del">
          <ac:chgData name="Toby Donaldson" userId="2e6e5431-bb17-4c41-9985-d39c50d83c73" providerId="ADAL" clId="{7F9681A8-EEE2-56F4-9B39-ECCBEE0471AC}" dt="2026-06-04T04:23:34.887" v="5238" actId="21"/>
          <ac:grpSpMkLst>
            <pc:docMk/>
            <pc:sldMk cId="484083101" sldId="289"/>
            <ac:grpSpMk id="10" creationId="{130FC6AD-3465-4D72-2CCC-97DD0FFED105}"/>
          </ac:grpSpMkLst>
        </pc:grpChg>
        <pc:cxnChg chg="del mod">
          <ac:chgData name="Toby Donaldson" userId="2e6e5431-bb17-4c41-9985-d39c50d83c73" providerId="ADAL" clId="{7F9681A8-EEE2-56F4-9B39-ECCBEE0471AC}" dt="2026-06-04T04:23:34.887" v="5238" actId="21"/>
          <ac:cxnSpMkLst>
            <pc:docMk/>
            <pc:sldMk cId="484083101" sldId="289"/>
            <ac:cxnSpMk id="14" creationId="{C55025FF-924E-3705-42B6-9A027FA72013}"/>
          </ac:cxnSpMkLst>
        </pc:cxnChg>
        <pc:cxnChg chg="del">
          <ac:chgData name="Toby Donaldson" userId="2e6e5431-bb17-4c41-9985-d39c50d83c73" providerId="ADAL" clId="{7F9681A8-EEE2-56F4-9B39-ECCBEE0471AC}" dt="2026-06-04T04:23:34.887" v="5238" actId="21"/>
          <ac:cxnSpMkLst>
            <pc:docMk/>
            <pc:sldMk cId="484083101" sldId="289"/>
            <ac:cxnSpMk id="18" creationId="{11918F5B-431D-96FD-8E9C-969150D3658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26:42.556" v="5306" actId="408"/>
        <pc:sldMkLst>
          <pc:docMk/>
          <pc:sldMk cId="3609491912" sldId="290"/>
        </pc:sldMkLst>
        <pc:spChg chg="mod">
          <ac:chgData name="Toby Donaldson" userId="2e6e5431-bb17-4c41-9985-d39c50d83c73" providerId="ADAL" clId="{7F9681A8-EEE2-56F4-9B39-ECCBEE0471AC}" dt="2026-06-04T04:23:58.610" v="5273" actId="113"/>
          <ac:spMkLst>
            <pc:docMk/>
            <pc:sldMk cId="3609491912" sldId="290"/>
            <ac:spMk id="3" creationId="{75266E84-AF82-4ED6-9404-92ABE22D8B99}"/>
          </ac:spMkLst>
        </pc:spChg>
        <pc:spChg chg="add mod">
          <ac:chgData name="Toby Donaldson" userId="2e6e5431-bb17-4c41-9985-d39c50d83c73" providerId="ADAL" clId="{7F9681A8-EEE2-56F4-9B39-ECCBEE0471AC}" dt="2026-06-04T04:26:22.988" v="5303" actId="164"/>
          <ac:spMkLst>
            <pc:docMk/>
            <pc:sldMk cId="3609491912" sldId="290"/>
            <ac:spMk id="8" creationId="{676B0862-38D6-5D14-1727-C9510993945D}"/>
          </ac:spMkLst>
        </pc:spChg>
        <pc:spChg chg="mod">
          <ac:chgData name="Toby Donaldson" userId="2e6e5431-bb17-4c41-9985-d39c50d83c73" providerId="ADAL" clId="{7F9681A8-EEE2-56F4-9B39-ECCBEE0471AC}" dt="2026-06-04T04:26:17.338" v="5302" actId="164"/>
          <ac:spMkLst>
            <pc:docMk/>
            <pc:sldMk cId="3609491912" sldId="290"/>
            <ac:spMk id="11" creationId="{6770C9E2-427E-DACB-5B42-6AE141AFA3F4}"/>
          </ac:spMkLst>
        </pc:spChg>
        <pc:spChg chg="del mod">
          <ac:chgData name="Toby Donaldson" userId="2e6e5431-bb17-4c41-9985-d39c50d83c73" providerId="ADAL" clId="{7F9681A8-EEE2-56F4-9B39-ECCBEE0471AC}" dt="2026-06-04T04:25:11.824" v="5283" actId="21"/>
          <ac:spMkLst>
            <pc:docMk/>
            <pc:sldMk cId="3609491912" sldId="290"/>
            <ac:spMk id="12" creationId="{AEC51FF2-DC5A-8CF1-90E1-1E474D088902}"/>
          </ac:spMkLst>
        </pc:spChg>
        <pc:grpChg chg="del">
          <ac:chgData name="Toby Donaldson" userId="2e6e5431-bb17-4c41-9985-d39c50d83c73" providerId="ADAL" clId="{7F9681A8-EEE2-56F4-9B39-ECCBEE0471AC}" dt="2026-06-04T04:24:06.593" v="5274" actId="165"/>
          <ac:grpSpMkLst>
            <pc:docMk/>
            <pc:sldMk cId="3609491912" sldId="290"/>
            <ac:grpSpMk id="10" creationId="{3C2296B6-C401-54D5-492A-0F010647D519}"/>
          </ac:grpSpMkLst>
        </pc:grpChg>
        <pc:grpChg chg="add mod">
          <ac:chgData name="Toby Donaldson" userId="2e6e5431-bb17-4c41-9985-d39c50d83c73" providerId="ADAL" clId="{7F9681A8-EEE2-56F4-9B39-ECCBEE0471AC}" dt="2026-06-04T04:26:42.556" v="5306" actId="408"/>
          <ac:grpSpMkLst>
            <pc:docMk/>
            <pc:sldMk cId="3609491912" sldId="290"/>
            <ac:grpSpMk id="17" creationId="{F77958FF-6BEE-E5C1-91FF-B5FA2C5EF757}"/>
          </ac:grpSpMkLst>
        </pc:grpChg>
        <pc:grpChg chg="add mod">
          <ac:chgData name="Toby Donaldson" userId="2e6e5431-bb17-4c41-9985-d39c50d83c73" providerId="ADAL" clId="{7F9681A8-EEE2-56F4-9B39-ECCBEE0471AC}" dt="2026-06-04T04:26:42.556" v="5306" actId="408"/>
          <ac:grpSpMkLst>
            <pc:docMk/>
            <pc:sldMk cId="3609491912" sldId="290"/>
            <ac:grpSpMk id="19" creationId="{F94FDA68-1BCB-2C8C-D1B0-7D8616911627}"/>
          </ac:grpSpMkLst>
        </pc:grpChg>
        <pc:grpChg chg="add mod">
          <ac:chgData name="Toby Donaldson" userId="2e6e5431-bb17-4c41-9985-d39c50d83c73" providerId="ADAL" clId="{7F9681A8-EEE2-56F4-9B39-ECCBEE0471AC}" dt="2026-06-04T04:26:42.556" v="5306" actId="408"/>
          <ac:grpSpMkLst>
            <pc:docMk/>
            <pc:sldMk cId="3609491912" sldId="290"/>
            <ac:grpSpMk id="20" creationId="{B59B6CED-786C-3864-AD0D-9266C225609B}"/>
          </ac:grpSpMkLst>
        </pc:grpChg>
        <pc:cxnChg chg="add del mod topLvl">
          <ac:chgData name="Toby Donaldson" userId="2e6e5431-bb17-4c41-9985-d39c50d83c73" providerId="ADAL" clId="{7F9681A8-EEE2-56F4-9B39-ECCBEE0471AC}" dt="2026-06-04T04:26:42.556" v="5306" actId="408"/>
          <ac:cxnSpMkLst>
            <pc:docMk/>
            <pc:sldMk cId="3609491912" sldId="290"/>
            <ac:cxnSpMk id="5" creationId="{534ABC2C-54E0-3848-AC27-2A3222CC6CC1}"/>
          </ac:cxnSpMkLst>
        </pc:cxnChg>
        <pc:cxnChg chg="add del mod topLvl">
          <ac:chgData name="Toby Donaldson" userId="2e6e5431-bb17-4c41-9985-d39c50d83c73" providerId="ADAL" clId="{7F9681A8-EEE2-56F4-9B39-ECCBEE0471AC}" dt="2026-06-04T04:26:42.556" v="5306" actId="408"/>
          <ac:cxnSpMkLst>
            <pc:docMk/>
            <pc:sldMk cId="3609491912" sldId="290"/>
            <ac:cxnSpMk id="6" creationId="{EAC18503-C63B-C50C-081D-75334388D752}"/>
          </ac:cxnSpMkLst>
        </pc:cxnChg>
        <pc:cxnChg chg="add del mod topLvl">
          <ac:chgData name="Toby Donaldson" userId="2e6e5431-bb17-4c41-9985-d39c50d83c73" providerId="ADAL" clId="{7F9681A8-EEE2-56F4-9B39-ECCBEE0471AC}" dt="2026-06-04T04:24:14.642" v="5277" actId="21"/>
          <ac:cxnSpMkLst>
            <pc:docMk/>
            <pc:sldMk cId="3609491912" sldId="290"/>
            <ac:cxnSpMk id="7" creationId="{56DC3B6D-D521-890B-AAFB-0266AB8A35AB}"/>
          </ac:cxnSpMkLst>
        </pc:cxnChg>
        <pc:cxnChg chg="add del mod">
          <ac:chgData name="Toby Donaldson" userId="2e6e5431-bb17-4c41-9985-d39c50d83c73" providerId="ADAL" clId="{7F9681A8-EEE2-56F4-9B39-ECCBEE0471AC}" dt="2026-06-04T04:25:50.287" v="5298" actId="21"/>
          <ac:cxnSpMkLst>
            <pc:docMk/>
            <pc:sldMk cId="3609491912" sldId="290"/>
            <ac:cxnSpMk id="9" creationId="{FB7F7C1A-25C5-0EA8-CB19-3D428EE20B51}"/>
          </ac:cxnSpMkLst>
        </pc:cxnChg>
        <pc:cxnChg chg="mod">
          <ac:chgData name="Toby Donaldson" userId="2e6e5431-bb17-4c41-9985-d39c50d83c73" providerId="ADAL" clId="{7F9681A8-EEE2-56F4-9B39-ECCBEE0471AC}" dt="2026-06-04T04:26:17.338" v="5302" actId="164"/>
          <ac:cxnSpMkLst>
            <pc:docMk/>
            <pc:sldMk cId="3609491912" sldId="290"/>
            <ac:cxnSpMk id="14" creationId="{7C5EE638-8948-4D09-8262-4C8AF7C9038D}"/>
          </ac:cxnSpMkLst>
        </pc:cxnChg>
        <pc:cxnChg chg="add mod">
          <ac:chgData name="Toby Donaldson" userId="2e6e5431-bb17-4c41-9985-d39c50d83c73" providerId="ADAL" clId="{7F9681A8-EEE2-56F4-9B39-ECCBEE0471AC}" dt="2026-06-04T04:26:22.988" v="5303" actId="164"/>
          <ac:cxnSpMkLst>
            <pc:docMk/>
            <pc:sldMk cId="3609491912" sldId="290"/>
            <ac:cxnSpMk id="16" creationId="{C6A73484-A37B-1477-5E51-28ECB2A6AED7}"/>
          </ac:cxnSpMkLst>
        </pc:cxnChg>
        <pc:cxnChg chg="del mod">
          <ac:chgData name="Toby Donaldson" userId="2e6e5431-bb17-4c41-9985-d39c50d83c73" providerId="ADAL" clId="{7F9681A8-EEE2-56F4-9B39-ECCBEE0471AC}" dt="2026-06-04T04:25:01.274" v="5281" actId="21"/>
          <ac:cxnSpMkLst>
            <pc:docMk/>
            <pc:sldMk cId="3609491912" sldId="290"/>
            <ac:cxnSpMk id="18" creationId="{687A80BA-287F-28A0-7D28-78CC8AA6DC3D}"/>
          </ac:cxnSpMkLst>
        </pc:cxnChg>
      </pc:sldChg>
      <pc:sldChg chg="addSp modSp add del mod">
        <pc:chgData name="Toby Donaldson" userId="2e6e5431-bb17-4c41-9985-d39c50d83c73" providerId="ADAL" clId="{7F9681A8-EEE2-56F4-9B39-ECCBEE0471AC}" dt="2026-06-04T04:36:15.629" v="5340" actId="2696"/>
        <pc:sldMkLst>
          <pc:docMk/>
          <pc:sldMk cId="3174140112" sldId="291"/>
        </pc:sldMkLst>
        <pc:spChg chg="add mod">
          <ac:chgData name="Toby Donaldson" userId="2e6e5431-bb17-4c41-9985-d39c50d83c73" providerId="ADAL" clId="{7F9681A8-EEE2-56F4-9B39-ECCBEE0471AC}" dt="2026-06-04T04:27:10.029" v="5314" actId="1076"/>
          <ac:spMkLst>
            <pc:docMk/>
            <pc:sldMk cId="3174140112" sldId="291"/>
            <ac:spMk id="4" creationId="{51D4FE35-9FA3-B19D-C615-CCB0A5CD7863}"/>
          </ac:spMkLst>
        </pc:spChg>
        <pc:spChg chg="add mod">
          <ac:chgData name="Toby Donaldson" userId="2e6e5431-bb17-4c41-9985-d39c50d83c73" providerId="ADAL" clId="{7F9681A8-EEE2-56F4-9B39-ECCBEE0471AC}" dt="2026-06-04T04:27:19.782" v="5321" actId="20577"/>
          <ac:spMkLst>
            <pc:docMk/>
            <pc:sldMk cId="3174140112" sldId="291"/>
            <ac:spMk id="7" creationId="{F8042C48-AB86-99BC-1B89-382E370ABB68}"/>
          </ac:spMkLst>
        </pc:spChg>
      </pc:sldChg>
      <pc:sldChg chg="addSp modSp add mod">
        <pc:chgData name="Toby Donaldson" userId="2e6e5431-bb17-4c41-9985-d39c50d83c73" providerId="ADAL" clId="{7F9681A8-EEE2-56F4-9B39-ECCBEE0471AC}" dt="2026-06-04T04:38:56.802" v="5445" actId="20577"/>
        <pc:sldMkLst>
          <pc:docMk/>
          <pc:sldMk cId="4086174843" sldId="292"/>
        </pc:sldMkLst>
        <pc:spChg chg="mod">
          <ac:chgData name="Toby Donaldson" userId="2e6e5431-bb17-4c41-9985-d39c50d83c73" providerId="ADAL" clId="{7F9681A8-EEE2-56F4-9B39-ECCBEE0471AC}" dt="2026-06-04T04:38:07.289" v="5433" actId="1076"/>
          <ac:spMkLst>
            <pc:docMk/>
            <pc:sldMk cId="4086174843" sldId="292"/>
            <ac:spMk id="4" creationId="{8C2C0847-9ABD-C603-4EAA-186A8C5A1647}"/>
          </ac:spMkLst>
        </pc:spChg>
        <pc:spChg chg="mod">
          <ac:chgData name="Toby Donaldson" userId="2e6e5431-bb17-4c41-9985-d39c50d83c73" providerId="ADAL" clId="{7F9681A8-EEE2-56F4-9B39-ECCBEE0471AC}" dt="2026-06-04T04:38:56.802" v="5445" actId="20577"/>
          <ac:spMkLst>
            <pc:docMk/>
            <pc:sldMk cId="4086174843" sldId="292"/>
            <ac:spMk id="7" creationId="{7B58E1FA-AA08-6220-D001-FEE380E545E2}"/>
          </ac:spMkLst>
        </pc:spChg>
        <pc:spChg chg="add mod">
          <ac:chgData name="Toby Donaldson" userId="2e6e5431-bb17-4c41-9985-d39c50d83c73" providerId="ADAL" clId="{7F9681A8-EEE2-56F4-9B39-ECCBEE0471AC}" dt="2026-06-04T04:34:59.138" v="5324" actId="1076"/>
          <ac:spMkLst>
            <pc:docMk/>
            <pc:sldMk cId="4086174843" sldId="292"/>
            <ac:spMk id="9" creationId="{FDCD594D-DB87-D697-1D42-6FF01D4565D9}"/>
          </ac:spMkLst>
        </pc:spChg>
        <pc:spChg chg="add mod">
          <ac:chgData name="Toby Donaldson" userId="2e6e5431-bb17-4c41-9985-d39c50d83c73" providerId="ADAL" clId="{7F9681A8-EEE2-56F4-9B39-ECCBEE0471AC}" dt="2026-06-04T04:38:43.085" v="5439" actId="12789"/>
          <ac:spMkLst>
            <pc:docMk/>
            <pc:sldMk cId="4086174843" sldId="292"/>
            <ac:spMk id="10" creationId="{8CBD0D91-CE42-AC9B-2328-CA2756EEDD06}"/>
          </ac:spMkLst>
        </pc:spChg>
        <pc:spChg chg="add mod">
          <ac:chgData name="Toby Donaldson" userId="2e6e5431-bb17-4c41-9985-d39c50d83c73" providerId="ADAL" clId="{7F9681A8-EEE2-56F4-9B39-ECCBEE0471AC}" dt="2026-06-04T04:38:43.085" v="5439" actId="12789"/>
          <ac:spMkLst>
            <pc:docMk/>
            <pc:sldMk cId="4086174843" sldId="292"/>
            <ac:spMk id="12" creationId="{612A31ED-974B-A44E-9FF6-3B8D60430D2D}"/>
          </ac:spMkLst>
        </pc:spChg>
        <pc:spChg chg="add mod">
          <ac:chgData name="Toby Donaldson" userId="2e6e5431-bb17-4c41-9985-d39c50d83c73" providerId="ADAL" clId="{7F9681A8-EEE2-56F4-9B39-ECCBEE0471AC}" dt="2026-06-04T04:38:43.085" v="5439" actId="12789"/>
          <ac:spMkLst>
            <pc:docMk/>
            <pc:sldMk cId="4086174843" sldId="292"/>
            <ac:spMk id="13" creationId="{D72CE1F6-A9C6-A719-4FE1-D022F40E871F}"/>
          </ac:spMkLst>
        </pc:spChg>
      </pc:sldChg>
      <pc:sldChg chg="add del">
        <pc:chgData name="Toby Donaldson" userId="2e6e5431-bb17-4c41-9985-d39c50d83c73" providerId="ADAL" clId="{7F9681A8-EEE2-56F4-9B39-ECCBEE0471AC}" dt="2026-06-04T04:36:07.443" v="5339" actId="2890"/>
        <pc:sldMkLst>
          <pc:docMk/>
          <pc:sldMk cId="1339895699" sldId="293"/>
        </pc:sldMkLst>
      </pc:sldChg>
      <pc:sldChg chg="delSp add mod ord">
        <pc:chgData name="Toby Donaldson" userId="2e6e5431-bb17-4c41-9985-d39c50d83c73" providerId="ADAL" clId="{7F9681A8-EEE2-56F4-9B39-ECCBEE0471AC}" dt="2026-06-04T04:41:41.920" v="5476" actId="21"/>
        <pc:sldMkLst>
          <pc:docMk/>
          <pc:sldMk cId="3629156923" sldId="293"/>
        </pc:sldMkLst>
        <pc:spChg chg="del">
          <ac:chgData name="Toby Donaldson" userId="2e6e5431-bb17-4c41-9985-d39c50d83c73" providerId="ADAL" clId="{7F9681A8-EEE2-56F4-9B39-ECCBEE0471AC}" dt="2026-06-04T04:37:05.038" v="5342" actId="21"/>
          <ac:spMkLst>
            <pc:docMk/>
            <pc:sldMk cId="3629156923" sldId="293"/>
            <ac:spMk id="4" creationId="{7D6C1D5F-C8D2-24D1-EFE5-78DB64A65D24}"/>
          </ac:spMkLst>
        </pc:spChg>
        <pc:spChg chg="del">
          <ac:chgData name="Toby Donaldson" userId="2e6e5431-bb17-4c41-9985-d39c50d83c73" providerId="ADAL" clId="{7F9681A8-EEE2-56F4-9B39-ECCBEE0471AC}" dt="2026-06-04T04:37:05.038" v="5342" actId="21"/>
          <ac:spMkLst>
            <pc:docMk/>
            <pc:sldMk cId="3629156923" sldId="293"/>
            <ac:spMk id="7" creationId="{31E2459B-C53B-9E31-E357-084A782601FA}"/>
          </ac:spMkLst>
        </pc:spChg>
        <pc:spChg chg="del">
          <ac:chgData name="Toby Donaldson" userId="2e6e5431-bb17-4c41-9985-d39c50d83c73" providerId="ADAL" clId="{7F9681A8-EEE2-56F4-9B39-ECCBEE0471AC}" dt="2026-06-04T04:41:41.920" v="5476" actId="21"/>
          <ac:spMkLst>
            <pc:docMk/>
            <pc:sldMk cId="3629156923" sldId="293"/>
            <ac:spMk id="10" creationId="{21A10C61-4496-507A-2FD5-FC6E4C6B5E6E}"/>
          </ac:spMkLst>
        </pc:spChg>
        <pc:spChg chg="del">
          <ac:chgData name="Toby Donaldson" userId="2e6e5431-bb17-4c41-9985-d39c50d83c73" providerId="ADAL" clId="{7F9681A8-EEE2-56F4-9B39-ECCBEE0471AC}" dt="2026-06-04T04:41:41.920" v="5476" actId="21"/>
          <ac:spMkLst>
            <pc:docMk/>
            <pc:sldMk cId="3629156923" sldId="293"/>
            <ac:spMk id="12" creationId="{21EC103A-9AEA-2535-9026-718AC907C322}"/>
          </ac:spMkLst>
        </pc:spChg>
        <pc:spChg chg="del">
          <ac:chgData name="Toby Donaldson" userId="2e6e5431-bb17-4c41-9985-d39c50d83c73" providerId="ADAL" clId="{7F9681A8-EEE2-56F4-9B39-ECCBEE0471AC}" dt="2026-06-04T04:41:41.920" v="5476" actId="21"/>
          <ac:spMkLst>
            <pc:docMk/>
            <pc:sldMk cId="3629156923" sldId="293"/>
            <ac:spMk id="13" creationId="{95D495F4-67AC-BF7D-AE1A-D5868FC1504C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6-04T04:43:30.208" v="5480" actId="21"/>
        <pc:sldMkLst>
          <pc:docMk/>
          <pc:sldMk cId="957830208" sldId="294"/>
        </pc:sldMkLst>
        <pc:spChg chg="del">
          <ac:chgData name="Toby Donaldson" userId="2e6e5431-bb17-4c41-9985-d39c50d83c73" providerId="ADAL" clId="{7F9681A8-EEE2-56F4-9B39-ECCBEE0471AC}" dt="2026-06-04T04:39:13.674" v="5447" actId="21"/>
          <ac:spMkLst>
            <pc:docMk/>
            <pc:sldMk cId="957830208" sldId="294"/>
            <ac:spMk id="3" creationId="{E4E86ED2-1D14-222D-40B0-F76CFDB9696A}"/>
          </ac:spMkLst>
        </pc:spChg>
        <pc:spChg chg="mod">
          <ac:chgData name="Toby Donaldson" userId="2e6e5431-bb17-4c41-9985-d39c50d83c73" providerId="ADAL" clId="{7F9681A8-EEE2-56F4-9B39-ECCBEE0471AC}" dt="2026-06-04T04:39:23.091" v="5449" actId="1076"/>
          <ac:spMkLst>
            <pc:docMk/>
            <pc:sldMk cId="957830208" sldId="294"/>
            <ac:spMk id="4" creationId="{C628643D-783E-33E4-9F81-7EBCA34D5D5C}"/>
          </ac:spMkLst>
        </pc:spChg>
        <pc:spChg chg="mod">
          <ac:chgData name="Toby Donaldson" userId="2e6e5431-bb17-4c41-9985-d39c50d83c73" providerId="ADAL" clId="{7F9681A8-EEE2-56F4-9B39-ECCBEE0471AC}" dt="2026-06-04T04:39:23.091" v="5449" actId="1076"/>
          <ac:spMkLst>
            <pc:docMk/>
            <pc:sldMk cId="957830208" sldId="294"/>
            <ac:spMk id="7" creationId="{74743F51-0B5B-DB29-A0F4-827200CA67A6}"/>
          </ac:spMkLst>
        </pc:spChg>
        <pc:spChg chg="mod">
          <ac:chgData name="Toby Donaldson" userId="2e6e5431-bb17-4c41-9985-d39c50d83c73" providerId="ADAL" clId="{7F9681A8-EEE2-56F4-9B39-ECCBEE0471AC}" dt="2026-06-04T04:39:23.091" v="5449" actId="1076"/>
          <ac:spMkLst>
            <pc:docMk/>
            <pc:sldMk cId="957830208" sldId="294"/>
            <ac:spMk id="9" creationId="{B99621F8-83E8-C19F-CDB4-CCA5FCE9DAE1}"/>
          </ac:spMkLst>
        </pc:spChg>
        <pc:spChg chg="mod">
          <ac:chgData name="Toby Donaldson" userId="2e6e5431-bb17-4c41-9985-d39c50d83c73" providerId="ADAL" clId="{7F9681A8-EEE2-56F4-9B39-ECCBEE0471AC}" dt="2026-06-04T04:39:23.091" v="5449" actId="1076"/>
          <ac:spMkLst>
            <pc:docMk/>
            <pc:sldMk cId="957830208" sldId="294"/>
            <ac:spMk id="10" creationId="{54809C1D-0B1C-1475-FFD0-75686ECCA8EE}"/>
          </ac:spMkLst>
        </pc:spChg>
        <pc:spChg chg="mod">
          <ac:chgData name="Toby Donaldson" userId="2e6e5431-bb17-4c41-9985-d39c50d83c73" providerId="ADAL" clId="{7F9681A8-EEE2-56F4-9B39-ECCBEE0471AC}" dt="2026-06-04T04:39:23.091" v="5449" actId="1076"/>
          <ac:spMkLst>
            <pc:docMk/>
            <pc:sldMk cId="957830208" sldId="294"/>
            <ac:spMk id="12" creationId="{393280FC-F92A-1C23-9D0E-4E764B80EF2C}"/>
          </ac:spMkLst>
        </pc:spChg>
        <pc:spChg chg="mod">
          <ac:chgData name="Toby Donaldson" userId="2e6e5431-bb17-4c41-9985-d39c50d83c73" providerId="ADAL" clId="{7F9681A8-EEE2-56F4-9B39-ECCBEE0471AC}" dt="2026-06-04T04:39:23.091" v="5449" actId="1076"/>
          <ac:spMkLst>
            <pc:docMk/>
            <pc:sldMk cId="957830208" sldId="294"/>
            <ac:spMk id="13" creationId="{68047B7F-D8A9-0996-B294-4A16D08150F4}"/>
          </ac:spMkLst>
        </pc:spChg>
        <pc:spChg chg="add del mod">
          <ac:chgData name="Toby Donaldson" userId="2e6e5431-bb17-4c41-9985-d39c50d83c73" providerId="ADAL" clId="{7F9681A8-EEE2-56F4-9B39-ECCBEE0471AC}" dt="2026-06-04T04:39:16.371" v="5448" actId="21"/>
          <ac:spMkLst>
            <pc:docMk/>
            <pc:sldMk cId="957830208" sldId="294"/>
            <ac:spMk id="18" creationId="{CFD580CF-80D5-44D7-1A30-2C0AC57BEAEC}"/>
          </ac:spMkLst>
        </pc:spChg>
        <pc:spChg chg="add mod">
          <ac:chgData name="Toby Donaldson" userId="2e6e5431-bb17-4c41-9985-d39c50d83c73" providerId="ADAL" clId="{7F9681A8-EEE2-56F4-9B39-ECCBEE0471AC}" dt="2026-06-04T04:41:18.493" v="5474" actId="1076"/>
          <ac:spMkLst>
            <pc:docMk/>
            <pc:sldMk cId="957830208" sldId="294"/>
            <ac:spMk id="21" creationId="{F1B67405-9CF3-B7C8-DBC0-EA3D8608F7FF}"/>
          </ac:spMkLst>
        </pc:spChg>
        <pc:spChg chg="mod">
          <ac:chgData name="Toby Donaldson" userId="2e6e5431-bb17-4c41-9985-d39c50d83c73" providerId="ADAL" clId="{7F9681A8-EEE2-56F4-9B39-ECCBEE0471AC}" dt="2026-06-04T04:40:12.265" v="5464"/>
          <ac:spMkLst>
            <pc:docMk/>
            <pc:sldMk cId="957830208" sldId="294"/>
            <ac:spMk id="26" creationId="{7CF2D4E4-C13F-52C8-F6C7-82F1BC6D41FE}"/>
          </ac:spMkLst>
        </pc:spChg>
        <pc:spChg chg="mod">
          <ac:chgData name="Toby Donaldson" userId="2e6e5431-bb17-4c41-9985-d39c50d83c73" providerId="ADAL" clId="{7F9681A8-EEE2-56F4-9B39-ECCBEE0471AC}" dt="2026-06-04T04:40:12.265" v="5464"/>
          <ac:spMkLst>
            <pc:docMk/>
            <pc:sldMk cId="957830208" sldId="294"/>
            <ac:spMk id="29" creationId="{ADA392BA-8B4A-A997-6EBC-124823B463A6}"/>
          </ac:spMkLst>
        </pc:spChg>
        <pc:spChg chg="add del mod">
          <ac:chgData name="Toby Donaldson" userId="2e6e5431-bb17-4c41-9985-d39c50d83c73" providerId="ADAL" clId="{7F9681A8-EEE2-56F4-9B39-ECCBEE0471AC}" dt="2026-06-04T04:43:30.208" v="5480" actId="21"/>
          <ac:spMkLst>
            <pc:docMk/>
            <pc:sldMk cId="957830208" sldId="294"/>
            <ac:spMk id="31" creationId="{DEA19E17-F768-2941-A545-4F5A5666B32C}"/>
          </ac:spMkLst>
        </pc:spChg>
        <pc:spChg chg="add del mod">
          <ac:chgData name="Toby Donaldson" userId="2e6e5431-bb17-4c41-9985-d39c50d83c73" providerId="ADAL" clId="{7F9681A8-EEE2-56F4-9B39-ECCBEE0471AC}" dt="2026-06-04T04:43:30.208" v="5480" actId="21"/>
          <ac:spMkLst>
            <pc:docMk/>
            <pc:sldMk cId="957830208" sldId="294"/>
            <ac:spMk id="32" creationId="{50132B2A-3E52-D9E6-7027-1CC996760167}"/>
          </ac:spMkLst>
        </pc:spChg>
        <pc:spChg chg="add del mod">
          <ac:chgData name="Toby Donaldson" userId="2e6e5431-bb17-4c41-9985-d39c50d83c73" providerId="ADAL" clId="{7F9681A8-EEE2-56F4-9B39-ECCBEE0471AC}" dt="2026-06-04T04:43:30.208" v="5480" actId="21"/>
          <ac:spMkLst>
            <pc:docMk/>
            <pc:sldMk cId="957830208" sldId="294"/>
            <ac:spMk id="33" creationId="{8F34250A-3281-3492-3E2E-D2F0042D3743}"/>
          </ac:spMkLst>
        </pc:spChg>
        <pc:spChg chg="add del mod">
          <ac:chgData name="Toby Donaldson" userId="2e6e5431-bb17-4c41-9985-d39c50d83c73" providerId="ADAL" clId="{7F9681A8-EEE2-56F4-9B39-ECCBEE0471AC}" dt="2026-06-04T04:43:30.208" v="5480" actId="21"/>
          <ac:spMkLst>
            <pc:docMk/>
            <pc:sldMk cId="957830208" sldId="294"/>
            <ac:spMk id="34" creationId="{6C214956-D465-8FB5-3CFC-E0793B4A24F0}"/>
          </ac:spMkLst>
        </pc:spChg>
        <pc:spChg chg="add del mod">
          <ac:chgData name="Toby Donaldson" userId="2e6e5431-bb17-4c41-9985-d39c50d83c73" providerId="ADAL" clId="{7F9681A8-EEE2-56F4-9B39-ECCBEE0471AC}" dt="2026-06-04T04:40:40.505" v="5468" actId="21"/>
          <ac:spMkLst>
            <pc:docMk/>
            <pc:sldMk cId="957830208" sldId="294"/>
            <ac:spMk id="35" creationId="{15F18BE2-BDE4-E549-1F60-65A6AC6581D8}"/>
          </ac:spMkLst>
        </pc:spChg>
        <pc:grpChg chg="mod">
          <ac:chgData name="Toby Donaldson" userId="2e6e5431-bb17-4c41-9985-d39c50d83c73" providerId="ADAL" clId="{7F9681A8-EEE2-56F4-9B39-ECCBEE0471AC}" dt="2026-06-04T04:39:23.091" v="5449" actId="1076"/>
          <ac:grpSpMkLst>
            <pc:docMk/>
            <pc:sldMk cId="957830208" sldId="294"/>
            <ac:grpSpMk id="17" creationId="{EE131E8C-FDAF-8B52-E5A6-361270651149}"/>
          </ac:grpSpMkLst>
        </pc:grpChg>
        <pc:grpChg chg="mod">
          <ac:chgData name="Toby Donaldson" userId="2e6e5431-bb17-4c41-9985-d39c50d83c73" providerId="ADAL" clId="{7F9681A8-EEE2-56F4-9B39-ECCBEE0471AC}" dt="2026-06-04T04:39:23.091" v="5449" actId="1076"/>
          <ac:grpSpMkLst>
            <pc:docMk/>
            <pc:sldMk cId="957830208" sldId="294"/>
            <ac:grpSpMk id="19" creationId="{58D0FA40-0D26-AC44-11E5-05523E1544AA}"/>
          </ac:grpSpMkLst>
        </pc:grpChg>
        <pc:grpChg chg="mod">
          <ac:chgData name="Toby Donaldson" userId="2e6e5431-bb17-4c41-9985-d39c50d83c73" providerId="ADAL" clId="{7F9681A8-EEE2-56F4-9B39-ECCBEE0471AC}" dt="2026-06-04T04:39:23.091" v="5449" actId="1076"/>
          <ac:grpSpMkLst>
            <pc:docMk/>
            <pc:sldMk cId="957830208" sldId="294"/>
            <ac:grpSpMk id="20" creationId="{A67AADF1-2F43-445E-7FE1-EBF0CC27D01B}"/>
          </ac:grpSpMkLst>
        </pc:grpChg>
        <pc:grpChg chg="add del mod">
          <ac:chgData name="Toby Donaldson" userId="2e6e5431-bb17-4c41-9985-d39c50d83c73" providerId="ADAL" clId="{7F9681A8-EEE2-56F4-9B39-ECCBEE0471AC}" dt="2026-06-04T04:43:30.208" v="5480" actId="21"/>
          <ac:grpSpMkLst>
            <pc:docMk/>
            <pc:sldMk cId="957830208" sldId="294"/>
            <ac:grpSpMk id="22" creationId="{BD21BDC5-B2A9-5510-BE3A-356F2652F6ED}"/>
          </ac:grpSpMkLst>
        </pc:grpChg>
        <pc:grpChg chg="add del mod">
          <ac:chgData name="Toby Donaldson" userId="2e6e5431-bb17-4c41-9985-d39c50d83c73" providerId="ADAL" clId="{7F9681A8-EEE2-56F4-9B39-ECCBEE0471AC}" dt="2026-06-04T04:43:30.208" v="5480" actId="21"/>
          <ac:grpSpMkLst>
            <pc:docMk/>
            <pc:sldMk cId="957830208" sldId="294"/>
            <ac:grpSpMk id="25" creationId="{CA742B01-73CF-E731-2FE9-B4CDD645F716}"/>
          </ac:grpSpMkLst>
        </pc:grpChg>
        <pc:grpChg chg="add del mod">
          <ac:chgData name="Toby Donaldson" userId="2e6e5431-bb17-4c41-9985-d39c50d83c73" providerId="ADAL" clId="{7F9681A8-EEE2-56F4-9B39-ECCBEE0471AC}" dt="2026-06-04T04:43:30.208" v="5480" actId="21"/>
          <ac:grpSpMkLst>
            <pc:docMk/>
            <pc:sldMk cId="957830208" sldId="294"/>
            <ac:grpSpMk id="28" creationId="{4ADBDFE1-A74B-4E3A-AC81-F4148154DA95}"/>
          </ac:grpSpMkLst>
        </pc:grpChg>
        <pc:cxnChg chg="mod">
          <ac:chgData name="Toby Donaldson" userId="2e6e5431-bb17-4c41-9985-d39c50d83c73" providerId="ADAL" clId="{7F9681A8-EEE2-56F4-9B39-ECCBEE0471AC}" dt="2026-06-04T04:43:30.208" v="5480" actId="21"/>
          <ac:cxnSpMkLst>
            <pc:docMk/>
            <pc:sldMk cId="957830208" sldId="294"/>
            <ac:cxnSpMk id="27" creationId="{F4F447BB-56B0-4C05-E63B-B2760F252F16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04T04:41:58.800" v="5478"/>
        <pc:sldMkLst>
          <pc:docMk/>
          <pc:sldMk cId="524802182" sldId="295"/>
        </pc:sldMkLst>
        <pc:spChg chg="add mod">
          <ac:chgData name="Toby Donaldson" userId="2e6e5431-bb17-4c41-9985-d39c50d83c73" providerId="ADAL" clId="{7F9681A8-EEE2-56F4-9B39-ECCBEE0471AC}" dt="2026-06-04T04:41:58.800" v="5478"/>
          <ac:spMkLst>
            <pc:docMk/>
            <pc:sldMk cId="524802182" sldId="295"/>
            <ac:spMk id="4" creationId="{DBE308CB-7146-F151-83D7-2F7944FF4446}"/>
          </ac:spMkLst>
        </pc:spChg>
        <pc:spChg chg="add mod">
          <ac:chgData name="Toby Donaldson" userId="2e6e5431-bb17-4c41-9985-d39c50d83c73" providerId="ADAL" clId="{7F9681A8-EEE2-56F4-9B39-ECCBEE0471AC}" dt="2026-06-04T04:41:58.800" v="5478"/>
          <ac:spMkLst>
            <pc:docMk/>
            <pc:sldMk cId="524802182" sldId="295"/>
            <ac:spMk id="7" creationId="{6369C24A-0FB9-47EC-A891-E5591A18A621}"/>
          </ac:spMkLst>
        </pc:spChg>
        <pc:spChg chg="del">
          <ac:chgData name="Toby Donaldson" userId="2e6e5431-bb17-4c41-9985-d39c50d83c73" providerId="ADAL" clId="{7F9681A8-EEE2-56F4-9B39-ECCBEE0471AC}" dt="2026-06-04T04:41:50.734" v="5477" actId="21"/>
          <ac:spMkLst>
            <pc:docMk/>
            <pc:sldMk cId="524802182" sldId="295"/>
            <ac:spMk id="10" creationId="{8B439D24-7EB7-67B8-ECCC-976654004018}"/>
          </ac:spMkLst>
        </pc:spChg>
        <pc:spChg chg="del">
          <ac:chgData name="Toby Donaldson" userId="2e6e5431-bb17-4c41-9985-d39c50d83c73" providerId="ADAL" clId="{7F9681A8-EEE2-56F4-9B39-ECCBEE0471AC}" dt="2026-06-04T04:41:50.734" v="5477" actId="21"/>
          <ac:spMkLst>
            <pc:docMk/>
            <pc:sldMk cId="524802182" sldId="295"/>
            <ac:spMk id="12" creationId="{0C8652CD-8482-9338-EB02-E50DAF48F6CB}"/>
          </ac:spMkLst>
        </pc:spChg>
        <pc:spChg chg="del">
          <ac:chgData name="Toby Donaldson" userId="2e6e5431-bb17-4c41-9985-d39c50d83c73" providerId="ADAL" clId="{7F9681A8-EEE2-56F4-9B39-ECCBEE0471AC}" dt="2026-06-04T04:41:50.734" v="5477" actId="21"/>
          <ac:spMkLst>
            <pc:docMk/>
            <pc:sldMk cId="524802182" sldId="295"/>
            <ac:spMk id="13" creationId="{022FD1B8-18C5-F43C-1531-70A9C355E90C}"/>
          </ac:spMkLst>
        </pc:spChg>
        <pc:spChg chg="add mod">
          <ac:chgData name="Toby Donaldson" userId="2e6e5431-bb17-4c41-9985-d39c50d83c73" providerId="ADAL" clId="{7F9681A8-EEE2-56F4-9B39-ECCBEE0471AC}" dt="2026-06-04T04:41:58.800" v="5478"/>
          <ac:spMkLst>
            <pc:docMk/>
            <pc:sldMk cId="524802182" sldId="295"/>
            <ac:spMk id="15" creationId="{904010CB-D483-15F0-1CAC-987A084E88B7}"/>
          </ac:spMkLst>
        </pc:spChg>
      </pc:sldChg>
      <pc:sldChg chg="add">
        <pc:chgData name="Toby Donaldson" userId="2e6e5431-bb17-4c41-9985-d39c50d83c73" providerId="ADAL" clId="{7F9681A8-EEE2-56F4-9B39-ECCBEE0471AC}" dt="2026-06-04T04:43:23.939" v="5479" actId="2890"/>
        <pc:sldMkLst>
          <pc:docMk/>
          <pc:sldMk cId="701392879" sldId="296"/>
        </pc:sldMkLst>
      </pc:sldChg>
      <pc:sldChg chg="addSp modSp add mod">
        <pc:chgData name="Toby Donaldson" userId="2e6e5431-bb17-4c41-9985-d39c50d83c73" providerId="ADAL" clId="{7F9681A8-EEE2-56F4-9B39-ECCBEE0471AC}" dt="2026-06-04T04:48:51.003" v="5805" actId="20577"/>
        <pc:sldMkLst>
          <pc:docMk/>
          <pc:sldMk cId="2382837325" sldId="297"/>
        </pc:sldMkLst>
        <pc:spChg chg="mod">
          <ac:chgData name="Toby Donaldson" userId="2e6e5431-bb17-4c41-9985-d39c50d83c73" providerId="ADAL" clId="{7F9681A8-EEE2-56F4-9B39-ECCBEE0471AC}" dt="2026-06-04T04:48:29.366" v="5784" actId="20577"/>
          <ac:spMkLst>
            <pc:docMk/>
            <pc:sldMk cId="2382837325" sldId="297"/>
            <ac:spMk id="2" creationId="{B873D0AA-B879-384D-032A-1E71A9BF7945}"/>
          </ac:spMkLst>
        </pc:spChg>
        <pc:spChg chg="add mod">
          <ac:chgData name="Toby Donaldson" userId="2e6e5431-bb17-4c41-9985-d39c50d83c73" providerId="ADAL" clId="{7F9681A8-EEE2-56F4-9B39-ECCBEE0471AC}" dt="2026-06-04T04:48:51.003" v="5805" actId="20577"/>
          <ac:spMkLst>
            <pc:docMk/>
            <pc:sldMk cId="2382837325" sldId="297"/>
            <ac:spMk id="3" creationId="{708EB8E6-B919-FABD-9CD0-230DBBD9FEA5}"/>
          </ac:spMkLst>
        </pc:spChg>
      </pc:sldChg>
      <pc:sldChg chg="add">
        <pc:chgData name="Toby Donaldson" userId="2e6e5431-bb17-4c41-9985-d39c50d83c73" providerId="ADAL" clId="{7F9681A8-EEE2-56F4-9B39-ECCBEE0471AC}" dt="2026-06-04T04:48:34.431" v="5785" actId="2890"/>
        <pc:sldMkLst>
          <pc:docMk/>
          <pc:sldMk cId="2057144973" sldId="298"/>
        </pc:sldMkLst>
      </pc:sldChg>
      <pc:sldChg chg="modSp new mod">
        <pc:chgData name="Toby Donaldson" userId="2e6e5431-bb17-4c41-9985-d39c50d83c73" providerId="ADAL" clId="{7F9681A8-EEE2-56F4-9B39-ECCBEE0471AC}" dt="2026-06-04T04:58:08.586" v="6818" actId="20577"/>
        <pc:sldMkLst>
          <pc:docMk/>
          <pc:sldMk cId="2910315310" sldId="299"/>
        </pc:sldMkLst>
        <pc:spChg chg="mod">
          <ac:chgData name="Toby Donaldson" userId="2e6e5431-bb17-4c41-9985-d39c50d83c73" providerId="ADAL" clId="{7F9681A8-EEE2-56F4-9B39-ECCBEE0471AC}" dt="2026-06-04T04:52:17.110" v="6345" actId="20577"/>
          <ac:spMkLst>
            <pc:docMk/>
            <pc:sldMk cId="2910315310" sldId="299"/>
            <ac:spMk id="2" creationId="{9770C4F0-6218-8DA6-04B5-A267169B0DE5}"/>
          </ac:spMkLst>
        </pc:spChg>
        <pc:spChg chg="mod">
          <ac:chgData name="Toby Donaldson" userId="2e6e5431-bb17-4c41-9985-d39c50d83c73" providerId="ADAL" clId="{7F9681A8-EEE2-56F4-9B39-ECCBEE0471AC}" dt="2026-06-04T04:58:08.586" v="6818" actId="20577"/>
          <ac:spMkLst>
            <pc:docMk/>
            <pc:sldMk cId="2910315310" sldId="299"/>
            <ac:spMk id="3" creationId="{B52455C7-4858-EBC3-52BD-AF513D05F5D4}"/>
          </ac:spMkLst>
        </pc:spChg>
      </pc:sldChg>
      <pc:sldChg chg="addSp modSp add mod">
        <pc:chgData name="Toby Donaldson" userId="2e6e5431-bb17-4c41-9985-d39c50d83c73" providerId="ADAL" clId="{7F9681A8-EEE2-56F4-9B39-ECCBEE0471AC}" dt="2026-06-04T05:04:57.642" v="7292" actId="20577"/>
        <pc:sldMkLst>
          <pc:docMk/>
          <pc:sldMk cId="1695117310" sldId="300"/>
        </pc:sldMkLst>
        <pc:spChg chg="mod">
          <ac:chgData name="Toby Donaldson" userId="2e6e5431-bb17-4c41-9985-d39c50d83c73" providerId="ADAL" clId="{7F9681A8-EEE2-56F4-9B39-ECCBEE0471AC}" dt="2026-06-04T04:58:40.047" v="6825" actId="20577"/>
          <ac:spMkLst>
            <pc:docMk/>
            <pc:sldMk cId="1695117310" sldId="300"/>
            <ac:spMk id="2" creationId="{DED5B343-126A-8B4B-2E12-662A07DB35A3}"/>
          </ac:spMkLst>
        </pc:spChg>
        <pc:spChg chg="mod">
          <ac:chgData name="Toby Donaldson" userId="2e6e5431-bb17-4c41-9985-d39c50d83c73" providerId="ADAL" clId="{7F9681A8-EEE2-56F4-9B39-ECCBEE0471AC}" dt="2026-06-04T05:04:57.642" v="7292" actId="20577"/>
          <ac:spMkLst>
            <pc:docMk/>
            <pc:sldMk cId="1695117310" sldId="300"/>
            <ac:spMk id="3" creationId="{8C8B2046-26FE-A3E8-17AC-D1D30F20D32A}"/>
          </ac:spMkLst>
        </pc:spChg>
        <pc:picChg chg="add mod">
          <ac:chgData name="Toby Donaldson" userId="2e6e5431-bb17-4c41-9985-d39c50d83c73" providerId="ADAL" clId="{7F9681A8-EEE2-56F4-9B39-ECCBEE0471AC}" dt="2026-06-04T05:03:16.427" v="7289" actId="1076"/>
          <ac:picMkLst>
            <pc:docMk/>
            <pc:sldMk cId="1695117310" sldId="300"/>
            <ac:picMk id="4098" creationId="{20A11A53-97F0-C045-DBF8-3BAF760E251F}"/>
          </ac:picMkLst>
        </pc:picChg>
      </pc:sldChg>
      <pc:sldChg chg="modSp new mod">
        <pc:chgData name="Toby Donaldson" userId="2e6e5431-bb17-4c41-9985-d39c50d83c73" providerId="ADAL" clId="{7F9681A8-EEE2-56F4-9B39-ECCBEE0471AC}" dt="2026-06-04T05:09:21.916" v="7934" actId="12"/>
        <pc:sldMkLst>
          <pc:docMk/>
          <pc:sldMk cId="2872223574" sldId="301"/>
        </pc:sldMkLst>
        <pc:spChg chg="mod">
          <ac:chgData name="Toby Donaldson" userId="2e6e5431-bb17-4c41-9985-d39c50d83c73" providerId="ADAL" clId="{7F9681A8-EEE2-56F4-9B39-ECCBEE0471AC}" dt="2026-06-04T05:05:14.446" v="7322" actId="20577"/>
          <ac:spMkLst>
            <pc:docMk/>
            <pc:sldMk cId="2872223574" sldId="301"/>
            <ac:spMk id="2" creationId="{FE214848-D981-3252-631B-A8A9F064B297}"/>
          </ac:spMkLst>
        </pc:spChg>
        <pc:spChg chg="mod">
          <ac:chgData name="Toby Donaldson" userId="2e6e5431-bb17-4c41-9985-d39c50d83c73" providerId="ADAL" clId="{7F9681A8-EEE2-56F4-9B39-ECCBEE0471AC}" dt="2026-06-04T05:09:21.916" v="7934" actId="12"/>
          <ac:spMkLst>
            <pc:docMk/>
            <pc:sldMk cId="2872223574" sldId="301"/>
            <ac:spMk id="3" creationId="{AC6C5763-4A54-B6FC-8EF4-ACC717F694D3}"/>
          </ac:spMkLst>
        </pc:spChg>
      </pc:sldChg>
      <pc:sldChg chg="modSp add mod">
        <pc:chgData name="Toby Donaldson" userId="2e6e5431-bb17-4c41-9985-d39c50d83c73" providerId="ADAL" clId="{7F9681A8-EEE2-56F4-9B39-ECCBEE0471AC}" dt="2026-06-04T05:11:45.964" v="8380" actId="20577"/>
        <pc:sldMkLst>
          <pc:docMk/>
          <pc:sldMk cId="662432706" sldId="302"/>
        </pc:sldMkLst>
        <pc:spChg chg="mod">
          <ac:chgData name="Toby Donaldson" userId="2e6e5431-bb17-4c41-9985-d39c50d83c73" providerId="ADAL" clId="{7F9681A8-EEE2-56F4-9B39-ECCBEE0471AC}" dt="2026-06-04T05:11:45.964" v="8380" actId="20577"/>
          <ac:spMkLst>
            <pc:docMk/>
            <pc:sldMk cId="662432706" sldId="302"/>
            <ac:spMk id="3" creationId="{FF3D0282-4D64-E665-5DA5-06DBCF02C29F}"/>
          </ac:spMkLst>
        </pc:spChg>
      </pc:sldChg>
      <pc:sldChg chg="modSp add mod">
        <pc:chgData name="Toby Donaldson" userId="2e6e5431-bb17-4c41-9985-d39c50d83c73" providerId="ADAL" clId="{7F9681A8-EEE2-56F4-9B39-ECCBEE0471AC}" dt="2026-06-04T05:13:11.867" v="8734" actId="20577"/>
        <pc:sldMkLst>
          <pc:docMk/>
          <pc:sldMk cId="3016989900" sldId="303"/>
        </pc:sldMkLst>
        <pc:spChg chg="mod">
          <ac:chgData name="Toby Donaldson" userId="2e6e5431-bb17-4c41-9985-d39c50d83c73" providerId="ADAL" clId="{7F9681A8-EEE2-56F4-9B39-ECCBEE0471AC}" dt="2026-06-04T05:13:11.867" v="8734" actId="20577"/>
          <ac:spMkLst>
            <pc:docMk/>
            <pc:sldMk cId="3016989900" sldId="303"/>
            <ac:spMk id="3" creationId="{D655C748-8309-9F1D-069F-18D2AF3F4DB1}"/>
          </ac:spMkLst>
        </pc:spChg>
      </pc:sldChg>
      <pc:sldChg chg="addSp modSp add mod">
        <pc:chgData name="Toby Donaldson" userId="2e6e5431-bb17-4c41-9985-d39c50d83c73" providerId="ADAL" clId="{7F9681A8-EEE2-56F4-9B39-ECCBEE0471AC}" dt="2026-06-04T05:36:06.085" v="9618" actId="20577"/>
        <pc:sldMkLst>
          <pc:docMk/>
          <pc:sldMk cId="912738942" sldId="304"/>
        </pc:sldMkLst>
        <pc:spChg chg="mod">
          <ac:chgData name="Toby Donaldson" userId="2e6e5431-bb17-4c41-9985-d39c50d83c73" providerId="ADAL" clId="{7F9681A8-EEE2-56F4-9B39-ECCBEE0471AC}" dt="2026-06-04T05:29:58.795" v="9547" actId="20577"/>
          <ac:spMkLst>
            <pc:docMk/>
            <pc:sldMk cId="912738942" sldId="304"/>
            <ac:spMk id="3" creationId="{4B45EEF8-6E39-9A15-56D0-915D0AF8B604}"/>
          </ac:spMkLst>
        </pc:spChg>
        <pc:spChg chg="add mod">
          <ac:chgData name="Toby Donaldson" userId="2e6e5431-bb17-4c41-9985-d39c50d83c73" providerId="ADAL" clId="{7F9681A8-EEE2-56F4-9B39-ECCBEE0471AC}" dt="2026-06-04T05:24:38.342" v="9404" actId="113"/>
          <ac:spMkLst>
            <pc:docMk/>
            <pc:sldMk cId="912738942" sldId="304"/>
            <ac:spMk id="4" creationId="{BDFC72C7-4666-B887-2BD9-6D5944489793}"/>
          </ac:spMkLst>
        </pc:spChg>
        <pc:spChg chg="add mod">
          <ac:chgData name="Toby Donaldson" userId="2e6e5431-bb17-4c41-9985-d39c50d83c73" providerId="ADAL" clId="{7F9681A8-EEE2-56F4-9B39-ECCBEE0471AC}" dt="2026-06-04T05:29:02.049" v="9497" actId="20577"/>
          <ac:spMkLst>
            <pc:docMk/>
            <pc:sldMk cId="912738942" sldId="304"/>
            <ac:spMk id="5" creationId="{8CE30434-571D-4D6B-ED1A-C85C72541CD8}"/>
          </ac:spMkLst>
        </pc:spChg>
        <pc:spChg chg="add mod">
          <ac:chgData name="Toby Donaldson" userId="2e6e5431-bb17-4c41-9985-d39c50d83c73" providerId="ADAL" clId="{7F9681A8-EEE2-56F4-9B39-ECCBEE0471AC}" dt="2026-06-04T05:29:20.495" v="9504" actId="20577"/>
          <ac:spMkLst>
            <pc:docMk/>
            <pc:sldMk cId="912738942" sldId="304"/>
            <ac:spMk id="6" creationId="{AB9D2841-8D63-1633-2028-5819170FB9CF}"/>
          </ac:spMkLst>
        </pc:spChg>
        <pc:spChg chg="add mod">
          <ac:chgData name="Toby Donaldson" userId="2e6e5431-bb17-4c41-9985-d39c50d83c73" providerId="ADAL" clId="{7F9681A8-EEE2-56F4-9B39-ECCBEE0471AC}" dt="2026-06-04T05:36:06.085" v="9618" actId="20577"/>
          <ac:spMkLst>
            <pc:docMk/>
            <pc:sldMk cId="912738942" sldId="304"/>
            <ac:spMk id="7" creationId="{CB9E55DD-B9B4-B7CD-1F7B-DEF93301B117}"/>
          </ac:spMkLst>
        </pc:spChg>
        <pc:spChg chg="add mod">
          <ac:chgData name="Toby Donaldson" userId="2e6e5431-bb17-4c41-9985-d39c50d83c73" providerId="ADAL" clId="{7F9681A8-EEE2-56F4-9B39-ECCBEE0471AC}" dt="2026-06-04T05:32:04.190" v="9592" actId="20577"/>
          <ac:spMkLst>
            <pc:docMk/>
            <pc:sldMk cId="912738942" sldId="304"/>
            <ac:spMk id="8" creationId="{35420A1F-A304-4136-002E-DF5B8C553E6E}"/>
          </ac:spMkLst>
        </pc:spChg>
      </pc:sldChg>
      <pc:sldChg chg="modSp new mod">
        <pc:chgData name="Toby Donaldson" userId="2e6e5431-bb17-4c41-9985-d39c50d83c73" providerId="ADAL" clId="{7F9681A8-EEE2-56F4-9B39-ECCBEE0471AC}" dt="2026-06-04T05:44:00.966" v="10700" actId="20577"/>
        <pc:sldMkLst>
          <pc:docMk/>
          <pc:sldMk cId="3364763837" sldId="305"/>
        </pc:sldMkLst>
        <pc:spChg chg="mod">
          <ac:chgData name="Toby Donaldson" userId="2e6e5431-bb17-4c41-9985-d39c50d83c73" providerId="ADAL" clId="{7F9681A8-EEE2-56F4-9B39-ECCBEE0471AC}" dt="2026-06-04T05:37:09.572" v="9652" actId="20577"/>
          <ac:spMkLst>
            <pc:docMk/>
            <pc:sldMk cId="3364763837" sldId="305"/>
            <ac:spMk id="2" creationId="{B572CD83-D057-1936-6017-03457FAA7441}"/>
          </ac:spMkLst>
        </pc:spChg>
        <pc:spChg chg="mod">
          <ac:chgData name="Toby Donaldson" userId="2e6e5431-bb17-4c41-9985-d39c50d83c73" providerId="ADAL" clId="{7F9681A8-EEE2-56F4-9B39-ECCBEE0471AC}" dt="2026-06-04T05:44:00.966" v="10700" actId="20577"/>
          <ac:spMkLst>
            <pc:docMk/>
            <pc:sldMk cId="3364763837" sldId="305"/>
            <ac:spMk id="3" creationId="{BF347DE9-87E0-1B77-2DD8-43209FBAF3E0}"/>
          </ac:spMkLst>
        </pc:spChg>
      </pc:sldChg>
      <pc:sldChg chg="modSp add mod">
        <pc:chgData name="Toby Donaldson" userId="2e6e5431-bb17-4c41-9985-d39c50d83c73" providerId="ADAL" clId="{7F9681A8-EEE2-56F4-9B39-ECCBEE0471AC}" dt="2026-06-04T05:44:48.606" v="10793" actId="113"/>
        <pc:sldMkLst>
          <pc:docMk/>
          <pc:sldMk cId="3397604499" sldId="306"/>
        </pc:sldMkLst>
        <pc:spChg chg="mod">
          <ac:chgData name="Toby Donaldson" userId="2e6e5431-bb17-4c41-9985-d39c50d83c73" providerId="ADAL" clId="{7F9681A8-EEE2-56F4-9B39-ECCBEE0471AC}" dt="2026-06-04T05:44:48.606" v="10793" actId="113"/>
          <ac:spMkLst>
            <pc:docMk/>
            <pc:sldMk cId="3397604499" sldId="306"/>
            <ac:spMk id="3" creationId="{99503519-3926-2B4D-84B6-7F905714AB44}"/>
          </ac:spMkLst>
        </pc:spChg>
      </pc:sldChg>
      <pc:sldChg chg="modSp new mod">
        <pc:chgData name="Toby Donaldson" userId="2e6e5431-bb17-4c41-9985-d39c50d83c73" providerId="ADAL" clId="{7F9681A8-EEE2-56F4-9B39-ECCBEE0471AC}" dt="2026-06-04T05:56:51.036" v="12645" actId="113"/>
        <pc:sldMkLst>
          <pc:docMk/>
          <pc:sldMk cId="145551948" sldId="307"/>
        </pc:sldMkLst>
        <pc:spChg chg="mod">
          <ac:chgData name="Toby Donaldson" userId="2e6e5431-bb17-4c41-9985-d39c50d83c73" providerId="ADAL" clId="{7F9681A8-EEE2-56F4-9B39-ECCBEE0471AC}" dt="2026-06-04T05:46:38.662" v="11154" actId="20577"/>
          <ac:spMkLst>
            <pc:docMk/>
            <pc:sldMk cId="145551948" sldId="307"/>
            <ac:spMk id="2" creationId="{A3514B4C-CC51-55DE-1850-41A4D244DC3E}"/>
          </ac:spMkLst>
        </pc:spChg>
        <pc:spChg chg="mod">
          <ac:chgData name="Toby Donaldson" userId="2e6e5431-bb17-4c41-9985-d39c50d83c73" providerId="ADAL" clId="{7F9681A8-EEE2-56F4-9B39-ECCBEE0471AC}" dt="2026-06-04T05:56:51.036" v="12645" actId="113"/>
          <ac:spMkLst>
            <pc:docMk/>
            <pc:sldMk cId="145551948" sldId="307"/>
            <ac:spMk id="3" creationId="{2FC0ADE3-BD30-FE8B-8FEE-C236EEB195E8}"/>
          </ac:spMkLst>
        </pc:spChg>
      </pc:sldChg>
      <pc:sldChg chg="addSp modSp add mod">
        <pc:chgData name="Toby Donaldson" userId="2e6e5431-bb17-4c41-9985-d39c50d83c73" providerId="ADAL" clId="{7F9681A8-EEE2-56F4-9B39-ECCBEE0471AC}" dt="2026-06-04T06:23:10.063" v="13357" actId="1076"/>
        <pc:sldMkLst>
          <pc:docMk/>
          <pc:sldMk cId="1782430822" sldId="308"/>
        </pc:sldMkLst>
        <pc:spChg chg="mod">
          <ac:chgData name="Toby Donaldson" userId="2e6e5431-bb17-4c41-9985-d39c50d83c73" providerId="ADAL" clId="{7F9681A8-EEE2-56F4-9B39-ECCBEE0471AC}" dt="2026-06-04T05:57:13.540" v="12695" actId="20577"/>
          <ac:spMkLst>
            <pc:docMk/>
            <pc:sldMk cId="1782430822" sldId="308"/>
            <ac:spMk id="2" creationId="{9F3762A1-78B0-81A1-7CDE-42F819A969A8}"/>
          </ac:spMkLst>
        </pc:spChg>
        <pc:spChg chg="mod">
          <ac:chgData name="Toby Donaldson" userId="2e6e5431-bb17-4c41-9985-d39c50d83c73" providerId="ADAL" clId="{7F9681A8-EEE2-56F4-9B39-ECCBEE0471AC}" dt="2026-06-04T06:20:48.809" v="12950"/>
          <ac:spMkLst>
            <pc:docMk/>
            <pc:sldMk cId="1782430822" sldId="308"/>
            <ac:spMk id="3" creationId="{A644B9CA-F71A-FC6B-741E-0C4175FAEF0C}"/>
          </ac:spMkLst>
        </pc:spChg>
        <pc:spChg chg="add mod">
          <ac:chgData name="Toby Donaldson" userId="2e6e5431-bb17-4c41-9985-d39c50d83c73" providerId="ADAL" clId="{7F9681A8-EEE2-56F4-9B39-ECCBEE0471AC}" dt="2026-06-04T06:23:10.063" v="13357" actId="1076"/>
          <ac:spMkLst>
            <pc:docMk/>
            <pc:sldMk cId="1782430822" sldId="308"/>
            <ac:spMk id="4" creationId="{2CD18213-6A20-9AA5-D857-4CD9FAE44D61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04T06:58:12.525" v="14029" actId="20577"/>
        <pc:sldMkLst>
          <pc:docMk/>
          <pc:sldMk cId="2206279283" sldId="309"/>
        </pc:sldMkLst>
        <pc:spChg chg="mod">
          <ac:chgData name="Toby Donaldson" userId="2e6e5431-bb17-4c41-9985-d39c50d83c73" providerId="ADAL" clId="{7F9681A8-EEE2-56F4-9B39-ECCBEE0471AC}" dt="2026-06-04T06:23:21.842" v="13369" actId="20577"/>
          <ac:spMkLst>
            <pc:docMk/>
            <pc:sldMk cId="2206279283" sldId="309"/>
            <ac:spMk id="2" creationId="{12132F14-738D-057E-DCA5-4A22AE4F0DDB}"/>
          </ac:spMkLst>
        </pc:spChg>
        <pc:spChg chg="mod">
          <ac:chgData name="Toby Donaldson" userId="2e6e5431-bb17-4c41-9985-d39c50d83c73" providerId="ADAL" clId="{7F9681A8-EEE2-56F4-9B39-ECCBEE0471AC}" dt="2026-06-04T06:58:12.525" v="14029" actId="20577"/>
          <ac:spMkLst>
            <pc:docMk/>
            <pc:sldMk cId="2206279283" sldId="309"/>
            <ac:spMk id="3" creationId="{F7BBF5CE-8546-7120-B661-251591F7A7E9}"/>
          </ac:spMkLst>
        </pc:spChg>
        <pc:spChg chg="add mod">
          <ac:chgData name="Toby Donaldson" userId="2e6e5431-bb17-4c41-9985-d39c50d83c73" providerId="ADAL" clId="{7F9681A8-EEE2-56F4-9B39-ECCBEE0471AC}" dt="2026-06-04T06:58:07.037" v="14022" actId="20577"/>
          <ac:spMkLst>
            <pc:docMk/>
            <pc:sldMk cId="2206279283" sldId="309"/>
            <ac:spMk id="4" creationId="{F641BB34-0F1D-B18C-D1CC-311F4DEE87FD}"/>
          </ac:spMkLst>
        </pc:spChg>
        <pc:spChg chg="add del mod">
          <ac:chgData name="Toby Donaldson" userId="2e6e5431-bb17-4c41-9985-d39c50d83c73" providerId="ADAL" clId="{7F9681A8-EEE2-56F4-9B39-ECCBEE0471AC}" dt="2026-06-04T06:48:16.850" v="14015" actId="21"/>
          <ac:spMkLst>
            <pc:docMk/>
            <pc:sldMk cId="2206279283" sldId="309"/>
            <ac:spMk id="5" creationId="{F2773040-AD88-E7A7-B2E8-2DE270483E55}"/>
          </ac:spMkLst>
        </pc:spChg>
      </pc:sldChg>
      <pc:sldChg chg="addSp modSp add mod">
        <pc:chgData name="Toby Donaldson" userId="2e6e5431-bb17-4c41-9985-d39c50d83c73" providerId="ADAL" clId="{7F9681A8-EEE2-56F4-9B39-ECCBEE0471AC}" dt="2026-06-04T06:34:29.372" v="14005" actId="207"/>
        <pc:sldMkLst>
          <pc:docMk/>
          <pc:sldMk cId="2559814096" sldId="310"/>
        </pc:sldMkLst>
        <pc:spChg chg="mod">
          <ac:chgData name="Toby Donaldson" userId="2e6e5431-bb17-4c41-9985-d39c50d83c73" providerId="ADAL" clId="{7F9681A8-EEE2-56F4-9B39-ECCBEE0471AC}" dt="2026-06-04T06:29:13.714" v="13798" actId="20577"/>
          <ac:spMkLst>
            <pc:docMk/>
            <pc:sldMk cId="2559814096" sldId="310"/>
            <ac:spMk id="2" creationId="{38A566D7-4E3B-B9F5-B77E-6DCEF1791647}"/>
          </ac:spMkLst>
        </pc:spChg>
        <pc:spChg chg="mod">
          <ac:chgData name="Toby Donaldson" userId="2e6e5431-bb17-4c41-9985-d39c50d83c73" providerId="ADAL" clId="{7F9681A8-EEE2-56F4-9B39-ECCBEE0471AC}" dt="2026-06-04T06:31:34.916" v="13896"/>
          <ac:spMkLst>
            <pc:docMk/>
            <pc:sldMk cId="2559814096" sldId="310"/>
            <ac:spMk id="3" creationId="{C0FEE9EE-6462-AF42-7A1B-15F19423D4B7}"/>
          </ac:spMkLst>
        </pc:spChg>
        <pc:spChg chg="mod">
          <ac:chgData name="Toby Donaldson" userId="2e6e5431-bb17-4c41-9985-d39c50d83c73" providerId="ADAL" clId="{7F9681A8-EEE2-56F4-9B39-ECCBEE0471AC}" dt="2026-06-04T06:31:53.051" v="13901" actId="5793"/>
          <ac:spMkLst>
            <pc:docMk/>
            <pc:sldMk cId="2559814096" sldId="310"/>
            <ac:spMk id="4" creationId="{C461B396-48F7-330C-DCFC-7BF9147DD72D}"/>
          </ac:spMkLst>
        </pc:spChg>
        <pc:spChg chg="mod">
          <ac:chgData name="Toby Donaldson" userId="2e6e5431-bb17-4c41-9985-d39c50d83c73" providerId="ADAL" clId="{7F9681A8-EEE2-56F4-9B39-ECCBEE0471AC}" dt="2026-06-04T06:34:19.766" v="14004" actId="207"/>
          <ac:spMkLst>
            <pc:docMk/>
            <pc:sldMk cId="2559814096" sldId="310"/>
            <ac:spMk id="5" creationId="{F4D3A474-A311-B616-AB39-A7F5B2E76826}"/>
          </ac:spMkLst>
        </pc:spChg>
        <pc:spChg chg="add mod">
          <ac:chgData name="Toby Donaldson" userId="2e6e5431-bb17-4c41-9985-d39c50d83c73" providerId="ADAL" clId="{7F9681A8-EEE2-56F4-9B39-ECCBEE0471AC}" dt="2026-06-04T06:34:29.372" v="14005" actId="207"/>
          <ac:spMkLst>
            <pc:docMk/>
            <pc:sldMk cId="2559814096" sldId="310"/>
            <ac:spMk id="6" creationId="{7059C636-8EDE-BC78-8284-BD316F064098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04T07:11:15.447" v="14728" actId="20577"/>
        <pc:sldMkLst>
          <pc:docMk/>
          <pc:sldMk cId="2111329952" sldId="311"/>
        </pc:sldMkLst>
        <pc:spChg chg="mod">
          <ac:chgData name="Toby Donaldson" userId="2e6e5431-bb17-4c41-9985-d39c50d83c73" providerId="ADAL" clId="{7F9681A8-EEE2-56F4-9B39-ECCBEE0471AC}" dt="2026-06-04T07:01:02.841" v="14074" actId="20577"/>
          <ac:spMkLst>
            <pc:docMk/>
            <pc:sldMk cId="2111329952" sldId="311"/>
            <ac:spMk id="2" creationId="{0203A42C-8E16-FBCB-6EAF-F825EBD6A8EA}"/>
          </ac:spMkLst>
        </pc:spChg>
        <pc:spChg chg="del mod">
          <ac:chgData name="Toby Donaldson" userId="2e6e5431-bb17-4c41-9985-d39c50d83c73" providerId="ADAL" clId="{7F9681A8-EEE2-56F4-9B39-ECCBEE0471AC}" dt="2026-06-04T07:02:51.249" v="14122" actId="21"/>
          <ac:spMkLst>
            <pc:docMk/>
            <pc:sldMk cId="2111329952" sldId="311"/>
            <ac:spMk id="3" creationId="{9E32A006-FCB5-B5E6-10BC-333D921D0868}"/>
          </ac:spMkLst>
        </pc:spChg>
        <pc:spChg chg="add mod">
          <ac:chgData name="Toby Donaldson" userId="2e6e5431-bb17-4c41-9985-d39c50d83c73" providerId="ADAL" clId="{7F9681A8-EEE2-56F4-9B39-ECCBEE0471AC}" dt="2026-06-04T07:04:24.004" v="14154" actId="121"/>
          <ac:spMkLst>
            <pc:docMk/>
            <pc:sldMk cId="2111329952" sldId="311"/>
            <ac:spMk id="4" creationId="{D1DD82A6-9F1C-B40A-4F9F-ABB93E3CA4FF}"/>
          </ac:spMkLst>
        </pc:spChg>
        <pc:spChg chg="add del mod">
          <ac:chgData name="Toby Donaldson" userId="2e6e5431-bb17-4c41-9985-d39c50d83c73" providerId="ADAL" clId="{7F9681A8-EEE2-56F4-9B39-ECCBEE0471AC}" dt="2026-06-04T07:02:53.442" v="14123" actId="21"/>
          <ac:spMkLst>
            <pc:docMk/>
            <pc:sldMk cId="2111329952" sldId="311"/>
            <ac:spMk id="6" creationId="{4FC45180-5C06-D42D-0384-93B22E8BD0A0}"/>
          </ac:spMkLst>
        </pc:spChg>
        <pc:spChg chg="add mod">
          <ac:chgData name="Toby Donaldson" userId="2e6e5431-bb17-4c41-9985-d39c50d83c73" providerId="ADAL" clId="{7F9681A8-EEE2-56F4-9B39-ECCBEE0471AC}" dt="2026-06-04T07:11:15.447" v="14728" actId="20577"/>
          <ac:spMkLst>
            <pc:docMk/>
            <pc:sldMk cId="2111329952" sldId="311"/>
            <ac:spMk id="7" creationId="{A4D84C17-4DDB-1D35-4E8F-BCE66AAD8E43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04T07:25:50.150" v="15809" actId="20577"/>
        <pc:sldMkLst>
          <pc:docMk/>
          <pc:sldMk cId="2227623225" sldId="312"/>
        </pc:sldMkLst>
        <pc:spChg chg="mod">
          <ac:chgData name="Toby Donaldson" userId="2e6e5431-bb17-4c41-9985-d39c50d83c73" providerId="ADAL" clId="{7F9681A8-EEE2-56F4-9B39-ECCBEE0471AC}" dt="2026-06-04T07:04:56.731" v="14164" actId="20577"/>
          <ac:spMkLst>
            <pc:docMk/>
            <pc:sldMk cId="2227623225" sldId="312"/>
            <ac:spMk id="2" creationId="{236DA0A8-4969-52AF-7B0B-8E3B7F8EE375}"/>
          </ac:spMkLst>
        </pc:spChg>
        <pc:spChg chg="mod">
          <ac:chgData name="Toby Donaldson" userId="2e6e5431-bb17-4c41-9985-d39c50d83c73" providerId="ADAL" clId="{7F9681A8-EEE2-56F4-9B39-ECCBEE0471AC}" dt="2026-06-04T07:21:55.636" v="15564" actId="20577"/>
          <ac:spMkLst>
            <pc:docMk/>
            <pc:sldMk cId="2227623225" sldId="312"/>
            <ac:spMk id="3" creationId="{687C3B42-E935-4067-35F4-F6571C207FE2}"/>
          </ac:spMkLst>
        </pc:spChg>
        <pc:spChg chg="add del mod">
          <ac:chgData name="Toby Donaldson" userId="2e6e5431-bb17-4c41-9985-d39c50d83c73" providerId="ADAL" clId="{7F9681A8-EEE2-56F4-9B39-ECCBEE0471AC}" dt="2026-06-04T07:10:57.466" v="14718" actId="21"/>
          <ac:spMkLst>
            <pc:docMk/>
            <pc:sldMk cId="2227623225" sldId="312"/>
            <ac:spMk id="4" creationId="{8D96DAC0-57FC-A8F5-EE46-2B77F26C06DD}"/>
          </ac:spMkLst>
        </pc:spChg>
        <pc:spChg chg="add mod">
          <ac:chgData name="Toby Donaldson" userId="2e6e5431-bb17-4c41-9985-d39c50d83c73" providerId="ADAL" clId="{7F9681A8-EEE2-56F4-9B39-ECCBEE0471AC}" dt="2026-06-04T07:09:00.647" v="14656" actId="1076"/>
          <ac:spMkLst>
            <pc:docMk/>
            <pc:sldMk cId="2227623225" sldId="312"/>
            <ac:spMk id="6" creationId="{4C9FAF12-7C1F-75EA-92AB-D3066B76FCAB}"/>
          </ac:spMkLst>
        </pc:spChg>
        <pc:spChg chg="add mod">
          <ac:chgData name="Toby Donaldson" userId="2e6e5431-bb17-4c41-9985-d39c50d83c73" providerId="ADAL" clId="{7F9681A8-EEE2-56F4-9B39-ECCBEE0471AC}" dt="2026-06-04T07:25:50.150" v="15809" actId="20577"/>
          <ac:spMkLst>
            <pc:docMk/>
            <pc:sldMk cId="2227623225" sldId="312"/>
            <ac:spMk id="7" creationId="{9B279F42-F9A9-C3BC-1EC4-FFFC58FAEBF7}"/>
          </ac:spMkLst>
        </pc:spChg>
        <pc:spChg chg="add mod">
          <ac:chgData name="Toby Donaldson" userId="2e6e5431-bb17-4c41-9985-d39c50d83c73" providerId="ADAL" clId="{7F9681A8-EEE2-56F4-9B39-ECCBEE0471AC}" dt="2026-06-04T07:25:03.807" v="15762" actId="465"/>
          <ac:spMkLst>
            <pc:docMk/>
            <pc:sldMk cId="2227623225" sldId="312"/>
            <ac:spMk id="8" creationId="{699ABB4D-6AC8-E3F5-A557-7B8777FA050D}"/>
          </ac:spMkLst>
        </pc:spChg>
        <pc:spChg chg="add mod">
          <ac:chgData name="Toby Donaldson" userId="2e6e5431-bb17-4c41-9985-d39c50d83c73" providerId="ADAL" clId="{7F9681A8-EEE2-56F4-9B39-ECCBEE0471AC}" dt="2026-06-04T07:25:03.807" v="15762" actId="465"/>
          <ac:spMkLst>
            <pc:docMk/>
            <pc:sldMk cId="2227623225" sldId="312"/>
            <ac:spMk id="9" creationId="{00086B44-D91B-7FA5-B6B0-B95AB9427215}"/>
          </ac:spMkLst>
        </pc:spChg>
        <pc:spChg chg="add mod">
          <ac:chgData name="Toby Donaldson" userId="2e6e5431-bb17-4c41-9985-d39c50d83c73" providerId="ADAL" clId="{7F9681A8-EEE2-56F4-9B39-ECCBEE0471AC}" dt="2026-06-04T07:25:03.807" v="15762" actId="465"/>
          <ac:spMkLst>
            <pc:docMk/>
            <pc:sldMk cId="2227623225" sldId="312"/>
            <ac:spMk id="10" creationId="{CFC91B80-5C12-A597-1E20-D4CFDE1724BF}"/>
          </ac:spMkLst>
        </pc:spChg>
      </pc:sldChg>
      <pc:sldChg chg="delSp modSp add mod">
        <pc:chgData name="Toby Donaldson" userId="2e6e5431-bb17-4c41-9985-d39c50d83c73" providerId="ADAL" clId="{7F9681A8-EEE2-56F4-9B39-ECCBEE0471AC}" dt="2026-06-04T07:22:56.695" v="15626" actId="27636"/>
        <pc:sldMkLst>
          <pc:docMk/>
          <pc:sldMk cId="1599179371" sldId="313"/>
        </pc:sldMkLst>
        <pc:spChg chg="mod">
          <ac:chgData name="Toby Donaldson" userId="2e6e5431-bb17-4c41-9985-d39c50d83c73" providerId="ADAL" clId="{7F9681A8-EEE2-56F4-9B39-ECCBEE0471AC}" dt="2026-06-04T07:14:45.938" v="15039" actId="20577"/>
          <ac:spMkLst>
            <pc:docMk/>
            <pc:sldMk cId="1599179371" sldId="313"/>
            <ac:spMk id="2" creationId="{1B5DA2F2-7443-9003-FCE0-2E5A5EE5FF95}"/>
          </ac:spMkLst>
        </pc:spChg>
        <pc:spChg chg="mod">
          <ac:chgData name="Toby Donaldson" userId="2e6e5431-bb17-4c41-9985-d39c50d83c73" providerId="ADAL" clId="{7F9681A8-EEE2-56F4-9B39-ECCBEE0471AC}" dt="2026-06-04T07:22:56.695" v="15626" actId="27636"/>
          <ac:spMkLst>
            <pc:docMk/>
            <pc:sldMk cId="1599179371" sldId="313"/>
            <ac:spMk id="3" creationId="{C4E38785-CED8-8CEB-884F-DCB3D79BFCF3}"/>
          </ac:spMkLst>
        </pc:spChg>
        <pc:spChg chg="del mod">
          <ac:chgData name="Toby Donaldson" userId="2e6e5431-bb17-4c41-9985-d39c50d83c73" providerId="ADAL" clId="{7F9681A8-EEE2-56F4-9B39-ECCBEE0471AC}" dt="2026-06-04T07:18:07.925" v="15139" actId="21"/>
          <ac:spMkLst>
            <pc:docMk/>
            <pc:sldMk cId="1599179371" sldId="313"/>
            <ac:spMk id="7" creationId="{2DF5BFFA-5485-5C88-0AAD-053A44B0BB03}"/>
          </ac:spMkLst>
        </pc:spChg>
      </pc:sldChg>
      <pc:sldChg chg="addSp modSp new mod">
        <pc:chgData name="Toby Donaldson" userId="2e6e5431-bb17-4c41-9985-d39c50d83c73" providerId="ADAL" clId="{7F9681A8-EEE2-56F4-9B39-ECCBEE0471AC}" dt="2026-06-04T07:54:08.864" v="18978" actId="20577"/>
        <pc:sldMkLst>
          <pc:docMk/>
          <pc:sldMk cId="2168196056" sldId="314"/>
        </pc:sldMkLst>
        <pc:spChg chg="mod">
          <ac:chgData name="Toby Donaldson" userId="2e6e5431-bb17-4c41-9985-d39c50d83c73" providerId="ADAL" clId="{7F9681A8-EEE2-56F4-9B39-ECCBEE0471AC}" dt="2026-06-04T07:26:25.041" v="15840" actId="20577"/>
          <ac:spMkLst>
            <pc:docMk/>
            <pc:sldMk cId="2168196056" sldId="314"/>
            <ac:spMk id="2" creationId="{5290D967-5149-C83C-FE64-983999DBE4A1}"/>
          </ac:spMkLst>
        </pc:spChg>
        <pc:spChg chg="mod">
          <ac:chgData name="Toby Donaldson" userId="2e6e5431-bb17-4c41-9985-d39c50d83c73" providerId="ADAL" clId="{7F9681A8-EEE2-56F4-9B39-ECCBEE0471AC}" dt="2026-06-04T07:54:08.864" v="18978" actId="20577"/>
          <ac:spMkLst>
            <pc:docMk/>
            <pc:sldMk cId="2168196056" sldId="314"/>
            <ac:spMk id="3" creationId="{8B07B859-A201-49C6-3438-4783103EF8A7}"/>
          </ac:spMkLst>
        </pc:spChg>
        <pc:picChg chg="add mod">
          <ac:chgData name="Toby Donaldson" userId="2e6e5431-bb17-4c41-9985-d39c50d83c73" providerId="ADAL" clId="{7F9681A8-EEE2-56F4-9B39-ECCBEE0471AC}" dt="2026-06-04T07:34:15.228" v="16851" actId="1076"/>
          <ac:picMkLst>
            <pc:docMk/>
            <pc:sldMk cId="2168196056" sldId="314"/>
            <ac:picMk id="5122" creationId="{03E3DE23-C271-E472-8A08-CC09DE047069}"/>
          </ac:picMkLst>
        </pc:picChg>
      </pc:sldChg>
      <pc:sldChg chg="modSp add mod">
        <pc:chgData name="Toby Donaldson" userId="2e6e5431-bb17-4c41-9985-d39c50d83c73" providerId="ADAL" clId="{7F9681A8-EEE2-56F4-9B39-ECCBEE0471AC}" dt="2026-06-04T07:40:20.151" v="17948" actId="20577"/>
        <pc:sldMkLst>
          <pc:docMk/>
          <pc:sldMk cId="140079861" sldId="315"/>
        </pc:sldMkLst>
        <pc:spChg chg="mod">
          <ac:chgData name="Toby Donaldson" userId="2e6e5431-bb17-4c41-9985-d39c50d83c73" providerId="ADAL" clId="{7F9681A8-EEE2-56F4-9B39-ECCBEE0471AC}" dt="2026-06-04T07:40:20.151" v="17948" actId="20577"/>
          <ac:spMkLst>
            <pc:docMk/>
            <pc:sldMk cId="140079861" sldId="315"/>
            <ac:spMk id="3" creationId="{80BC906D-3A6C-3BA1-A9DB-42834E9F3A6B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04T08:00:34.549" v="19288" actId="20577"/>
        <pc:sldMkLst>
          <pc:docMk/>
          <pc:sldMk cId="1726942880" sldId="316"/>
        </pc:sldMkLst>
        <pc:spChg chg="mod">
          <ac:chgData name="Toby Donaldson" userId="2e6e5431-bb17-4c41-9985-d39c50d83c73" providerId="ADAL" clId="{7F9681A8-EEE2-56F4-9B39-ECCBEE0471AC}" dt="2026-06-04T07:52:06.375" v="18923" actId="20577"/>
          <ac:spMkLst>
            <pc:docMk/>
            <pc:sldMk cId="1726942880" sldId="316"/>
            <ac:spMk id="2" creationId="{B40D5ED6-CEB9-4DA2-C711-668967DD8228}"/>
          </ac:spMkLst>
        </pc:spChg>
        <pc:spChg chg="mod">
          <ac:chgData name="Toby Donaldson" userId="2e6e5431-bb17-4c41-9985-d39c50d83c73" providerId="ADAL" clId="{7F9681A8-EEE2-56F4-9B39-ECCBEE0471AC}" dt="2026-06-04T07:52:16.540" v="18924" actId="113"/>
          <ac:spMkLst>
            <pc:docMk/>
            <pc:sldMk cId="1726942880" sldId="316"/>
            <ac:spMk id="3" creationId="{95726C5C-DFFB-B390-D357-B39407A9A20C}"/>
          </ac:spMkLst>
        </pc:spChg>
        <pc:spChg chg="add">
          <ac:chgData name="Toby Donaldson" userId="2e6e5431-bb17-4c41-9985-d39c50d83c73" providerId="ADAL" clId="{7F9681A8-EEE2-56F4-9B39-ECCBEE0471AC}" dt="2026-06-04T07:42:20.489" v="18086"/>
          <ac:spMkLst>
            <pc:docMk/>
            <pc:sldMk cId="1726942880" sldId="316"/>
            <ac:spMk id="4" creationId="{93C335C3-80CC-E8A1-57BC-F5D733D4E3C9}"/>
          </ac:spMkLst>
        </pc:spChg>
        <pc:spChg chg="add del mod">
          <ac:chgData name="Toby Donaldson" userId="2e6e5431-bb17-4c41-9985-d39c50d83c73" providerId="ADAL" clId="{7F9681A8-EEE2-56F4-9B39-ECCBEE0471AC}" dt="2026-06-04T07:42:36.440" v="18090"/>
          <ac:spMkLst>
            <pc:docMk/>
            <pc:sldMk cId="1726942880" sldId="316"/>
            <ac:spMk id="5" creationId="{ED89B44F-E28D-628C-1699-66C167BE3525}"/>
          </ac:spMkLst>
        </pc:spChg>
        <pc:spChg chg="add mod">
          <ac:chgData name="Toby Donaldson" userId="2e6e5431-bb17-4c41-9985-d39c50d83c73" providerId="ADAL" clId="{7F9681A8-EEE2-56F4-9B39-ECCBEE0471AC}" dt="2026-06-04T07:44:17.502" v="18182" actId="1076"/>
          <ac:spMkLst>
            <pc:docMk/>
            <pc:sldMk cId="1726942880" sldId="316"/>
            <ac:spMk id="6" creationId="{DD18CECC-F0C7-B041-7CE1-72392742A8CC}"/>
          </ac:spMkLst>
        </pc:spChg>
        <pc:spChg chg="add mod">
          <ac:chgData name="Toby Donaldson" userId="2e6e5431-bb17-4c41-9985-d39c50d83c73" providerId="ADAL" clId="{7F9681A8-EEE2-56F4-9B39-ECCBEE0471AC}" dt="2026-06-04T07:48:16.722" v="18635" actId="20577"/>
          <ac:spMkLst>
            <pc:docMk/>
            <pc:sldMk cId="1726942880" sldId="316"/>
            <ac:spMk id="7" creationId="{140DAD23-9C09-BC2C-C398-940BC183C2A7}"/>
          </ac:spMkLst>
        </pc:spChg>
        <pc:spChg chg="add mod">
          <ac:chgData name="Toby Donaldson" userId="2e6e5431-bb17-4c41-9985-d39c50d83c73" providerId="ADAL" clId="{7F9681A8-EEE2-56F4-9B39-ECCBEE0471AC}" dt="2026-06-04T07:51:51.301" v="18915" actId="20577"/>
          <ac:spMkLst>
            <pc:docMk/>
            <pc:sldMk cId="1726942880" sldId="316"/>
            <ac:spMk id="8" creationId="{1F88E515-6582-4D4E-3FDA-110105FFF619}"/>
          </ac:spMkLst>
        </pc:spChg>
        <pc:spChg chg="add mod">
          <ac:chgData name="Toby Donaldson" userId="2e6e5431-bb17-4c41-9985-d39c50d83c73" providerId="ADAL" clId="{7F9681A8-EEE2-56F4-9B39-ECCBEE0471AC}" dt="2026-06-04T08:00:34.549" v="19288" actId="20577"/>
          <ac:spMkLst>
            <pc:docMk/>
            <pc:sldMk cId="1726942880" sldId="316"/>
            <ac:spMk id="9" creationId="{ACB2D5D5-C388-9199-F316-4D38988588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A469-DA96-A3B5-0C4E-3C5ED9D4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698" y="2404477"/>
            <a:ext cx="8888604" cy="1325563"/>
          </a:xfrm>
        </p:spPr>
        <p:txBody>
          <a:bodyPr/>
          <a:lstStyle/>
          <a:p>
            <a:pPr algn="ctr"/>
            <a:r>
              <a:rPr lang="en-US" dirty="0"/>
              <a:t>What are some things you disliked about C++ arrays?</a:t>
            </a:r>
          </a:p>
        </p:txBody>
      </p:sp>
    </p:spTree>
    <p:extLst>
      <p:ext uri="{BB962C8B-B14F-4D97-AF65-F5344CB8AC3E}">
        <p14:creationId xmlns:p14="http://schemas.microsoft.com/office/powerpoint/2010/main" val="1207579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661F-5148-5CC9-4B60-A56C2570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A77D-148D-6DF5-A207-0B6600DE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are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FC96-E031-AC82-A645-7BCE3303E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1015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Arrays and lists are great, but indexing them is sometimes painful</a:t>
            </a:r>
          </a:p>
        </p:txBody>
      </p:sp>
    </p:spTree>
    <p:extLst>
      <p:ext uri="{BB962C8B-B14F-4D97-AF65-F5344CB8AC3E}">
        <p14:creationId xmlns:p14="http://schemas.microsoft.com/office/powerpoint/2010/main" val="354415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CBCB7-D8C8-4BF4-E88D-F24C27E8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661D-070A-16EB-6080-A471C3F0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are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14D7A-9F49-8EEF-E5E6-5C2DFEF5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1015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Arrays and lists are great, but indexing them is sometimes painful</a:t>
            </a:r>
          </a:p>
          <a:p>
            <a:pPr lvl="1"/>
            <a:r>
              <a:rPr lang="en-US"/>
              <a:t>Is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/>
              <a:t> correct? Or should it be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[i-1]</a:t>
            </a:r>
            <a:r>
              <a:rPr lang="en-US"/>
              <a:t> or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[i+1]</a:t>
            </a:r>
            <a:r>
              <a:rPr lang="en-US"/>
              <a:t>?</a:t>
            </a:r>
          </a:p>
          <a:p>
            <a:pPr lvl="1"/>
            <a:r>
              <a:rPr lang="en-US"/>
              <a:t>When reading/writing an element in an array of size 100, there are 99 wrong elements to read/write</a:t>
            </a:r>
          </a:p>
          <a:p>
            <a:pPr lvl="1"/>
            <a:r>
              <a:rPr lang="en-US"/>
              <a:t>Arrays always put items in a particular location even if you don’t really care about it</a:t>
            </a:r>
          </a:p>
          <a:p>
            <a:pPr lvl="2"/>
            <a:r>
              <a:rPr lang="en-US"/>
              <a:t>In a bag of potatoes, do you care about the exact location of any particular potato?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80E8B-29F8-F3F2-2880-A557B9621E82}"/>
              </a:ext>
            </a:extLst>
          </p:cNvPr>
          <p:cNvSpPr txBox="1"/>
          <p:nvPr/>
        </p:nvSpPr>
        <p:spPr>
          <a:xfrm>
            <a:off x="9940133" y="2038008"/>
            <a:ext cx="214572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There are three kinds of programmers: those who make off by 1 errors, and those who don’t.</a:t>
            </a:r>
          </a:p>
        </p:txBody>
      </p:sp>
    </p:spTree>
    <p:extLst>
      <p:ext uri="{BB962C8B-B14F-4D97-AF65-F5344CB8AC3E}">
        <p14:creationId xmlns:p14="http://schemas.microsoft.com/office/powerpoint/2010/main" val="133847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54AE-EBCE-42EF-CFAD-B4F8C846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714F-7DA6-6320-F8EC-A58C5FF3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are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766A-68A8-10AD-380B-33BCE0757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1015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Arrays and lists are great, but indexing them is sometimes painful</a:t>
            </a:r>
          </a:p>
          <a:p>
            <a:pPr lvl="1"/>
            <a:r>
              <a:rPr lang="en-US"/>
              <a:t>Is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/>
              <a:t> correct? Or should it be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[i-1]</a:t>
            </a:r>
            <a:r>
              <a:rPr lang="en-US"/>
              <a:t> or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[i+1]</a:t>
            </a:r>
            <a:r>
              <a:rPr lang="en-US"/>
              <a:t>?</a:t>
            </a:r>
          </a:p>
          <a:p>
            <a:pPr lvl="1"/>
            <a:r>
              <a:rPr lang="en-US"/>
              <a:t>When reading/writing an element in an array of size 100, there are 99 wrong elements to read/write</a:t>
            </a:r>
          </a:p>
          <a:p>
            <a:pPr lvl="1"/>
            <a:r>
              <a:rPr lang="en-US"/>
              <a:t>Arrays always put items in a particular location even if you don’t really care about it</a:t>
            </a:r>
          </a:p>
          <a:p>
            <a:pPr lvl="2"/>
            <a:r>
              <a:rPr lang="en-US"/>
              <a:t>In a bag of potatoes, do you care about the exact location of any particular potato?</a:t>
            </a:r>
          </a:p>
          <a:p>
            <a:pPr marL="0" indent="0">
              <a:buNone/>
            </a:pPr>
            <a:r>
              <a:rPr lang="en-US"/>
              <a:t>Could we make an array-like data structure that:</a:t>
            </a:r>
          </a:p>
          <a:p>
            <a:pPr lvl="1"/>
            <a:r>
              <a:rPr lang="en-US"/>
              <a:t>Has only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add(item)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remove()</a:t>
            </a:r>
            <a:r>
              <a:rPr lang="en-US"/>
              <a:t> methods?</a:t>
            </a:r>
          </a:p>
          <a:p>
            <a:pPr lvl="1"/>
            <a:r>
              <a:rPr lang="en-US"/>
              <a:t>Does not require us to use indexing?</a:t>
            </a:r>
          </a:p>
          <a:p>
            <a:pPr lvl="1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25991-010B-E8B3-921F-85E5752DFCE1}"/>
              </a:ext>
            </a:extLst>
          </p:cNvPr>
          <p:cNvSpPr txBox="1"/>
          <p:nvPr/>
        </p:nvSpPr>
        <p:spPr>
          <a:xfrm>
            <a:off x="9940133" y="2038008"/>
            <a:ext cx="214572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There are three kinds of programmers: those who make off by 1 errors, and those who don’t.</a:t>
            </a:r>
          </a:p>
        </p:txBody>
      </p:sp>
    </p:spTree>
    <p:extLst>
      <p:ext uri="{BB962C8B-B14F-4D97-AF65-F5344CB8AC3E}">
        <p14:creationId xmlns:p14="http://schemas.microsoft.com/office/powerpoint/2010/main" val="212371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6535-7364-6F31-995D-FA82C0A2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9B34-899F-5A32-3083-F844F8CB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Simplest Useful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8DF45-209D-EE65-8B4E-03BD8B278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/>
              <a:t>Imagine </a:t>
            </a:r>
            <a:r>
              <a:rPr lang="en-CA" sz="2000" b="1"/>
              <a:t>S</a:t>
            </a:r>
            <a:r>
              <a:rPr lang="en-CA" sz="2000"/>
              <a:t> is a collection data structure that you create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makeEmptyCollection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 // in C++ you would use a constructor</a:t>
            </a:r>
          </a:p>
          <a:p>
            <a:pPr marL="0" indent="0">
              <a:buNone/>
            </a:pPr>
            <a:br>
              <a:rPr lang="en-CA" sz="2000"/>
            </a:b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72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2CAB-35B7-8634-1126-8447E0A3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001F-FDD3-6A8B-9EC5-7A930A11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Simplest Useful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0C73C-9824-8BC2-0551-6FDEFE057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/>
              <a:t>Imagine </a:t>
            </a:r>
            <a:r>
              <a:rPr lang="en-CA" sz="2000" b="1"/>
              <a:t>S</a:t>
            </a:r>
            <a:r>
              <a:rPr lang="en-CA" sz="2000"/>
              <a:t> is a collection data structure that you create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makeEmptyCollection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 // in C++ you would use a constructor</a:t>
            </a:r>
          </a:p>
          <a:p>
            <a:pPr marL="0" indent="0">
              <a:buNone/>
            </a:pPr>
            <a:br>
              <a:rPr lang="en-CA" sz="2000"/>
            </a:br>
            <a:r>
              <a:rPr lang="en-CA" sz="2000"/>
              <a:t>You can add elements to the collection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  <a:br>
              <a:rPr lang="en-CA" sz="1600"/>
            </a:br>
            <a:endParaRPr lang="en-CA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7F06C-3DB3-8988-CA39-DAACC23ECA9D}"/>
              </a:ext>
            </a:extLst>
          </p:cNvPr>
          <p:cNvSpPr txBox="1"/>
          <p:nvPr/>
        </p:nvSpPr>
        <p:spPr>
          <a:xfrm>
            <a:off x="3097205" y="3429000"/>
            <a:ext cx="185663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When we add an item we don’t need to say </a:t>
            </a:r>
            <a:r>
              <a:rPr lang="en-US" sz="1400" b="1"/>
              <a:t>where</a:t>
            </a:r>
            <a:r>
              <a:rPr lang="en-US" sz="1400"/>
              <a:t> to add it!</a:t>
            </a:r>
          </a:p>
        </p:txBody>
      </p:sp>
    </p:spTree>
    <p:extLst>
      <p:ext uri="{BB962C8B-B14F-4D97-AF65-F5344CB8AC3E}">
        <p14:creationId xmlns:p14="http://schemas.microsoft.com/office/powerpoint/2010/main" val="80869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01FD-3772-2781-E5E1-0EA3C4E9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A27D-0BF2-A493-95BC-8FCF930E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Simplest Useful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0C76-7FAB-AC65-B6FD-9520AC0D5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000"/>
              <a:t>Imagine </a:t>
            </a:r>
            <a:r>
              <a:rPr lang="en-CA" sz="2000" b="1"/>
              <a:t>S</a:t>
            </a:r>
            <a:r>
              <a:rPr lang="en-CA" sz="2000"/>
              <a:t> is a collection data structure that you create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makeEmptyCollection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 // in C++ you would use a constructor</a:t>
            </a:r>
          </a:p>
          <a:p>
            <a:pPr marL="0" indent="0">
              <a:buNone/>
            </a:pPr>
            <a:br>
              <a:rPr lang="en-CA" sz="2000"/>
            </a:br>
            <a:r>
              <a:rPr lang="en-CA" sz="2000"/>
              <a:t>You can add elements to the collection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  <a:br>
              <a:rPr lang="en-CA" sz="1600"/>
            </a:br>
            <a:endParaRPr lang="en-CA" sz="1600"/>
          </a:p>
          <a:p>
            <a:pPr marL="0" indent="0">
              <a:buNone/>
            </a:pPr>
            <a:r>
              <a:rPr lang="en-CA" sz="2000"/>
              <a:t>And you can remove elements from the collection like this: </a:t>
            </a:r>
          </a:p>
          <a:p>
            <a:pPr marL="0" indent="0">
              <a:buNone/>
            </a:pP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6D5B4-A1BA-4EC8-43BE-66CFB4D52DBE}"/>
              </a:ext>
            </a:extLst>
          </p:cNvPr>
          <p:cNvSpPr txBox="1"/>
          <p:nvPr/>
        </p:nvSpPr>
        <p:spPr>
          <a:xfrm>
            <a:off x="3097205" y="3429000"/>
            <a:ext cx="185663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When we add an item we don’t need to say </a:t>
            </a:r>
            <a:r>
              <a:rPr lang="en-US" sz="1400" b="1"/>
              <a:t>where</a:t>
            </a:r>
            <a:r>
              <a:rPr lang="en-US" sz="1400"/>
              <a:t> to add it!</a:t>
            </a:r>
          </a:p>
        </p:txBody>
      </p:sp>
    </p:spTree>
    <p:extLst>
      <p:ext uri="{BB962C8B-B14F-4D97-AF65-F5344CB8AC3E}">
        <p14:creationId xmlns:p14="http://schemas.microsoft.com/office/powerpoint/2010/main" val="59413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61C5-79E6-C699-1DF2-8866FC9E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1C34-9B09-A3A5-6256-B6C66C9C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Simplest Useful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6483-9C98-122F-21A7-8E8189D3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000"/>
              <a:t>Imagine </a:t>
            </a:r>
            <a:r>
              <a:rPr lang="en-CA" sz="2000" b="1"/>
              <a:t>S</a:t>
            </a:r>
            <a:r>
              <a:rPr lang="en-CA" sz="2000"/>
              <a:t> is a collection data structure that you create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makeEmptyCollection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 // in C++ you would use a constructor</a:t>
            </a:r>
          </a:p>
          <a:p>
            <a:pPr marL="0" indent="0">
              <a:buNone/>
            </a:pPr>
            <a:br>
              <a:rPr lang="en-CA" sz="2000"/>
            </a:br>
            <a:r>
              <a:rPr lang="en-CA" sz="2000"/>
              <a:t>You can add elements to the collection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  <a:br>
              <a:rPr lang="en-CA" sz="1600"/>
            </a:br>
            <a:endParaRPr lang="en-CA" sz="1600"/>
          </a:p>
          <a:p>
            <a:pPr marL="0" indent="0">
              <a:buNone/>
            </a:pPr>
            <a:r>
              <a:rPr lang="en-CA" sz="2000"/>
              <a:t>And you can remove elements from the collection like this: </a:t>
            </a:r>
          </a:p>
          <a:p>
            <a:pPr marL="0" indent="0">
              <a:buNone/>
            </a:pP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D9BA5-ADB1-6154-DB30-6615EA4F722A}"/>
              </a:ext>
            </a:extLst>
          </p:cNvPr>
          <p:cNvSpPr txBox="1"/>
          <p:nvPr/>
        </p:nvSpPr>
        <p:spPr>
          <a:xfrm>
            <a:off x="3097205" y="3429000"/>
            <a:ext cx="185663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When we add an item we don’t need to say </a:t>
            </a:r>
            <a:r>
              <a:rPr lang="en-US" sz="1400" b="1"/>
              <a:t>where</a:t>
            </a:r>
            <a:r>
              <a:rPr lang="en-US" sz="1400"/>
              <a:t> to add it!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D790B-1968-7A19-7163-7530F350CEDD}"/>
              </a:ext>
            </a:extLst>
          </p:cNvPr>
          <p:cNvSpPr txBox="1"/>
          <p:nvPr/>
        </p:nvSpPr>
        <p:spPr>
          <a:xfrm>
            <a:off x="3097205" y="5032375"/>
            <a:ext cx="1856632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Problem</a:t>
            </a:r>
            <a:r>
              <a:rPr lang="en-US" sz="1400"/>
              <a:t>: which item should be removed when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remove()</a:t>
            </a:r>
            <a:r>
              <a:rPr lang="en-US" sz="1400"/>
              <a:t> is called?</a:t>
            </a:r>
          </a:p>
        </p:txBody>
      </p:sp>
    </p:spTree>
    <p:extLst>
      <p:ext uri="{BB962C8B-B14F-4D97-AF65-F5344CB8AC3E}">
        <p14:creationId xmlns:p14="http://schemas.microsoft.com/office/powerpoint/2010/main" val="2386869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C932-FFF9-836A-531C-5BA6F439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D873-FBC0-01C6-EDDB-D90F1C46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Simplest Useful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B6EC7-6F5E-07DA-0E64-A2259E0AD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000"/>
              <a:t>Imagine </a:t>
            </a:r>
            <a:r>
              <a:rPr lang="en-CA" sz="2000" b="1"/>
              <a:t>S</a:t>
            </a:r>
            <a:r>
              <a:rPr lang="en-CA" sz="2000"/>
              <a:t> is a collection data structure that you create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makeEmptyCollection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 // in C++ you would use a constructor</a:t>
            </a:r>
          </a:p>
          <a:p>
            <a:pPr marL="0" indent="0">
              <a:buNone/>
            </a:pPr>
            <a:br>
              <a:rPr lang="en-CA" sz="2000"/>
            </a:br>
            <a:r>
              <a:rPr lang="en-CA" sz="2000"/>
              <a:t>You can add elements to the collection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  <a:br>
              <a:rPr lang="en-CA" sz="1600"/>
            </a:br>
            <a:endParaRPr lang="en-CA" sz="1600"/>
          </a:p>
          <a:p>
            <a:pPr marL="0" indent="0">
              <a:buNone/>
            </a:pPr>
            <a:r>
              <a:rPr lang="en-CA" sz="2000"/>
              <a:t>And you can remove elements from the collection like this: </a:t>
            </a:r>
          </a:p>
          <a:p>
            <a:pPr marL="0" indent="0">
              <a:buNone/>
            </a:pP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6FDD2-401D-1AE2-85B0-A46CC85E479D}"/>
              </a:ext>
            </a:extLst>
          </p:cNvPr>
          <p:cNvSpPr txBox="1"/>
          <p:nvPr/>
        </p:nvSpPr>
        <p:spPr>
          <a:xfrm>
            <a:off x="3097205" y="3429000"/>
            <a:ext cx="185663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When we add an item we don’t need to say </a:t>
            </a:r>
            <a:r>
              <a:rPr lang="en-US" sz="1400" b="1"/>
              <a:t>where</a:t>
            </a:r>
            <a:r>
              <a:rPr lang="en-US" sz="1400"/>
              <a:t> to add it!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7A798-EDDC-BF92-CEF3-D20C4C6F73FE}"/>
              </a:ext>
            </a:extLst>
          </p:cNvPr>
          <p:cNvSpPr txBox="1"/>
          <p:nvPr/>
        </p:nvSpPr>
        <p:spPr>
          <a:xfrm>
            <a:off x="5821983" y="4812986"/>
            <a:ext cx="3281824" cy="16004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/>
              <a:t>Ideas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A </a:t>
            </a:r>
            <a:r>
              <a:rPr lang="en-US" sz="1400" b="1"/>
              <a:t>random</a:t>
            </a:r>
            <a:r>
              <a:rPr lang="en-US" sz="1400"/>
              <a:t> one?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The </a:t>
            </a:r>
            <a:r>
              <a:rPr lang="en-US" sz="1400" b="1"/>
              <a:t>newest</a:t>
            </a:r>
            <a:r>
              <a:rPr lang="en-US" sz="1400"/>
              <a:t> one? </a:t>
            </a:r>
            <a:br>
              <a:rPr lang="en-US" sz="1400"/>
            </a:br>
            <a:r>
              <a:rPr lang="en-US" sz="1400"/>
              <a:t>i.e. the item added most recently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The </a:t>
            </a:r>
            <a:r>
              <a:rPr lang="en-US" sz="1400" b="1"/>
              <a:t>oldest</a:t>
            </a:r>
            <a:r>
              <a:rPr lang="en-US" sz="1400"/>
              <a:t> one?</a:t>
            </a:r>
            <a:br>
              <a:rPr lang="en-US" sz="1400"/>
            </a:br>
            <a:r>
              <a:rPr lang="en-US" sz="1400"/>
              <a:t> i.e. the item added least recently?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The </a:t>
            </a:r>
            <a:r>
              <a:rPr lang="en-US" sz="1400" b="1"/>
              <a:t>smallest</a:t>
            </a:r>
            <a:r>
              <a:rPr lang="en-US" sz="1400"/>
              <a:t> one?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74FB5-EBA3-C731-3592-54605AFB9958}"/>
              </a:ext>
            </a:extLst>
          </p:cNvPr>
          <p:cNvSpPr txBox="1"/>
          <p:nvPr/>
        </p:nvSpPr>
        <p:spPr>
          <a:xfrm>
            <a:off x="3097205" y="5032375"/>
            <a:ext cx="1856632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Problem</a:t>
            </a:r>
            <a:r>
              <a:rPr lang="en-US" sz="1400"/>
              <a:t>: which item should be removed when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remove()</a:t>
            </a:r>
            <a:r>
              <a:rPr lang="en-US" sz="1400"/>
              <a:t> is called?</a:t>
            </a:r>
          </a:p>
        </p:txBody>
      </p:sp>
    </p:spTree>
    <p:extLst>
      <p:ext uri="{BB962C8B-B14F-4D97-AF65-F5344CB8AC3E}">
        <p14:creationId xmlns:p14="http://schemas.microsoft.com/office/powerpoint/2010/main" val="3770763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882E-CFCE-1198-873A-8ECF1EFE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9C5A-B85F-B7E8-C567-C84FDA6E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Simplest Useful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C191E-F624-4358-41DC-DD6292D34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000"/>
              <a:t>Imagine </a:t>
            </a:r>
            <a:r>
              <a:rPr lang="en-CA" sz="2000" b="1"/>
              <a:t>S</a:t>
            </a:r>
            <a:r>
              <a:rPr lang="en-CA" sz="2000"/>
              <a:t> is a collection data structure that you create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makeEmptyCollection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 // in C++ you would use a constructor</a:t>
            </a:r>
          </a:p>
          <a:p>
            <a:pPr marL="0" indent="0">
              <a:buNone/>
            </a:pPr>
            <a:br>
              <a:rPr lang="en-CA" sz="2000"/>
            </a:br>
            <a:r>
              <a:rPr lang="en-CA" sz="2000"/>
              <a:t>You can add elements to the collection like this:</a:t>
            </a:r>
            <a:br>
              <a:rPr lang="en-CA" sz="2000"/>
            </a:b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  <a:br>
              <a:rPr lang="en-CA" sz="1600"/>
            </a:br>
            <a:endParaRPr lang="en-CA" sz="1600"/>
          </a:p>
          <a:p>
            <a:pPr marL="0" indent="0">
              <a:buNone/>
            </a:pPr>
            <a:r>
              <a:rPr lang="en-CA" sz="2000"/>
              <a:t>And you can remove elements from the collection like this: </a:t>
            </a:r>
          </a:p>
          <a:p>
            <a:pPr marL="0" indent="0">
              <a:buNone/>
            </a:pPr>
            <a:endParaRPr lang="en-CA" sz="2000"/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CA" sz="16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CA" sz="1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37798-D8CA-183D-1322-2B8DB75DEA88}"/>
              </a:ext>
            </a:extLst>
          </p:cNvPr>
          <p:cNvSpPr txBox="1"/>
          <p:nvPr/>
        </p:nvSpPr>
        <p:spPr>
          <a:xfrm>
            <a:off x="3097205" y="3429000"/>
            <a:ext cx="185663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When we add an item we don’t need to say </a:t>
            </a:r>
            <a:r>
              <a:rPr lang="en-US" sz="1400" b="1"/>
              <a:t>where</a:t>
            </a:r>
            <a:r>
              <a:rPr lang="en-US" sz="1400"/>
              <a:t> to add it!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83ED6-ACE2-6BD4-9E80-CD496355E42A}"/>
              </a:ext>
            </a:extLst>
          </p:cNvPr>
          <p:cNvSpPr txBox="1"/>
          <p:nvPr/>
        </p:nvSpPr>
        <p:spPr>
          <a:xfrm>
            <a:off x="5821983" y="4812986"/>
            <a:ext cx="3281824" cy="16004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/>
              <a:t>Ideas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A </a:t>
            </a:r>
            <a:r>
              <a:rPr lang="en-US" sz="1400" b="1"/>
              <a:t>random</a:t>
            </a:r>
            <a:r>
              <a:rPr lang="en-US" sz="1400"/>
              <a:t> one?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The </a:t>
            </a:r>
            <a:r>
              <a:rPr lang="en-US" sz="1400" b="1"/>
              <a:t>newest</a:t>
            </a:r>
            <a:r>
              <a:rPr lang="en-US" sz="1400"/>
              <a:t> one? </a:t>
            </a:r>
            <a:br>
              <a:rPr lang="en-US" sz="1400"/>
            </a:br>
            <a:r>
              <a:rPr lang="en-US" sz="1400"/>
              <a:t>i.e. the item added most recently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The </a:t>
            </a:r>
            <a:r>
              <a:rPr lang="en-US" sz="1400" b="1"/>
              <a:t>oldest</a:t>
            </a:r>
            <a:r>
              <a:rPr lang="en-US" sz="1400"/>
              <a:t> one?</a:t>
            </a:r>
            <a:br>
              <a:rPr lang="en-US" sz="1400"/>
            </a:br>
            <a:r>
              <a:rPr lang="en-US" sz="1400"/>
              <a:t> i.e. the item added least recently?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The </a:t>
            </a:r>
            <a:r>
              <a:rPr lang="en-US" sz="1400" b="1"/>
              <a:t>smallest</a:t>
            </a:r>
            <a:r>
              <a:rPr lang="en-US" sz="1400"/>
              <a:t> one?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98F5C-3E6D-7CEF-FE3A-283B2CEF7271}"/>
              </a:ext>
            </a:extLst>
          </p:cNvPr>
          <p:cNvSpPr txBox="1"/>
          <p:nvPr/>
        </p:nvSpPr>
        <p:spPr>
          <a:xfrm>
            <a:off x="9785638" y="4522973"/>
            <a:ext cx="1633895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If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400"/>
              <a:t> uses this rule, it’s called a </a:t>
            </a:r>
            <a:r>
              <a:rPr lang="en-US" sz="1400" b="1"/>
              <a:t>stack</a:t>
            </a:r>
            <a:r>
              <a:rPr lang="en-US" sz="1400"/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3F8B6B-0DFE-A084-B5D7-2CC667245D3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616651" y="4784583"/>
            <a:ext cx="2168987" cy="611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5AA837-A411-EF01-A022-8D1BE3F62C6C}"/>
              </a:ext>
            </a:extLst>
          </p:cNvPr>
          <p:cNvSpPr txBox="1"/>
          <p:nvPr/>
        </p:nvSpPr>
        <p:spPr>
          <a:xfrm>
            <a:off x="9719905" y="5296107"/>
            <a:ext cx="176536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If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400"/>
              <a:t> uses this rule, it’s called a </a:t>
            </a:r>
            <a:r>
              <a:rPr lang="en-US" sz="1400" b="1"/>
              <a:t>queue</a:t>
            </a:r>
            <a:r>
              <a:rPr lang="en-US" sz="140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517B0D-05F6-A445-702B-A73413B68FD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546312" y="5557717"/>
            <a:ext cx="2173593" cy="270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7645691-AB14-CD41-E612-3717D2B71DCF}"/>
              </a:ext>
            </a:extLst>
          </p:cNvPr>
          <p:cNvSpPr txBox="1"/>
          <p:nvPr/>
        </p:nvSpPr>
        <p:spPr>
          <a:xfrm>
            <a:off x="9719905" y="6069241"/>
            <a:ext cx="1765361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If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400"/>
              <a:t> uses this rule, it’s easy to use it for insertion sort!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006B30-5076-3C78-0E91-3CABC84E0C8D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7707086" y="6260404"/>
            <a:ext cx="2012819" cy="178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37D030-B61A-CB27-A1F9-55B5C5D5C196}"/>
              </a:ext>
            </a:extLst>
          </p:cNvPr>
          <p:cNvSpPr txBox="1"/>
          <p:nvPr/>
        </p:nvSpPr>
        <p:spPr>
          <a:xfrm>
            <a:off x="3097205" y="5032375"/>
            <a:ext cx="1856632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Problem</a:t>
            </a:r>
            <a:r>
              <a:rPr lang="en-US" sz="1400"/>
              <a:t>: which item should be removed when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remove()</a:t>
            </a:r>
            <a:r>
              <a:rPr lang="en-US" sz="1400"/>
              <a:t> is called?</a:t>
            </a:r>
          </a:p>
        </p:txBody>
      </p:sp>
    </p:spTree>
    <p:extLst>
      <p:ext uri="{BB962C8B-B14F-4D97-AF65-F5344CB8AC3E}">
        <p14:creationId xmlns:p14="http://schemas.microsoft.com/office/powerpoint/2010/main" val="191809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7CC96-D3EE-A3F2-5652-CDE50B52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AB87-156D-6904-B124-1F0278FC6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EF602-4EC1-61D7-A781-97250B68D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/>
              <a:t>An array of size N has N different places where you can add/remove items</a:t>
            </a: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2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66DA-5CBF-8E2B-867C-8C0BE710B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B314-CDA4-202F-5DD3-720F931DB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array of size N has N locations where you can add/remove items</a:t>
            </a:r>
          </a:p>
          <a:p>
            <a:r>
              <a:rPr lang="en-US" b="1"/>
              <a:t>Idea</a:t>
            </a:r>
            <a:r>
              <a:rPr lang="en-US"/>
              <a:t>: What if we restrict the number of locations where we can add/remove elements?</a:t>
            </a:r>
          </a:p>
          <a:p>
            <a:r>
              <a:rPr lang="en-US"/>
              <a:t>Suppose there is only </a:t>
            </a:r>
            <a:r>
              <a:rPr lang="en-US" b="1"/>
              <a:t>one</a:t>
            </a:r>
            <a:r>
              <a:rPr lang="en-US"/>
              <a:t> place we can add/remove elements: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D2BE98-0534-C2A9-124F-219F0CDF9343}"/>
              </a:ext>
            </a:extLst>
          </p:cNvPr>
          <p:cNvGrpSpPr/>
          <p:nvPr/>
        </p:nvGrpSpPr>
        <p:grpSpPr>
          <a:xfrm>
            <a:off x="3453283" y="4702629"/>
            <a:ext cx="5285433" cy="544286"/>
            <a:chOff x="4270549" y="4461468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E75D1C6-891A-0F7C-3D52-029CD68B5305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27BC78-77BD-A82B-6D54-7A061FE3B504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7D9DBF4-F7B0-7B51-C500-EE42AEFED8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9456D58-B7E5-1BBF-6E31-59D875A2783A}"/>
              </a:ext>
            </a:extLst>
          </p:cNvPr>
          <p:cNvSpPr txBox="1"/>
          <p:nvPr/>
        </p:nvSpPr>
        <p:spPr>
          <a:xfrm>
            <a:off x="2405481" y="4591352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1B108-17A5-FC75-6CBF-BFEB425120A0}"/>
              </a:ext>
            </a:extLst>
          </p:cNvPr>
          <p:cNvSpPr txBox="1"/>
          <p:nvPr/>
        </p:nvSpPr>
        <p:spPr>
          <a:xfrm>
            <a:off x="2047626" y="4877583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9DC50D-7555-720F-5163-C009AB7EFEC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973265" y="4776018"/>
            <a:ext cx="35785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99997F-C50D-9AC7-6B8A-94C0B4DC57ED}"/>
              </a:ext>
            </a:extLst>
          </p:cNvPr>
          <p:cNvCxnSpPr>
            <a:cxnSpLocks/>
          </p:cNvCxnSpPr>
          <p:nvPr/>
        </p:nvCxnSpPr>
        <p:spPr>
          <a:xfrm flipH="1">
            <a:off x="2973265" y="5080163"/>
            <a:ext cx="35785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8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BE724-837B-C062-C3AE-E6A7FD40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B6CE-35E3-008B-2B97-FAAF2B8E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B36858-D741-0703-BC76-D0E912AA7F90}"/>
              </a:ext>
            </a:extLst>
          </p:cNvPr>
          <p:cNvGrpSpPr/>
          <p:nvPr/>
        </p:nvGrpSpPr>
        <p:grpSpPr>
          <a:xfrm>
            <a:off x="3583912" y="1801965"/>
            <a:ext cx="5285433" cy="544286"/>
            <a:chOff x="4270549" y="4461468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9AA040F-65EC-D48C-DFFE-434C0000215D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FE0F35B-5367-5764-33B2-F7FCF9372F17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625106-9AAC-B208-F288-28BFD63E1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3E50BB4-4FF7-F638-D6ED-44544DF28117}"/>
              </a:ext>
            </a:extLst>
          </p:cNvPr>
          <p:cNvSpPr txBox="1"/>
          <p:nvPr/>
        </p:nvSpPr>
        <p:spPr>
          <a:xfrm>
            <a:off x="2536110" y="1690688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3EDF0-EEDD-61AF-F2D7-543594274DB1}"/>
              </a:ext>
            </a:extLst>
          </p:cNvPr>
          <p:cNvSpPr txBox="1"/>
          <p:nvPr/>
        </p:nvSpPr>
        <p:spPr>
          <a:xfrm>
            <a:off x="2178255" y="1976919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2DFB90-6087-D037-2A24-BD1476F315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103894" y="1875354"/>
            <a:ext cx="35785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771168-100E-3ED0-6DCD-358E70E4BAF8}"/>
              </a:ext>
            </a:extLst>
          </p:cNvPr>
          <p:cNvCxnSpPr>
            <a:cxnSpLocks/>
          </p:cNvCxnSpPr>
          <p:nvPr/>
        </p:nvCxnSpPr>
        <p:spPr>
          <a:xfrm flipH="1">
            <a:off x="3103894" y="2179499"/>
            <a:ext cx="35785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36A67DE-CDE6-3D91-D628-C251CB882D0C}"/>
              </a:ext>
            </a:extLst>
          </p:cNvPr>
          <p:cNvGrpSpPr/>
          <p:nvPr/>
        </p:nvGrpSpPr>
        <p:grpSpPr>
          <a:xfrm rot="5400000">
            <a:off x="529889" y="4985605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9996DE-5FF6-89A4-6BA9-510FEAE82D7D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9220EB7-D5F6-496C-AADA-28F9DB6EB313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BCDB4A5-7AFA-C63D-818A-BFB635DF98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0C5DE7A-35BD-B067-85A4-485EB89EB835}"/>
              </a:ext>
            </a:extLst>
          </p:cNvPr>
          <p:cNvSpPr txBox="1"/>
          <p:nvPr/>
        </p:nvSpPr>
        <p:spPr>
          <a:xfrm>
            <a:off x="1149896" y="3509582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DC1186-41B5-D3E0-4A6C-291E0A3291F5}"/>
              </a:ext>
            </a:extLst>
          </p:cNvPr>
          <p:cNvSpPr txBox="1"/>
          <p:nvPr/>
        </p:nvSpPr>
        <p:spPr>
          <a:xfrm>
            <a:off x="2075533" y="3512192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89BE0B-5745-593B-5575-6B89AA715A3B}"/>
              </a:ext>
            </a:extLst>
          </p:cNvPr>
          <p:cNvCxnSpPr>
            <a:cxnSpLocks/>
          </p:cNvCxnSpPr>
          <p:nvPr/>
        </p:nvCxnSpPr>
        <p:spPr>
          <a:xfrm>
            <a:off x="1771040" y="3570095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1C80EF-8A93-94D8-E833-567B155EE969}"/>
              </a:ext>
            </a:extLst>
          </p:cNvPr>
          <p:cNvCxnSpPr>
            <a:cxnSpLocks/>
          </p:cNvCxnSpPr>
          <p:nvPr/>
        </p:nvCxnSpPr>
        <p:spPr>
          <a:xfrm flipV="1">
            <a:off x="2075533" y="3554925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FB6ECF-C855-D808-ECA9-882105508FCF}"/>
              </a:ext>
            </a:extLst>
          </p:cNvPr>
          <p:cNvSpPr txBox="1"/>
          <p:nvPr/>
        </p:nvSpPr>
        <p:spPr>
          <a:xfrm>
            <a:off x="281117" y="2806606"/>
            <a:ext cx="149877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We usually draw it vertically …</a:t>
            </a:r>
          </a:p>
        </p:txBody>
      </p:sp>
    </p:spTree>
    <p:extLst>
      <p:ext uri="{BB962C8B-B14F-4D97-AF65-F5344CB8AC3E}">
        <p14:creationId xmlns:p14="http://schemas.microsoft.com/office/powerpoint/2010/main" val="289147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A9A2-7135-D0CD-EFEA-EE65240C3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364C-EB9D-BFC4-9F36-0931F2625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A59C41-C155-BF8F-DFAB-28DFAD2EBFCC}"/>
              </a:ext>
            </a:extLst>
          </p:cNvPr>
          <p:cNvGrpSpPr/>
          <p:nvPr/>
        </p:nvGrpSpPr>
        <p:grpSpPr>
          <a:xfrm rot="5400000">
            <a:off x="529889" y="4985605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A255106-7406-2CF4-FD88-640694CE3F28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FB0EBE-54AC-BDFD-A7E4-FB001CD95522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C17AB9-A986-6A23-1F27-4CA20C16B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AE29701-4452-A2BC-3F27-CBF1D96FE0AE}"/>
              </a:ext>
            </a:extLst>
          </p:cNvPr>
          <p:cNvSpPr txBox="1"/>
          <p:nvPr/>
        </p:nvSpPr>
        <p:spPr>
          <a:xfrm>
            <a:off x="1149896" y="3509582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E6238-2AF7-70E7-C03E-0583F99BA51D}"/>
              </a:ext>
            </a:extLst>
          </p:cNvPr>
          <p:cNvSpPr txBox="1"/>
          <p:nvPr/>
        </p:nvSpPr>
        <p:spPr>
          <a:xfrm>
            <a:off x="2075533" y="3512192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5FBAF1-F059-9734-53C8-2B7CBDD46334}"/>
              </a:ext>
            </a:extLst>
          </p:cNvPr>
          <p:cNvCxnSpPr>
            <a:cxnSpLocks/>
          </p:cNvCxnSpPr>
          <p:nvPr/>
        </p:nvCxnSpPr>
        <p:spPr>
          <a:xfrm>
            <a:off x="1771040" y="3570095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C66A8B-DB4E-E388-1CB4-8B2F156E5315}"/>
              </a:ext>
            </a:extLst>
          </p:cNvPr>
          <p:cNvCxnSpPr>
            <a:cxnSpLocks/>
          </p:cNvCxnSpPr>
          <p:nvPr/>
        </p:nvCxnSpPr>
        <p:spPr>
          <a:xfrm flipV="1">
            <a:off x="2075533" y="3554925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DD800A6-6610-D725-B32A-AD888CE70965}"/>
              </a:ext>
            </a:extLst>
          </p:cNvPr>
          <p:cNvSpPr txBox="1"/>
          <p:nvPr/>
        </p:nvSpPr>
        <p:spPr>
          <a:xfrm>
            <a:off x="281117" y="2806606"/>
            <a:ext cx="149877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We usually draw it vertically 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3BF02C-8B8A-235E-D182-71959813505C}"/>
              </a:ext>
            </a:extLst>
          </p:cNvPr>
          <p:cNvSpPr txBox="1"/>
          <p:nvPr/>
        </p:nvSpPr>
        <p:spPr>
          <a:xfrm>
            <a:off x="3208336" y="4863401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B8BFFDC-FF85-A1AF-5E37-0CA0D9D576EA}"/>
              </a:ext>
            </a:extLst>
          </p:cNvPr>
          <p:cNvGrpSpPr/>
          <p:nvPr/>
        </p:nvGrpSpPr>
        <p:grpSpPr>
          <a:xfrm>
            <a:off x="4732839" y="3740430"/>
            <a:ext cx="544286" cy="2752445"/>
            <a:chOff x="6096001" y="3881525"/>
            <a:chExt cx="544286" cy="275244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2D07BB9-BE61-18DB-008F-EF8DEAA913B6}"/>
                </a:ext>
              </a:extLst>
            </p:cNvPr>
            <p:cNvGrpSpPr/>
            <p:nvPr/>
          </p:nvGrpSpPr>
          <p:grpSpPr>
            <a:xfrm rot="5400000">
              <a:off x="4991921" y="4985605"/>
              <a:ext cx="2752445" cy="544286"/>
              <a:chOff x="4270549" y="4461468"/>
              <a:chExt cx="5285433" cy="54428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B118733-3B05-323E-6879-A497AC9D26A3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7B0E973-8434-1540-ACEA-C74EB753F486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3C63D1C-3BCC-20EC-BED6-24ECA42111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A4F4FAB-2276-DBC8-A9D0-21A276A312B0}"/>
                </a:ext>
              </a:extLst>
            </p:cNvPr>
            <p:cNvSpPr txBox="1"/>
            <p:nvPr/>
          </p:nvSpPr>
          <p:spPr>
            <a:xfrm>
              <a:off x="6220361" y="6264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32E5FE-D2AA-DBC2-96A5-70F65A3346E6}"/>
                </a:ext>
              </a:extLst>
            </p:cNvPr>
            <p:cNvSpPr txBox="1"/>
            <p:nvPr/>
          </p:nvSpPr>
          <p:spPr>
            <a:xfrm>
              <a:off x="6220361" y="58192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CF66C52-959F-8112-BEDE-AE732ED7E37E}"/>
                </a:ext>
              </a:extLst>
            </p:cNvPr>
            <p:cNvSpPr txBox="1"/>
            <p:nvPr/>
          </p:nvSpPr>
          <p:spPr>
            <a:xfrm>
              <a:off x="6220361" y="53738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9424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FE88-1905-5984-FD1A-25BB9B4E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0508-17A9-93CC-4B54-E8D534F8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4E17D0-2863-9776-C88C-D93D07A5114A}"/>
              </a:ext>
            </a:extLst>
          </p:cNvPr>
          <p:cNvGrpSpPr/>
          <p:nvPr/>
        </p:nvGrpSpPr>
        <p:grpSpPr>
          <a:xfrm rot="5400000">
            <a:off x="529889" y="4985605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6D8C830-86FD-A24D-292D-C43D2B35ABC4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AC01710-4D7F-CEDC-40A5-CAC7175F1D3C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36CECD0-0953-CDC3-B898-A40902170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0547D6C-0014-14F0-DC1C-625381132423}"/>
              </a:ext>
            </a:extLst>
          </p:cNvPr>
          <p:cNvSpPr txBox="1"/>
          <p:nvPr/>
        </p:nvSpPr>
        <p:spPr>
          <a:xfrm>
            <a:off x="1149896" y="3509582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49F922-1C6F-E98D-8B3E-CF88E8B50B60}"/>
              </a:ext>
            </a:extLst>
          </p:cNvPr>
          <p:cNvSpPr txBox="1"/>
          <p:nvPr/>
        </p:nvSpPr>
        <p:spPr>
          <a:xfrm>
            <a:off x="2075533" y="3512192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A87DFA-5CE9-4B8A-BEE0-71E816693535}"/>
              </a:ext>
            </a:extLst>
          </p:cNvPr>
          <p:cNvCxnSpPr>
            <a:cxnSpLocks/>
          </p:cNvCxnSpPr>
          <p:nvPr/>
        </p:nvCxnSpPr>
        <p:spPr>
          <a:xfrm>
            <a:off x="1771040" y="3570095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9EBDEA-D1D6-46C5-2612-B37DCC374C93}"/>
              </a:ext>
            </a:extLst>
          </p:cNvPr>
          <p:cNvCxnSpPr>
            <a:cxnSpLocks/>
          </p:cNvCxnSpPr>
          <p:nvPr/>
        </p:nvCxnSpPr>
        <p:spPr>
          <a:xfrm flipV="1">
            <a:off x="2075533" y="3554925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B17EA4-AE82-D986-B809-7C3508CAABCE}"/>
              </a:ext>
            </a:extLst>
          </p:cNvPr>
          <p:cNvSpPr txBox="1"/>
          <p:nvPr/>
        </p:nvSpPr>
        <p:spPr>
          <a:xfrm>
            <a:off x="281117" y="2806606"/>
            <a:ext cx="149877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We usually draw it vertically 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8F52A-EA60-63B0-CED5-7B8F622FB653}"/>
              </a:ext>
            </a:extLst>
          </p:cNvPr>
          <p:cNvSpPr txBox="1"/>
          <p:nvPr/>
        </p:nvSpPr>
        <p:spPr>
          <a:xfrm>
            <a:off x="3208336" y="4863401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F76B84-4206-8D76-B453-D90433781D52}"/>
              </a:ext>
            </a:extLst>
          </p:cNvPr>
          <p:cNvGrpSpPr/>
          <p:nvPr/>
        </p:nvGrpSpPr>
        <p:grpSpPr>
          <a:xfrm>
            <a:off x="4732839" y="3740430"/>
            <a:ext cx="544286" cy="2752445"/>
            <a:chOff x="6096001" y="3881525"/>
            <a:chExt cx="544286" cy="275244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F870D89-D28D-5692-7CB5-A322A1E3F7F3}"/>
                </a:ext>
              </a:extLst>
            </p:cNvPr>
            <p:cNvGrpSpPr/>
            <p:nvPr/>
          </p:nvGrpSpPr>
          <p:grpSpPr>
            <a:xfrm rot="5400000">
              <a:off x="4991921" y="4985605"/>
              <a:ext cx="2752445" cy="544286"/>
              <a:chOff x="4270549" y="4461468"/>
              <a:chExt cx="5285433" cy="54428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311AAEB-D2B1-AECA-7CDA-35EE1ECA2B89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1846F3B-138A-5568-B26F-118534AF4FB8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0075B13-42FB-6234-F950-D98A51968C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8B4556-2208-CC6F-FE04-6CC7A3AB734D}"/>
                </a:ext>
              </a:extLst>
            </p:cNvPr>
            <p:cNvSpPr txBox="1"/>
            <p:nvPr/>
          </p:nvSpPr>
          <p:spPr>
            <a:xfrm>
              <a:off x="6220361" y="6264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D31FD5-B0F2-1AE8-195C-34D56EA27D0F}"/>
                </a:ext>
              </a:extLst>
            </p:cNvPr>
            <p:cNvSpPr txBox="1"/>
            <p:nvPr/>
          </p:nvSpPr>
          <p:spPr>
            <a:xfrm>
              <a:off x="6220361" y="58192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0C3287-0CB0-450D-B812-9ADBD4328487}"/>
                </a:ext>
              </a:extLst>
            </p:cNvPr>
            <p:cNvSpPr txBox="1"/>
            <p:nvPr/>
          </p:nvSpPr>
          <p:spPr>
            <a:xfrm>
              <a:off x="6220361" y="53738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C9380B3-1DC1-9A5E-35E2-E174F148EB23}"/>
              </a:ext>
            </a:extLst>
          </p:cNvPr>
          <p:cNvSpPr txBox="1"/>
          <p:nvPr/>
        </p:nvSpPr>
        <p:spPr>
          <a:xfrm>
            <a:off x="5821410" y="4971123"/>
            <a:ext cx="1873140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Top</a:t>
            </a:r>
            <a:r>
              <a:rPr lang="en-US" sz="1400"/>
              <a:t> value is newest</a:t>
            </a:r>
            <a:br>
              <a:rPr lang="en-US" sz="1400"/>
            </a:br>
            <a:r>
              <a:rPr lang="en-US" sz="1400"/>
              <a:t>(most recently added)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83B74E-4606-5E48-6DFA-B39696DE2AE7}"/>
              </a:ext>
            </a:extLst>
          </p:cNvPr>
          <p:cNvSpPr txBox="1"/>
          <p:nvPr/>
        </p:nvSpPr>
        <p:spPr>
          <a:xfrm>
            <a:off x="5787537" y="6147987"/>
            <a:ext cx="200352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Bottom</a:t>
            </a:r>
            <a:r>
              <a:rPr lang="en-US" sz="1400"/>
              <a:t> value  is oldest</a:t>
            </a:r>
            <a:br>
              <a:rPr lang="en-US" sz="1400"/>
            </a:br>
            <a:r>
              <a:rPr lang="en-US" sz="1400"/>
              <a:t>(least recently added)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8DBC9CA-7741-7F32-3A8A-FEA04F5B55D7}"/>
              </a:ext>
            </a:extLst>
          </p:cNvPr>
          <p:cNvCxnSpPr>
            <a:stCxn id="38" idx="1"/>
            <a:endCxn id="36" idx="3"/>
          </p:cNvCxnSpPr>
          <p:nvPr/>
        </p:nvCxnSpPr>
        <p:spPr>
          <a:xfrm flipH="1">
            <a:off x="5165297" y="5232733"/>
            <a:ext cx="656113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AAC90F-9161-324F-6858-730C218ECD30}"/>
              </a:ext>
            </a:extLst>
          </p:cNvPr>
          <p:cNvCxnSpPr>
            <a:cxnSpLocks/>
            <a:stCxn id="39" idx="1"/>
            <a:endCxn id="30" idx="3"/>
          </p:cNvCxnSpPr>
          <p:nvPr/>
        </p:nvCxnSpPr>
        <p:spPr>
          <a:xfrm flipH="1" flipV="1">
            <a:off x="5165297" y="6308209"/>
            <a:ext cx="622240" cy="10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072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1877-E6FF-6C3F-6647-ED96575E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9695-BEA1-E105-8503-F4BC7781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2DFF1E-495B-6B4B-3C8B-493C587945D7}"/>
              </a:ext>
            </a:extLst>
          </p:cNvPr>
          <p:cNvGrpSpPr/>
          <p:nvPr/>
        </p:nvGrpSpPr>
        <p:grpSpPr>
          <a:xfrm rot="5400000">
            <a:off x="529889" y="4985605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FB7A39-476E-9CA2-AA11-0962D5071E14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F6A670-00A6-0210-8D97-074444EDC209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82AE30-CF8E-CCEB-8C8D-A71401E478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BB0AC5-628F-B40E-9168-D2A8BDEA3CC6}"/>
              </a:ext>
            </a:extLst>
          </p:cNvPr>
          <p:cNvSpPr txBox="1"/>
          <p:nvPr/>
        </p:nvSpPr>
        <p:spPr>
          <a:xfrm>
            <a:off x="1149896" y="3509582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2D842B-D973-37D8-77AE-301A602B60D4}"/>
              </a:ext>
            </a:extLst>
          </p:cNvPr>
          <p:cNvSpPr txBox="1"/>
          <p:nvPr/>
        </p:nvSpPr>
        <p:spPr>
          <a:xfrm>
            <a:off x="2075533" y="3512192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8DEDE8-4D63-CFB5-7D3C-2BE6CE146D56}"/>
              </a:ext>
            </a:extLst>
          </p:cNvPr>
          <p:cNvCxnSpPr>
            <a:cxnSpLocks/>
          </p:cNvCxnSpPr>
          <p:nvPr/>
        </p:nvCxnSpPr>
        <p:spPr>
          <a:xfrm>
            <a:off x="1771040" y="3570095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2FC7D3-6F3E-248C-085F-27FB49E4F2C5}"/>
              </a:ext>
            </a:extLst>
          </p:cNvPr>
          <p:cNvCxnSpPr>
            <a:cxnSpLocks/>
          </p:cNvCxnSpPr>
          <p:nvPr/>
        </p:nvCxnSpPr>
        <p:spPr>
          <a:xfrm flipV="1">
            <a:off x="2075533" y="3554925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2F5F916-DACB-A4E3-4723-BF70969F6D35}"/>
              </a:ext>
            </a:extLst>
          </p:cNvPr>
          <p:cNvSpPr txBox="1"/>
          <p:nvPr/>
        </p:nvSpPr>
        <p:spPr>
          <a:xfrm>
            <a:off x="281117" y="2806606"/>
            <a:ext cx="149877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We usually draw it vertically 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EE5F5-260B-4CCF-85D2-0EA79CD378C1}"/>
              </a:ext>
            </a:extLst>
          </p:cNvPr>
          <p:cNvSpPr txBox="1"/>
          <p:nvPr/>
        </p:nvSpPr>
        <p:spPr>
          <a:xfrm>
            <a:off x="3208336" y="4863401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0422B92-50F1-90B7-726E-586EAB9FCDFD}"/>
              </a:ext>
            </a:extLst>
          </p:cNvPr>
          <p:cNvGrpSpPr/>
          <p:nvPr/>
        </p:nvGrpSpPr>
        <p:grpSpPr>
          <a:xfrm>
            <a:off x="4732839" y="3740430"/>
            <a:ext cx="544286" cy="2752445"/>
            <a:chOff x="6096001" y="3881525"/>
            <a:chExt cx="544286" cy="275244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00FEB91-894A-E2FB-330E-B0B82992E779}"/>
                </a:ext>
              </a:extLst>
            </p:cNvPr>
            <p:cNvGrpSpPr/>
            <p:nvPr/>
          </p:nvGrpSpPr>
          <p:grpSpPr>
            <a:xfrm rot="5400000">
              <a:off x="4991921" y="4985605"/>
              <a:ext cx="2752445" cy="544286"/>
              <a:chOff x="4270549" y="4461468"/>
              <a:chExt cx="5285433" cy="54428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65950B5-304B-05E4-83C2-522FE536A76E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6206E44-C55C-5C94-38F5-B853BC0554C5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252743A-5FD3-EC64-4C5B-65B6A20996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48B27C-2D6F-78ED-EAB6-0DE59D04E005}"/>
                </a:ext>
              </a:extLst>
            </p:cNvPr>
            <p:cNvSpPr txBox="1"/>
            <p:nvPr/>
          </p:nvSpPr>
          <p:spPr>
            <a:xfrm>
              <a:off x="6220361" y="6264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DD925A-1F2F-BBAA-8EA1-F6621E937B81}"/>
                </a:ext>
              </a:extLst>
            </p:cNvPr>
            <p:cNvSpPr txBox="1"/>
            <p:nvPr/>
          </p:nvSpPr>
          <p:spPr>
            <a:xfrm>
              <a:off x="6220361" y="58192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D4C296-A026-6CF4-89F0-F29B410E46AE}"/>
                </a:ext>
              </a:extLst>
            </p:cNvPr>
            <p:cNvSpPr txBox="1"/>
            <p:nvPr/>
          </p:nvSpPr>
          <p:spPr>
            <a:xfrm>
              <a:off x="6220361" y="53738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FBB9E92-2A66-A810-4928-5F7D7E249806}"/>
              </a:ext>
            </a:extLst>
          </p:cNvPr>
          <p:cNvSpPr txBox="1"/>
          <p:nvPr/>
        </p:nvSpPr>
        <p:spPr>
          <a:xfrm>
            <a:off x="5821410" y="4971123"/>
            <a:ext cx="1873140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Top</a:t>
            </a:r>
            <a:r>
              <a:rPr lang="en-US" sz="1400"/>
              <a:t> value is newest</a:t>
            </a:r>
            <a:br>
              <a:rPr lang="en-US" sz="1400"/>
            </a:br>
            <a:r>
              <a:rPr lang="en-US" sz="1400"/>
              <a:t>(most recently added)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8C2D4F-EFBA-A1D0-1845-93CA3F330A16}"/>
              </a:ext>
            </a:extLst>
          </p:cNvPr>
          <p:cNvSpPr txBox="1"/>
          <p:nvPr/>
        </p:nvSpPr>
        <p:spPr>
          <a:xfrm>
            <a:off x="5787537" y="6147987"/>
            <a:ext cx="200352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Bottom</a:t>
            </a:r>
            <a:r>
              <a:rPr lang="en-US" sz="1400"/>
              <a:t> value  is oldest</a:t>
            </a:r>
            <a:br>
              <a:rPr lang="en-US" sz="1400"/>
            </a:br>
            <a:r>
              <a:rPr lang="en-US" sz="1400"/>
              <a:t>(least recently added)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4DA3F9-ACD4-622F-8048-BA39DB5BD3C8}"/>
              </a:ext>
            </a:extLst>
          </p:cNvPr>
          <p:cNvCxnSpPr>
            <a:stCxn id="38" idx="1"/>
            <a:endCxn id="36" idx="3"/>
          </p:cNvCxnSpPr>
          <p:nvPr/>
        </p:nvCxnSpPr>
        <p:spPr>
          <a:xfrm flipH="1">
            <a:off x="5165297" y="5232733"/>
            <a:ext cx="656113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9521AF-AB76-1A5F-2DC1-478B4EBE7F0E}"/>
              </a:ext>
            </a:extLst>
          </p:cNvPr>
          <p:cNvCxnSpPr>
            <a:cxnSpLocks/>
            <a:stCxn id="39" idx="1"/>
            <a:endCxn id="30" idx="3"/>
          </p:cNvCxnSpPr>
          <p:nvPr/>
        </p:nvCxnSpPr>
        <p:spPr>
          <a:xfrm flipH="1" flipV="1">
            <a:off x="5165297" y="6308209"/>
            <a:ext cx="622240" cy="10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932D13-4B44-405A-3DA3-585F771731E6}"/>
              </a:ext>
            </a:extLst>
          </p:cNvPr>
          <p:cNvGrpSpPr/>
          <p:nvPr/>
        </p:nvGrpSpPr>
        <p:grpSpPr>
          <a:xfrm>
            <a:off x="10809514" y="3740430"/>
            <a:ext cx="544286" cy="2752445"/>
            <a:chOff x="6096001" y="3881525"/>
            <a:chExt cx="544286" cy="275244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E801A1F-84B5-E59F-CA6A-7A5304B36A28}"/>
                </a:ext>
              </a:extLst>
            </p:cNvPr>
            <p:cNvGrpSpPr/>
            <p:nvPr/>
          </p:nvGrpSpPr>
          <p:grpSpPr>
            <a:xfrm rot="5400000">
              <a:off x="4991921" y="4985605"/>
              <a:ext cx="2752445" cy="544286"/>
              <a:chOff x="4270549" y="4461468"/>
              <a:chExt cx="5285433" cy="544286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BBF51B0-5B64-5C4E-F7D5-1B6BA67916A7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CB5C978-55C9-5529-C59B-AA150D0BE4B4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B5F991F-1C60-2AFC-56FD-E4E86BE2BB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000D474-90C9-D3CE-387D-89F96BA97359}"/>
                </a:ext>
              </a:extLst>
            </p:cNvPr>
            <p:cNvSpPr txBox="1"/>
            <p:nvPr/>
          </p:nvSpPr>
          <p:spPr>
            <a:xfrm>
              <a:off x="6220361" y="6264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D8769BC-29BD-E52F-313C-99EA871D4E02}"/>
                </a:ext>
              </a:extLst>
            </p:cNvPr>
            <p:cNvSpPr txBox="1"/>
            <p:nvPr/>
          </p:nvSpPr>
          <p:spPr>
            <a:xfrm>
              <a:off x="6220361" y="58192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7D85E04-31B2-25BE-D95D-C201D9CCA48C}"/>
              </a:ext>
            </a:extLst>
          </p:cNvPr>
          <p:cNvSpPr txBox="1"/>
          <p:nvPr/>
        </p:nvSpPr>
        <p:spPr>
          <a:xfrm>
            <a:off x="9288227" y="500850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83257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150CF-B7CA-87A3-D376-F732D9A4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2F46-C53F-D41F-B639-FBA515F4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AF1FA7-84DE-B46F-5B81-346A7EEEFADE}"/>
              </a:ext>
            </a:extLst>
          </p:cNvPr>
          <p:cNvGrpSpPr/>
          <p:nvPr/>
        </p:nvGrpSpPr>
        <p:grpSpPr>
          <a:xfrm rot="5400000">
            <a:off x="529889" y="4985605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9EAB32-1112-C50E-EA9F-2FFD2C814FC3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42481A-C735-9F61-94F2-4616EF6D9B2B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D01A60-F4E1-9F08-9DF8-5D2D0EEEA5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BBE774B-AD55-759D-F6EA-274415CAB02E}"/>
              </a:ext>
            </a:extLst>
          </p:cNvPr>
          <p:cNvSpPr txBox="1"/>
          <p:nvPr/>
        </p:nvSpPr>
        <p:spPr>
          <a:xfrm>
            <a:off x="1149896" y="3509582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5337A-8882-AAB8-28CE-89741DF4EA3D}"/>
              </a:ext>
            </a:extLst>
          </p:cNvPr>
          <p:cNvSpPr txBox="1"/>
          <p:nvPr/>
        </p:nvSpPr>
        <p:spPr>
          <a:xfrm>
            <a:off x="2075533" y="3512192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F19A40-996C-EE33-2C23-B971BE6878BA}"/>
              </a:ext>
            </a:extLst>
          </p:cNvPr>
          <p:cNvCxnSpPr>
            <a:cxnSpLocks/>
          </p:cNvCxnSpPr>
          <p:nvPr/>
        </p:nvCxnSpPr>
        <p:spPr>
          <a:xfrm>
            <a:off x="1771040" y="3570095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05AC41-F2B5-B6FD-A8A5-77C2537BFFEB}"/>
              </a:ext>
            </a:extLst>
          </p:cNvPr>
          <p:cNvCxnSpPr>
            <a:cxnSpLocks/>
          </p:cNvCxnSpPr>
          <p:nvPr/>
        </p:nvCxnSpPr>
        <p:spPr>
          <a:xfrm flipV="1">
            <a:off x="2075533" y="3554925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CBB4B1F-323E-45B1-5FF5-05E7D969EA1A}"/>
              </a:ext>
            </a:extLst>
          </p:cNvPr>
          <p:cNvSpPr txBox="1"/>
          <p:nvPr/>
        </p:nvSpPr>
        <p:spPr>
          <a:xfrm>
            <a:off x="281117" y="2806606"/>
            <a:ext cx="149877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We usually draw it vertically 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BFF184-0CEB-6E91-AD36-452B2E307A6C}"/>
              </a:ext>
            </a:extLst>
          </p:cNvPr>
          <p:cNvSpPr txBox="1"/>
          <p:nvPr/>
        </p:nvSpPr>
        <p:spPr>
          <a:xfrm>
            <a:off x="3208336" y="4863401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1B120BE-FCC9-1D21-EFD4-A23A1BBD2CF7}"/>
              </a:ext>
            </a:extLst>
          </p:cNvPr>
          <p:cNvGrpSpPr/>
          <p:nvPr/>
        </p:nvGrpSpPr>
        <p:grpSpPr>
          <a:xfrm>
            <a:off x="4732839" y="3740430"/>
            <a:ext cx="544286" cy="2752445"/>
            <a:chOff x="6096001" y="3881525"/>
            <a:chExt cx="544286" cy="275244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5D9FD21-82A0-BDA1-9E7D-B0DF55D04CA0}"/>
                </a:ext>
              </a:extLst>
            </p:cNvPr>
            <p:cNvGrpSpPr/>
            <p:nvPr/>
          </p:nvGrpSpPr>
          <p:grpSpPr>
            <a:xfrm rot="5400000">
              <a:off x="4991921" y="4985605"/>
              <a:ext cx="2752445" cy="544286"/>
              <a:chOff x="4270549" y="4461468"/>
              <a:chExt cx="5285433" cy="54428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E83D6F6-38A6-887C-EF73-5A8F7C3121FD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F8EBC99-B935-3EA3-A4E7-7AC3595516B6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02780C1-E208-4A4E-5985-0E532AA2E3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ACD61C-8A6E-7620-EB3E-D9EC53C7145F}"/>
                </a:ext>
              </a:extLst>
            </p:cNvPr>
            <p:cNvSpPr txBox="1"/>
            <p:nvPr/>
          </p:nvSpPr>
          <p:spPr>
            <a:xfrm>
              <a:off x="6220361" y="6264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E3D697-E5E6-1FE4-714B-E9E1AA67ED32}"/>
                </a:ext>
              </a:extLst>
            </p:cNvPr>
            <p:cNvSpPr txBox="1"/>
            <p:nvPr/>
          </p:nvSpPr>
          <p:spPr>
            <a:xfrm>
              <a:off x="6220361" y="58192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F8EECB6-022E-A5BE-600C-425D6885607E}"/>
                </a:ext>
              </a:extLst>
            </p:cNvPr>
            <p:cNvSpPr txBox="1"/>
            <p:nvPr/>
          </p:nvSpPr>
          <p:spPr>
            <a:xfrm>
              <a:off x="6220361" y="53738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869731C-E258-5CF0-5191-F1316EE5FB36}"/>
              </a:ext>
            </a:extLst>
          </p:cNvPr>
          <p:cNvSpPr txBox="1"/>
          <p:nvPr/>
        </p:nvSpPr>
        <p:spPr>
          <a:xfrm>
            <a:off x="5821410" y="4971123"/>
            <a:ext cx="1873140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Top</a:t>
            </a:r>
            <a:r>
              <a:rPr lang="en-US" sz="1400"/>
              <a:t> value is newest</a:t>
            </a:r>
            <a:br>
              <a:rPr lang="en-US" sz="1400"/>
            </a:br>
            <a:r>
              <a:rPr lang="en-US" sz="1400"/>
              <a:t>(most recently added)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1183E5-30A4-04FC-B1FD-9B89FD1CCF39}"/>
              </a:ext>
            </a:extLst>
          </p:cNvPr>
          <p:cNvSpPr txBox="1"/>
          <p:nvPr/>
        </p:nvSpPr>
        <p:spPr>
          <a:xfrm>
            <a:off x="5787537" y="6147987"/>
            <a:ext cx="200352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Bottom</a:t>
            </a:r>
            <a:r>
              <a:rPr lang="en-US" sz="1400"/>
              <a:t> value  is oldest</a:t>
            </a:r>
            <a:br>
              <a:rPr lang="en-US" sz="1400"/>
            </a:br>
            <a:r>
              <a:rPr lang="en-US" sz="1400"/>
              <a:t>(least recently added)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90D0E1C-A318-BFD4-CA86-923DA5E58609}"/>
              </a:ext>
            </a:extLst>
          </p:cNvPr>
          <p:cNvCxnSpPr>
            <a:stCxn id="38" idx="1"/>
            <a:endCxn id="36" idx="3"/>
          </p:cNvCxnSpPr>
          <p:nvPr/>
        </p:nvCxnSpPr>
        <p:spPr>
          <a:xfrm flipH="1">
            <a:off x="5165297" y="5232733"/>
            <a:ext cx="656113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F6DD64E-DDF9-19F3-AA8F-259F876C5A10}"/>
              </a:ext>
            </a:extLst>
          </p:cNvPr>
          <p:cNvCxnSpPr>
            <a:cxnSpLocks/>
            <a:stCxn id="39" idx="1"/>
            <a:endCxn id="30" idx="3"/>
          </p:cNvCxnSpPr>
          <p:nvPr/>
        </p:nvCxnSpPr>
        <p:spPr>
          <a:xfrm flipH="1" flipV="1">
            <a:off x="5165297" y="6308209"/>
            <a:ext cx="622240" cy="10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0AFD214-7A59-6CF0-963C-A03D289D0F51}"/>
              </a:ext>
            </a:extLst>
          </p:cNvPr>
          <p:cNvSpPr txBox="1"/>
          <p:nvPr/>
        </p:nvSpPr>
        <p:spPr>
          <a:xfrm>
            <a:off x="8087691" y="3740430"/>
            <a:ext cx="259746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Since we only add/remove form the top,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remove()</a:t>
            </a:r>
            <a:r>
              <a:rPr lang="en-US" sz="1400"/>
              <a:t> always removes the newest value.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40743B-CAB5-54C7-BF76-91E49351D10E}"/>
              </a:ext>
            </a:extLst>
          </p:cNvPr>
          <p:cNvGrpSpPr/>
          <p:nvPr/>
        </p:nvGrpSpPr>
        <p:grpSpPr>
          <a:xfrm>
            <a:off x="10809514" y="3740430"/>
            <a:ext cx="544286" cy="2752445"/>
            <a:chOff x="6096001" y="3881525"/>
            <a:chExt cx="544286" cy="275244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D1E622E-755C-C3BB-0E65-871055C721D8}"/>
                </a:ext>
              </a:extLst>
            </p:cNvPr>
            <p:cNvGrpSpPr/>
            <p:nvPr/>
          </p:nvGrpSpPr>
          <p:grpSpPr>
            <a:xfrm rot="5400000">
              <a:off x="4991921" y="4985605"/>
              <a:ext cx="2752445" cy="544286"/>
              <a:chOff x="4270549" y="4461468"/>
              <a:chExt cx="5285433" cy="544286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4D71E2C-9FD8-2360-03E1-D9FF8189E055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A700DE4-6DCC-A439-6AEE-31B6AFB1761C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58F43D0-6DB3-C5F2-A673-F628AAFA6D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BF3D0F-1475-66BC-37D3-A7025421132C}"/>
                </a:ext>
              </a:extLst>
            </p:cNvPr>
            <p:cNvSpPr txBox="1"/>
            <p:nvPr/>
          </p:nvSpPr>
          <p:spPr>
            <a:xfrm>
              <a:off x="6220361" y="626463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4334666-69D4-D290-46F4-9E954EC1FDC8}"/>
                </a:ext>
              </a:extLst>
            </p:cNvPr>
            <p:cNvSpPr txBox="1"/>
            <p:nvPr/>
          </p:nvSpPr>
          <p:spPr>
            <a:xfrm>
              <a:off x="6220361" y="581923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D017220-F227-E5B5-E91F-97614C4AAD54}"/>
              </a:ext>
            </a:extLst>
          </p:cNvPr>
          <p:cNvSpPr txBox="1"/>
          <p:nvPr/>
        </p:nvSpPr>
        <p:spPr>
          <a:xfrm>
            <a:off x="9288227" y="500850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63321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332A-AB06-06F1-470C-3EE199A2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FB75-6949-6A1C-F365-12B059CE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444A56-7142-8427-D269-8F820DB26B26}"/>
              </a:ext>
            </a:extLst>
          </p:cNvPr>
          <p:cNvGrpSpPr/>
          <p:nvPr/>
        </p:nvGrpSpPr>
        <p:grpSpPr>
          <a:xfrm rot="5400000">
            <a:off x="27472" y="3588884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265BF9-B2A1-D13E-BF40-276226883CE6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99EAC4E-2142-37DE-D7E6-E9ED46BB946D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3227585-C748-5B2A-20C9-7AF89A6F6A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253E8A7-4EA8-AD23-BA78-B9E32CC48634}"/>
              </a:ext>
            </a:extLst>
          </p:cNvPr>
          <p:cNvSpPr txBox="1"/>
          <p:nvPr/>
        </p:nvSpPr>
        <p:spPr>
          <a:xfrm>
            <a:off x="647479" y="2112861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F0953-62C3-B107-176F-CCE1A759584D}"/>
              </a:ext>
            </a:extLst>
          </p:cNvPr>
          <p:cNvSpPr txBox="1"/>
          <p:nvPr/>
        </p:nvSpPr>
        <p:spPr>
          <a:xfrm>
            <a:off x="1573116" y="2115471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D2F51B-00A0-DDD8-9C92-3CBD03C19E87}"/>
              </a:ext>
            </a:extLst>
          </p:cNvPr>
          <p:cNvCxnSpPr>
            <a:cxnSpLocks/>
          </p:cNvCxnSpPr>
          <p:nvPr/>
        </p:nvCxnSpPr>
        <p:spPr>
          <a:xfrm>
            <a:off x="1268623" y="2173374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C94532-6DB7-9B01-D2F2-07996E160E22}"/>
              </a:ext>
            </a:extLst>
          </p:cNvPr>
          <p:cNvCxnSpPr>
            <a:cxnSpLocks/>
          </p:cNvCxnSpPr>
          <p:nvPr/>
        </p:nvCxnSpPr>
        <p:spPr>
          <a:xfrm flipV="1">
            <a:off x="1573116" y="2158204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E4FCD8-4E3E-8C0B-FF9B-11228E119A9B}"/>
              </a:ext>
            </a:extLst>
          </p:cNvPr>
          <p:cNvSpPr txBox="1"/>
          <p:nvPr/>
        </p:nvSpPr>
        <p:spPr>
          <a:xfrm>
            <a:off x="2498754" y="2725305"/>
            <a:ext cx="93165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  <a:r>
              <a:rPr lang="en-US"/>
              <a:t>: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is added as the new top element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/>
              <a:t> and the items underneath keep their order</a:t>
            </a:r>
          </a:p>
          <a:p>
            <a:endParaRPr lang="en-US"/>
          </a:p>
          <a:p>
            <a:endParaRPr lang="en-US"/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/>
              <a:t>: removes the current top element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4EDBAB78-50C5-8F41-9E52-ACE70BFCC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F0DE4BFD-76D9-67C4-FB12-0A4300375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6FAC70-A021-5A67-9C44-2633A62AB8FA}"/>
              </a:ext>
            </a:extLst>
          </p:cNvPr>
          <p:cNvSpPr txBox="1"/>
          <p:nvPr/>
        </p:nvSpPr>
        <p:spPr>
          <a:xfrm>
            <a:off x="1222507" y="482518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5A725B-3516-B38E-4405-3554930EA3C6}"/>
              </a:ext>
            </a:extLst>
          </p:cNvPr>
          <p:cNvSpPr txBox="1"/>
          <p:nvPr/>
        </p:nvSpPr>
        <p:spPr>
          <a:xfrm>
            <a:off x="1222507" y="43743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C6FA9F-ECDD-3A45-B9A9-C7422825B436}"/>
              </a:ext>
            </a:extLst>
          </p:cNvPr>
          <p:cNvSpPr txBox="1"/>
          <p:nvPr/>
        </p:nvSpPr>
        <p:spPr>
          <a:xfrm>
            <a:off x="1232125" y="392355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C347B-9A77-F0E7-0B6E-BA163C1AA6F2}"/>
              </a:ext>
            </a:extLst>
          </p:cNvPr>
          <p:cNvSpPr txBox="1"/>
          <p:nvPr/>
        </p:nvSpPr>
        <p:spPr>
          <a:xfrm>
            <a:off x="1233728" y="347274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1F7B57-16D6-E173-3F1E-289004856241}"/>
              </a:ext>
            </a:extLst>
          </p:cNvPr>
          <p:cNvSpPr txBox="1"/>
          <p:nvPr/>
        </p:nvSpPr>
        <p:spPr>
          <a:xfrm>
            <a:off x="1237736" y="30219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347613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81F1C-C6A3-F172-A938-42383B37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353C2-33FD-210B-8964-48683220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318086-1E4F-7F4C-F6C7-C4EC261096AC}"/>
              </a:ext>
            </a:extLst>
          </p:cNvPr>
          <p:cNvGrpSpPr/>
          <p:nvPr/>
        </p:nvGrpSpPr>
        <p:grpSpPr>
          <a:xfrm rot="5400000">
            <a:off x="27472" y="3588884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9B2EDA6-04F9-DA3A-B369-773A6314F381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7650523-F4F4-B6E1-0CA3-BB1B13A8D03A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8C5569-F444-EB84-C1D6-5C812DF4A7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AB5F868-5700-A4C0-1161-1ABEB8B8149B}"/>
              </a:ext>
            </a:extLst>
          </p:cNvPr>
          <p:cNvSpPr txBox="1"/>
          <p:nvPr/>
        </p:nvSpPr>
        <p:spPr>
          <a:xfrm>
            <a:off x="647479" y="2112861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EFE71-33D3-0513-3D04-E238DCD45079}"/>
              </a:ext>
            </a:extLst>
          </p:cNvPr>
          <p:cNvSpPr txBox="1"/>
          <p:nvPr/>
        </p:nvSpPr>
        <p:spPr>
          <a:xfrm>
            <a:off x="1573116" y="2115471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6B59EE-23DE-4DF0-35CC-CF24F56C077F}"/>
              </a:ext>
            </a:extLst>
          </p:cNvPr>
          <p:cNvCxnSpPr>
            <a:cxnSpLocks/>
          </p:cNvCxnSpPr>
          <p:nvPr/>
        </p:nvCxnSpPr>
        <p:spPr>
          <a:xfrm>
            <a:off x="1268623" y="2173374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3F08B0-8CD8-68AD-B100-C8652591DE78}"/>
              </a:ext>
            </a:extLst>
          </p:cNvPr>
          <p:cNvCxnSpPr>
            <a:cxnSpLocks/>
          </p:cNvCxnSpPr>
          <p:nvPr/>
        </p:nvCxnSpPr>
        <p:spPr>
          <a:xfrm flipV="1">
            <a:off x="1573116" y="2158204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13A286-E6B2-4BB2-0815-B824EEE396B5}"/>
              </a:ext>
            </a:extLst>
          </p:cNvPr>
          <p:cNvSpPr txBox="1"/>
          <p:nvPr/>
        </p:nvSpPr>
        <p:spPr>
          <a:xfrm>
            <a:off x="2498754" y="2725305"/>
            <a:ext cx="92686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  <a:r>
              <a:rPr lang="en-US"/>
              <a:t>: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is added as the new top element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/>
              <a:t> and the items underneath keep their order</a:t>
            </a:r>
          </a:p>
          <a:p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S.push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endParaRPr lang="en-US"/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/>
              <a:t>: removes the current top element</a:t>
            </a:r>
          </a:p>
          <a:p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S.pop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C28D26-9538-EA59-F971-50DA25B10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B8FA859F-11B6-95EE-ACCA-B2B6B6ED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B63BE9-9C8A-8F75-C318-973CCE4CBDA2}"/>
              </a:ext>
            </a:extLst>
          </p:cNvPr>
          <p:cNvSpPr txBox="1"/>
          <p:nvPr/>
        </p:nvSpPr>
        <p:spPr>
          <a:xfrm>
            <a:off x="1222507" y="482518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4F140D-6AEF-8DE7-1183-ABEF793EF947}"/>
              </a:ext>
            </a:extLst>
          </p:cNvPr>
          <p:cNvSpPr txBox="1"/>
          <p:nvPr/>
        </p:nvSpPr>
        <p:spPr>
          <a:xfrm>
            <a:off x="1222507" y="43743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A9B855-A407-D205-CFC4-53AFD4E15817}"/>
              </a:ext>
            </a:extLst>
          </p:cNvPr>
          <p:cNvSpPr txBox="1"/>
          <p:nvPr/>
        </p:nvSpPr>
        <p:spPr>
          <a:xfrm>
            <a:off x="1232125" y="392355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E71618-DAD0-7CEA-0478-DBF162F4D927}"/>
              </a:ext>
            </a:extLst>
          </p:cNvPr>
          <p:cNvSpPr txBox="1"/>
          <p:nvPr/>
        </p:nvSpPr>
        <p:spPr>
          <a:xfrm>
            <a:off x="1233728" y="347274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33BD82-61B8-7F7E-E40D-C6746B6DA3EC}"/>
              </a:ext>
            </a:extLst>
          </p:cNvPr>
          <p:cNvSpPr txBox="1"/>
          <p:nvPr/>
        </p:nvSpPr>
        <p:spPr>
          <a:xfrm>
            <a:off x="1237736" y="30219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34491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067BD-9C41-4965-EC07-8D55FF907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3237-70D5-E6AA-6BB9-7BCCD900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Adding/Removing at One End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271AD2-9862-2D2D-4E3A-2C426413B19E}"/>
              </a:ext>
            </a:extLst>
          </p:cNvPr>
          <p:cNvGrpSpPr/>
          <p:nvPr/>
        </p:nvGrpSpPr>
        <p:grpSpPr>
          <a:xfrm rot="5400000">
            <a:off x="27472" y="3588884"/>
            <a:ext cx="2752445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E11691-46CB-3027-DFAD-33E131D75070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5D41CE-8C0D-001C-B71A-AAAE2B4BB62E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8696C8-CEB1-FB4B-F0AA-1F6BD17E3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7DDC68B-6C2D-EF55-F5F5-9E91FB8FB6D2}"/>
              </a:ext>
            </a:extLst>
          </p:cNvPr>
          <p:cNvSpPr txBox="1"/>
          <p:nvPr/>
        </p:nvSpPr>
        <p:spPr>
          <a:xfrm>
            <a:off x="647479" y="2112861"/>
            <a:ext cx="56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0C3C16-D8FA-401E-4B45-8EFA8543791B}"/>
              </a:ext>
            </a:extLst>
          </p:cNvPr>
          <p:cNvSpPr txBox="1"/>
          <p:nvPr/>
        </p:nvSpPr>
        <p:spPr>
          <a:xfrm>
            <a:off x="1573116" y="2115471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A6BF85-5836-3BC3-8A41-1CE888C532C0}"/>
              </a:ext>
            </a:extLst>
          </p:cNvPr>
          <p:cNvCxnSpPr>
            <a:cxnSpLocks/>
          </p:cNvCxnSpPr>
          <p:nvPr/>
        </p:nvCxnSpPr>
        <p:spPr>
          <a:xfrm>
            <a:off x="1268623" y="2173374"/>
            <a:ext cx="0" cy="2686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4508A7-2730-5BFB-AD1D-1904A8FC575F}"/>
              </a:ext>
            </a:extLst>
          </p:cNvPr>
          <p:cNvCxnSpPr>
            <a:cxnSpLocks/>
          </p:cNvCxnSpPr>
          <p:nvPr/>
        </p:nvCxnSpPr>
        <p:spPr>
          <a:xfrm flipV="1">
            <a:off x="1573116" y="2158204"/>
            <a:ext cx="0" cy="283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499EFA-405F-9EAA-4E55-EC2675BE7559}"/>
              </a:ext>
            </a:extLst>
          </p:cNvPr>
          <p:cNvSpPr txBox="1"/>
          <p:nvPr/>
        </p:nvSpPr>
        <p:spPr>
          <a:xfrm>
            <a:off x="2498754" y="2725305"/>
            <a:ext cx="92686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  <a:r>
              <a:rPr lang="en-US"/>
              <a:t>: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is added as the new top element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/>
              <a:t> and the items underneath keep their order</a:t>
            </a:r>
          </a:p>
          <a:p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S.push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endParaRPr lang="en-US"/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/>
              <a:t>: removes the current top element</a:t>
            </a:r>
          </a:p>
          <a:p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S.pop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711B56-554C-E9DD-3433-15B84E421B02}"/>
              </a:ext>
            </a:extLst>
          </p:cNvPr>
          <p:cNvSpPr txBox="1"/>
          <p:nvPr/>
        </p:nvSpPr>
        <p:spPr>
          <a:xfrm>
            <a:off x="2498754" y="5124659"/>
            <a:ext cx="458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is called a </a:t>
            </a:r>
            <a:r>
              <a:rPr lang="en-US" b="1">
                <a:solidFill>
                  <a:srgbClr val="00B050"/>
                </a:solidFill>
              </a:rPr>
              <a:t>stack</a:t>
            </a:r>
            <a:r>
              <a:rPr lang="en-US"/>
              <a:t> … like a stack of blocks</a:t>
            </a:r>
          </a:p>
          <a:p>
            <a:endParaRPr lang="en-US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E1EE04E-2300-2214-0494-CCF666167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3AB3C2F8-EEAC-43A1-924A-9474F167A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0369021-DED5-9A19-9729-9EFCB4BBB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73" t="20152" r="22558" b="16888"/>
          <a:stretch>
            <a:fillRect/>
          </a:stretch>
        </p:blipFill>
        <p:spPr>
          <a:xfrm>
            <a:off x="7787481" y="4302703"/>
            <a:ext cx="1770390" cy="229024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5443931-922A-9293-A70C-48A8C329CA73}"/>
              </a:ext>
            </a:extLst>
          </p:cNvPr>
          <p:cNvSpPr txBox="1"/>
          <p:nvPr/>
        </p:nvSpPr>
        <p:spPr>
          <a:xfrm>
            <a:off x="1222507" y="482518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EC31FA-681F-B48E-1754-91FC14A06971}"/>
              </a:ext>
            </a:extLst>
          </p:cNvPr>
          <p:cNvSpPr txBox="1"/>
          <p:nvPr/>
        </p:nvSpPr>
        <p:spPr>
          <a:xfrm>
            <a:off x="1222507" y="43743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1A8389-8268-2B28-D759-A752BEC9AEA2}"/>
              </a:ext>
            </a:extLst>
          </p:cNvPr>
          <p:cNvSpPr txBox="1"/>
          <p:nvPr/>
        </p:nvSpPr>
        <p:spPr>
          <a:xfrm>
            <a:off x="1232125" y="392355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52A02-29EB-564E-C737-73C95F9EEBFA}"/>
              </a:ext>
            </a:extLst>
          </p:cNvPr>
          <p:cNvSpPr txBox="1"/>
          <p:nvPr/>
        </p:nvSpPr>
        <p:spPr>
          <a:xfrm>
            <a:off x="1233728" y="347274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C4F672-DF43-978F-D2B8-3BF4B8816CE8}"/>
              </a:ext>
            </a:extLst>
          </p:cNvPr>
          <p:cNvSpPr txBox="1"/>
          <p:nvPr/>
        </p:nvSpPr>
        <p:spPr>
          <a:xfrm>
            <a:off x="1237736" y="30219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793532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05FF-4802-47B4-B034-2F1A925B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D003-73F3-7495-0E7F-F7D0AF60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Pushing Onto a Full Stack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860187AB-54EB-C35E-7F1B-533F21AB3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57127A9-E550-E9E6-C890-A443048D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67CE60-5B8D-90A0-7563-4D7D091E6370}"/>
              </a:ext>
            </a:extLst>
          </p:cNvPr>
          <p:cNvGrpSpPr/>
          <p:nvPr/>
        </p:nvGrpSpPr>
        <p:grpSpPr>
          <a:xfrm>
            <a:off x="1121503" y="2321341"/>
            <a:ext cx="544286" cy="2215318"/>
            <a:chOff x="1131552" y="3021932"/>
            <a:chExt cx="544286" cy="22153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03AF37F-3BCA-E3A8-11F6-FE67A12BB81B}"/>
                </a:ext>
              </a:extLst>
            </p:cNvPr>
            <p:cNvGrpSpPr/>
            <p:nvPr/>
          </p:nvGrpSpPr>
          <p:grpSpPr>
            <a:xfrm rot="5400000">
              <a:off x="296037" y="3857449"/>
              <a:ext cx="2215316" cy="544286"/>
              <a:chOff x="4270549" y="4461468"/>
              <a:chExt cx="5285433" cy="54428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7AD5622F-5DAF-8008-1B01-E55E45B13122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64279E0-3FAB-7479-CA9F-5BE8D3C93F86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096DC51-36D8-F7BC-4FE1-4E1DD04ABD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90B9325-4B51-0AAB-E553-AE203DE9DD74}"/>
                </a:ext>
              </a:extLst>
            </p:cNvPr>
            <p:cNvSpPr txBox="1"/>
            <p:nvPr/>
          </p:nvSpPr>
          <p:spPr>
            <a:xfrm>
              <a:off x="1222507" y="482518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AD9D58-3F0C-334D-F8D9-2756527A8E0D}"/>
                </a:ext>
              </a:extLst>
            </p:cNvPr>
            <p:cNvSpPr txBox="1"/>
            <p:nvPr/>
          </p:nvSpPr>
          <p:spPr>
            <a:xfrm>
              <a:off x="1222507" y="4374371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34F4289-1334-4CB4-8DA5-E210C63F6065}"/>
                </a:ext>
              </a:extLst>
            </p:cNvPr>
            <p:cNvSpPr txBox="1"/>
            <p:nvPr/>
          </p:nvSpPr>
          <p:spPr>
            <a:xfrm>
              <a:off x="1232125" y="392355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E4C9D6D-9B1B-423C-66AF-D4EAF1CF1FFB}"/>
                </a:ext>
              </a:extLst>
            </p:cNvPr>
            <p:cNvSpPr txBox="1"/>
            <p:nvPr/>
          </p:nvSpPr>
          <p:spPr>
            <a:xfrm>
              <a:off x="1233728" y="347274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51137D-683B-BAA6-F023-2A7FEEC2CCE8}"/>
                </a:ext>
              </a:extLst>
            </p:cNvPr>
            <p:cNvSpPr txBox="1"/>
            <p:nvPr/>
          </p:nvSpPr>
          <p:spPr>
            <a:xfrm>
              <a:off x="1237736" y="302193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D46849D-B321-9103-65BB-27A6BB27EB0A}"/>
              </a:ext>
            </a:extLst>
          </p:cNvPr>
          <p:cNvSpPr txBox="1"/>
          <p:nvPr/>
        </p:nvSpPr>
        <p:spPr>
          <a:xfrm>
            <a:off x="2084878" y="1952009"/>
            <a:ext cx="7051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Problem</a:t>
            </a:r>
            <a:r>
              <a:rPr lang="en-US"/>
              <a:t>: What should happen if you </a:t>
            </a:r>
            <a:r>
              <a:rPr lang="en-US" b="1"/>
              <a:t>push an item onto a full stack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488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64F2-C2C6-4726-7402-826AB445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B6E9-93E6-7318-1243-70B9C0C2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Pushing Onto a Full Stack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6EA072EA-7EFB-C9D5-343A-C872BB184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4C64EE00-A834-3DE2-FDB8-4B37EE490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7208BA-0446-70A8-529B-991FA1AC6555}"/>
              </a:ext>
            </a:extLst>
          </p:cNvPr>
          <p:cNvGrpSpPr/>
          <p:nvPr/>
        </p:nvGrpSpPr>
        <p:grpSpPr>
          <a:xfrm>
            <a:off x="1121503" y="2321341"/>
            <a:ext cx="544286" cy="2215318"/>
            <a:chOff x="1131552" y="3021932"/>
            <a:chExt cx="544286" cy="22153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0C3EA88-C063-038E-5EBB-F1BE1825256F}"/>
                </a:ext>
              </a:extLst>
            </p:cNvPr>
            <p:cNvGrpSpPr/>
            <p:nvPr/>
          </p:nvGrpSpPr>
          <p:grpSpPr>
            <a:xfrm rot="5400000">
              <a:off x="296037" y="3857449"/>
              <a:ext cx="2215316" cy="544286"/>
              <a:chOff x="4270549" y="4461468"/>
              <a:chExt cx="5285433" cy="54428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3A78F4B-1734-ED56-DCAC-6A947B99F554}"/>
                  </a:ext>
                </a:extLst>
              </p:cNvPr>
              <p:cNvCxnSpPr/>
              <p:nvPr/>
            </p:nvCxnSpPr>
            <p:spPr>
              <a:xfrm>
                <a:off x="4270549" y="4461468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3913075-DACD-03C0-6F72-BC3CD8D1F782}"/>
                  </a:ext>
                </a:extLst>
              </p:cNvPr>
              <p:cNvCxnSpPr/>
              <p:nvPr/>
            </p:nvCxnSpPr>
            <p:spPr>
              <a:xfrm>
                <a:off x="4270549" y="5005754"/>
                <a:ext cx="528543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EA8613E-07CE-E58C-7538-82C73D0CBC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5982" y="4461468"/>
                <a:ext cx="0" cy="5442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F337A5-EDFD-CE25-0764-95FCC2A46B2B}"/>
                </a:ext>
              </a:extLst>
            </p:cNvPr>
            <p:cNvSpPr txBox="1"/>
            <p:nvPr/>
          </p:nvSpPr>
          <p:spPr>
            <a:xfrm>
              <a:off x="1222507" y="482518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C46393B-97E3-1C15-2CA6-9531A5796C4A}"/>
                </a:ext>
              </a:extLst>
            </p:cNvPr>
            <p:cNvSpPr txBox="1"/>
            <p:nvPr/>
          </p:nvSpPr>
          <p:spPr>
            <a:xfrm>
              <a:off x="1222507" y="4374371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07E6B9-B70C-E819-EEAF-B7CE4F3323BE}"/>
                </a:ext>
              </a:extLst>
            </p:cNvPr>
            <p:cNvSpPr txBox="1"/>
            <p:nvPr/>
          </p:nvSpPr>
          <p:spPr>
            <a:xfrm>
              <a:off x="1232125" y="392355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4148999-4450-9759-2FC9-98181963E1AD}"/>
                </a:ext>
              </a:extLst>
            </p:cNvPr>
            <p:cNvSpPr txBox="1"/>
            <p:nvPr/>
          </p:nvSpPr>
          <p:spPr>
            <a:xfrm>
              <a:off x="1233728" y="347274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49634-4B43-0703-B4F2-B4F2C20A2D47}"/>
                </a:ext>
              </a:extLst>
            </p:cNvPr>
            <p:cNvSpPr txBox="1"/>
            <p:nvPr/>
          </p:nvSpPr>
          <p:spPr>
            <a:xfrm>
              <a:off x="1237736" y="302193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B7B37A-FE32-779D-B4B0-034022D7F891}"/>
              </a:ext>
            </a:extLst>
          </p:cNvPr>
          <p:cNvSpPr txBox="1"/>
          <p:nvPr/>
        </p:nvSpPr>
        <p:spPr>
          <a:xfrm>
            <a:off x="2084878" y="1952009"/>
            <a:ext cx="7051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Problem</a:t>
            </a:r>
            <a:r>
              <a:rPr lang="en-US"/>
              <a:t>: What should happen if you </a:t>
            </a:r>
            <a:r>
              <a:rPr lang="en-US" b="1"/>
              <a:t>push an item onto a full stack</a:t>
            </a:r>
            <a:r>
              <a:rPr lang="en-US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E397B-21F4-837F-D491-5D6BA10D4EE6}"/>
              </a:ext>
            </a:extLst>
          </p:cNvPr>
          <p:cNvSpPr txBox="1"/>
          <p:nvPr/>
        </p:nvSpPr>
        <p:spPr>
          <a:xfrm>
            <a:off x="2084878" y="2772154"/>
            <a:ext cx="622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Pushing an item onto a full stack has a name: </a:t>
            </a:r>
            <a:r>
              <a:rPr lang="en-US" b="1">
                <a:solidFill>
                  <a:srgbClr val="00B050"/>
                </a:solidFill>
              </a:rPr>
              <a:t>stack overflow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90F69-9CF9-B329-E20B-0EE774218E02}"/>
              </a:ext>
            </a:extLst>
          </p:cNvPr>
          <p:cNvSpPr txBox="1"/>
          <p:nvPr/>
        </p:nvSpPr>
        <p:spPr>
          <a:xfrm>
            <a:off x="2084878" y="3673780"/>
            <a:ext cx="7319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Stack overflow </a:t>
            </a:r>
            <a:r>
              <a:rPr lang="en-US"/>
              <a:t>is usually a serious problem … </a:t>
            </a:r>
            <a:r>
              <a:rPr lang="en-US" i="1"/>
              <a:t>you’ve run out of storage</a:t>
            </a:r>
            <a:r>
              <a:rPr lang="en-US"/>
              <a:t>!</a:t>
            </a:r>
            <a:br>
              <a:rPr lang="en-US"/>
            </a:br>
            <a:r>
              <a:rPr lang="en-US"/>
              <a:t>So throwing an exception (signaling an error) would be make sense.</a:t>
            </a:r>
          </a:p>
        </p:txBody>
      </p:sp>
    </p:spTree>
    <p:extLst>
      <p:ext uri="{BB962C8B-B14F-4D97-AF65-F5344CB8AC3E}">
        <p14:creationId xmlns:p14="http://schemas.microsoft.com/office/powerpoint/2010/main" val="3380164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6E49-EDFD-D0A3-D0E1-FCBFC70F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2988-B5B0-89E7-C38F-5F0A87E5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Popping an Empty Stack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D5CA1311-B148-85DC-297D-BAF605E4A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4FEA6D4E-8A47-C4ED-25F3-DDB84C46A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D335A6-B6B7-F93B-891D-B2CF208403E9}"/>
              </a:ext>
            </a:extLst>
          </p:cNvPr>
          <p:cNvGrpSpPr/>
          <p:nvPr/>
        </p:nvGrpSpPr>
        <p:grpSpPr>
          <a:xfrm rot="5400000">
            <a:off x="285988" y="3156858"/>
            <a:ext cx="2215316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4D5992A-B8EF-A3CA-901B-B1485752CC61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E264393-DF7A-A2BB-4F17-019E1174C5D9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EC70C10-10E6-FCC9-11E9-D819F51C7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8A69655-109C-5FA0-4B8D-25C41FDC5326}"/>
              </a:ext>
            </a:extLst>
          </p:cNvPr>
          <p:cNvSpPr txBox="1"/>
          <p:nvPr/>
        </p:nvSpPr>
        <p:spPr>
          <a:xfrm>
            <a:off x="2084878" y="1952009"/>
            <a:ext cx="6904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Another problem</a:t>
            </a:r>
            <a:r>
              <a:rPr lang="en-US"/>
              <a:t>: What should happen if you </a:t>
            </a:r>
            <a:r>
              <a:rPr lang="en-US" b="1"/>
              <a:t>pop an empty stack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13241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592A-1663-0832-2A68-0534DCCB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4F7E-4572-B68B-8A58-30851811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Popping an Empty Stack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F936106-3287-D40A-08DD-B1F232EAA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D90463E8-8007-5AA9-02F5-840AC1C5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BF83FE-026F-950E-8AE9-01A492BA9D22}"/>
              </a:ext>
            </a:extLst>
          </p:cNvPr>
          <p:cNvGrpSpPr/>
          <p:nvPr/>
        </p:nvGrpSpPr>
        <p:grpSpPr>
          <a:xfrm rot="5400000">
            <a:off x="285988" y="3156858"/>
            <a:ext cx="2215316" cy="544286"/>
            <a:chOff x="4270549" y="4461468"/>
            <a:chExt cx="5285433" cy="5442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D5F6E5-E297-C5D4-9967-D93E815602A9}"/>
                </a:ext>
              </a:extLst>
            </p:cNvPr>
            <p:cNvCxnSpPr/>
            <p:nvPr/>
          </p:nvCxnSpPr>
          <p:spPr>
            <a:xfrm>
              <a:off x="4270549" y="4461468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2052223-8012-618B-CDAE-A16AFD3144C2}"/>
                </a:ext>
              </a:extLst>
            </p:cNvPr>
            <p:cNvCxnSpPr/>
            <p:nvPr/>
          </p:nvCxnSpPr>
          <p:spPr>
            <a:xfrm>
              <a:off x="4270549" y="5005754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5DF4A21-CFDC-38C4-B5A8-39C4B6C92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5982" y="4461468"/>
              <a:ext cx="0" cy="5442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3F998B2-EF2D-CE84-F37F-477EC47EBDD5}"/>
              </a:ext>
            </a:extLst>
          </p:cNvPr>
          <p:cNvSpPr txBox="1"/>
          <p:nvPr/>
        </p:nvSpPr>
        <p:spPr>
          <a:xfrm>
            <a:off x="2084878" y="1952009"/>
            <a:ext cx="6904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Another problem</a:t>
            </a:r>
            <a:r>
              <a:rPr lang="en-US"/>
              <a:t>: What should happen if you </a:t>
            </a:r>
            <a:r>
              <a:rPr lang="en-US" b="1"/>
              <a:t>pop an empty stack</a:t>
            </a:r>
            <a:r>
              <a:rPr lang="en-US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B488A-C884-79B4-6BB1-6C5DB6A0E77C}"/>
              </a:ext>
            </a:extLst>
          </p:cNvPr>
          <p:cNvSpPr txBox="1"/>
          <p:nvPr/>
        </p:nvSpPr>
        <p:spPr>
          <a:xfrm>
            <a:off x="2084878" y="2772154"/>
            <a:ext cx="643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Popping an empty stack is sometimes called: </a:t>
            </a:r>
            <a:r>
              <a:rPr lang="en-US" b="1">
                <a:solidFill>
                  <a:srgbClr val="00B050"/>
                </a:solidFill>
              </a:rPr>
              <a:t>stack underflow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411C0-C156-6A71-631F-E26FF6C478B6}"/>
              </a:ext>
            </a:extLst>
          </p:cNvPr>
          <p:cNvSpPr txBox="1"/>
          <p:nvPr/>
        </p:nvSpPr>
        <p:spPr>
          <a:xfrm>
            <a:off x="2084878" y="3673780"/>
            <a:ext cx="784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 with a stack overflow, probably best to throw an exception (signal an error).</a:t>
            </a:r>
          </a:p>
        </p:txBody>
      </p:sp>
    </p:spTree>
    <p:extLst>
      <p:ext uri="{BB962C8B-B14F-4D97-AF65-F5344CB8AC3E}">
        <p14:creationId xmlns:p14="http://schemas.microsoft.com/office/powerpoint/2010/main" val="3227732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8D4B-DBE4-DDFD-9B99-58012774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3573-5745-6480-66E4-73952AF1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AC25A-A5A6-69C4-6E63-3C332D6D8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array of size N has N locations where you can add/remove items</a:t>
            </a:r>
          </a:p>
          <a:p>
            <a:r>
              <a:rPr lang="en-US" b="1"/>
              <a:t>Idea</a:t>
            </a:r>
            <a:r>
              <a:rPr lang="en-US"/>
              <a:t>: What if we restrict the number of locations where we can add/remove elements?</a:t>
            </a:r>
          </a:p>
        </p:txBody>
      </p:sp>
    </p:spTree>
    <p:extLst>
      <p:ext uri="{BB962C8B-B14F-4D97-AF65-F5344CB8AC3E}">
        <p14:creationId xmlns:p14="http://schemas.microsoft.com/office/powerpoint/2010/main" val="484083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3483E-BA64-EB64-5336-6BB39B9A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A2EC-79C0-829E-042C-F50C9A282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66E84-AF82-4ED6-9404-92ABE22D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array of size N has N locations where you can add/remove items</a:t>
            </a:r>
          </a:p>
          <a:p>
            <a:r>
              <a:rPr lang="en-US" b="1"/>
              <a:t>Idea</a:t>
            </a:r>
            <a:r>
              <a:rPr lang="en-US"/>
              <a:t>: What if we restrict the number of locations where we can add/remove elements?</a:t>
            </a:r>
          </a:p>
          <a:p>
            <a:r>
              <a:rPr lang="en-US"/>
              <a:t>Suppose there are only </a:t>
            </a:r>
            <a:r>
              <a:rPr lang="en-US" b="1"/>
              <a:t>two places </a:t>
            </a:r>
            <a:r>
              <a:rPr lang="en-US"/>
              <a:t>we can add/remove elements: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9B6CED-786C-3864-AD0D-9266C225609B}"/>
              </a:ext>
            </a:extLst>
          </p:cNvPr>
          <p:cNvGrpSpPr/>
          <p:nvPr/>
        </p:nvGrpSpPr>
        <p:grpSpPr>
          <a:xfrm>
            <a:off x="3453285" y="4702629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34ABC2C-54E0-3848-AC27-2A3222CC6CC1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AC18503-C63B-C50C-081D-75334388D752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7958FF-6BEE-E5C1-91FF-B5FA2C5EF757}"/>
              </a:ext>
            </a:extLst>
          </p:cNvPr>
          <p:cNvGrpSpPr/>
          <p:nvPr/>
        </p:nvGrpSpPr>
        <p:grpSpPr>
          <a:xfrm>
            <a:off x="2415530" y="4790106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70C9E2-427E-DACB-5B42-6AE141AFA3F4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C5EE638-8948-4D09-8262-4C8AF7C9038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4FDA68-1BCB-2C8C-D1B0-7D8616911627}"/>
              </a:ext>
            </a:extLst>
          </p:cNvPr>
          <p:cNvGrpSpPr/>
          <p:nvPr/>
        </p:nvGrpSpPr>
        <p:grpSpPr>
          <a:xfrm>
            <a:off x="8850834" y="4790106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6B0862-38D6-5D14-1727-C9510993945D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A73484-A37B-1477-5E51-28ECB2A6AED7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9491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1F03-94FA-8495-9607-B0DC6459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6CE5-81B3-FF3E-24BC-8E047695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820D0-EEE6-3F37-6CAE-E07E42A61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array of size N has N locations where you can add/remove items</a:t>
            </a:r>
          </a:p>
          <a:p>
            <a:r>
              <a:rPr lang="en-US" b="1"/>
              <a:t>Idea</a:t>
            </a:r>
            <a:r>
              <a:rPr lang="en-US"/>
              <a:t>: What if we restrict the number of locations where we can add/remove elements?</a:t>
            </a:r>
          </a:p>
          <a:p>
            <a:r>
              <a:rPr lang="en-US"/>
              <a:t>Suppose there are only </a:t>
            </a:r>
            <a:r>
              <a:rPr lang="en-US" b="1"/>
              <a:t>two places </a:t>
            </a:r>
            <a:r>
              <a:rPr lang="en-US"/>
              <a:t>we can add/remove elements: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EABE4E-707C-F739-FFC1-2EE6018DA804}"/>
              </a:ext>
            </a:extLst>
          </p:cNvPr>
          <p:cNvGrpSpPr/>
          <p:nvPr/>
        </p:nvGrpSpPr>
        <p:grpSpPr>
          <a:xfrm>
            <a:off x="3453285" y="4702629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4650FAD-BA56-32DE-8B6A-ECF6D0C9F9BC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A9ADF2A-E507-CA0F-0046-CE4FC8A92C41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8F0FBF-0A0F-9722-1679-17CBF2FAF512}"/>
              </a:ext>
            </a:extLst>
          </p:cNvPr>
          <p:cNvGrpSpPr/>
          <p:nvPr/>
        </p:nvGrpSpPr>
        <p:grpSpPr>
          <a:xfrm>
            <a:off x="2415530" y="4790106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EB34B-159C-5269-1D75-83FC100E20DF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00F1967-0659-2E77-C580-7D706110FCDE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F74EAA-5CF9-49BB-E77D-F4D4FC04BD81}"/>
              </a:ext>
            </a:extLst>
          </p:cNvPr>
          <p:cNvGrpSpPr/>
          <p:nvPr/>
        </p:nvGrpSpPr>
        <p:grpSpPr>
          <a:xfrm>
            <a:off x="8850834" y="4790106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4B4FD5-4BBE-81AE-A4E8-A4B57BE676C3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514D09-7A9B-F622-5261-87E2D085D581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774CC5C-29DC-5EFE-74E5-6EF50E449113}"/>
              </a:ext>
            </a:extLst>
          </p:cNvPr>
          <p:cNvSpPr txBox="1"/>
          <p:nvPr/>
        </p:nvSpPr>
        <p:spPr>
          <a:xfrm>
            <a:off x="678191" y="4458523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3629156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4E19-D0A0-8B7D-095B-B2B6E2A9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74F3-010E-84F9-1DEF-D1A1ED33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4880F-7776-14ED-8320-C70F9DF49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array of size N has N locations where you can add/remove items</a:t>
            </a:r>
          </a:p>
          <a:p>
            <a:r>
              <a:rPr lang="en-US" b="1"/>
              <a:t>Idea</a:t>
            </a:r>
            <a:r>
              <a:rPr lang="en-US"/>
              <a:t>: What if we restrict the number of locations where we can add/remove elements?</a:t>
            </a:r>
          </a:p>
          <a:p>
            <a:r>
              <a:rPr lang="en-US"/>
              <a:t>Suppose there are only </a:t>
            </a:r>
            <a:r>
              <a:rPr lang="en-US" b="1"/>
              <a:t>two places </a:t>
            </a:r>
            <a:r>
              <a:rPr lang="en-US"/>
              <a:t>we can add/remove elements: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145897-6ACC-01B9-08CC-B51455C0C25C}"/>
              </a:ext>
            </a:extLst>
          </p:cNvPr>
          <p:cNvGrpSpPr/>
          <p:nvPr/>
        </p:nvGrpSpPr>
        <p:grpSpPr>
          <a:xfrm>
            <a:off x="3453285" y="4702629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506675-C3C2-ACE0-00E2-8B85C3BF881B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E69BB1D-7AE7-920D-E80A-8F4C34BEE883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B5BAF0-E4AF-DF52-EE38-6E936F49F838}"/>
              </a:ext>
            </a:extLst>
          </p:cNvPr>
          <p:cNvGrpSpPr/>
          <p:nvPr/>
        </p:nvGrpSpPr>
        <p:grpSpPr>
          <a:xfrm>
            <a:off x="2415530" y="4790106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1B2B04-1EB7-643B-07BD-C46F3C087907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48439D8-4ABA-2DD3-B000-E2F1564302A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5A422F-3B61-3DA8-49B0-AF891B1350D4}"/>
              </a:ext>
            </a:extLst>
          </p:cNvPr>
          <p:cNvGrpSpPr/>
          <p:nvPr/>
        </p:nvGrpSpPr>
        <p:grpSpPr>
          <a:xfrm>
            <a:off x="8850834" y="4790106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48B4E5-83B9-6A66-0E07-19A9051816DC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1A20FBC-C282-FB0B-508D-5DFB9C0E93BB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6B7329B-D637-4A79-A84C-38677725E37B}"/>
              </a:ext>
            </a:extLst>
          </p:cNvPr>
          <p:cNvSpPr txBox="1"/>
          <p:nvPr/>
        </p:nvSpPr>
        <p:spPr>
          <a:xfrm>
            <a:off x="678191" y="4458523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308CB-7146-F151-83D7-2F7944FF4446}"/>
              </a:ext>
            </a:extLst>
          </p:cNvPr>
          <p:cNvSpPr txBox="1"/>
          <p:nvPr/>
        </p:nvSpPr>
        <p:spPr>
          <a:xfrm>
            <a:off x="7863924" y="4776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9C24A-0FB9-47EC-A891-E5591A18A621}"/>
              </a:ext>
            </a:extLst>
          </p:cNvPr>
          <p:cNvSpPr txBox="1"/>
          <p:nvPr/>
        </p:nvSpPr>
        <p:spPr>
          <a:xfrm>
            <a:off x="6046625" y="4776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010CB-D483-15F0-1CAC-987A084E88B7}"/>
              </a:ext>
            </a:extLst>
          </p:cNvPr>
          <p:cNvSpPr txBox="1"/>
          <p:nvPr/>
        </p:nvSpPr>
        <p:spPr>
          <a:xfrm>
            <a:off x="4229325" y="4776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4802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3E16-8957-E0CC-97F0-04FDA8388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548CC-D1FB-6652-BE4B-88E805B7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A0F0-EF86-C476-C99E-B89E63AB0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of size N has N locations where you can add/remove items</a:t>
            </a:r>
          </a:p>
          <a:p>
            <a:r>
              <a:rPr lang="en-US" b="1" dirty="0"/>
              <a:t>Idea</a:t>
            </a:r>
            <a:r>
              <a:rPr lang="en-US" dirty="0"/>
              <a:t>: What if we restrict the number of locations where we can add/remove elements?</a:t>
            </a:r>
          </a:p>
          <a:p>
            <a:r>
              <a:rPr lang="en-US" dirty="0"/>
              <a:t>Suppose there are only </a:t>
            </a:r>
            <a:r>
              <a:rPr lang="en-US" b="1" dirty="0"/>
              <a:t>two places </a:t>
            </a:r>
            <a:r>
              <a:rPr lang="en-US" dirty="0"/>
              <a:t>we can add/remove elements: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545BE6-5D6F-B579-0F25-13A47C10CAAC}"/>
              </a:ext>
            </a:extLst>
          </p:cNvPr>
          <p:cNvGrpSpPr/>
          <p:nvPr/>
        </p:nvGrpSpPr>
        <p:grpSpPr>
          <a:xfrm>
            <a:off x="3453285" y="4702629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3BDCB55-ED3D-0F02-70D4-74D55D38219C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F3763AD-DF5B-FC6E-3643-5BB12441E867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67314E-DD7B-8BF0-26C8-8EA0A56D0234}"/>
              </a:ext>
            </a:extLst>
          </p:cNvPr>
          <p:cNvGrpSpPr/>
          <p:nvPr/>
        </p:nvGrpSpPr>
        <p:grpSpPr>
          <a:xfrm>
            <a:off x="2415530" y="4790106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EED214-0230-6C11-303E-3EA92A211F82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C8F7A7F-B350-05F4-0A70-5F54FB1E4B46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C21149-64EF-6FBE-FBCD-401DF5E675C4}"/>
              </a:ext>
            </a:extLst>
          </p:cNvPr>
          <p:cNvGrpSpPr/>
          <p:nvPr/>
        </p:nvGrpSpPr>
        <p:grpSpPr>
          <a:xfrm>
            <a:off x="8850834" y="4790106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162AEA-C930-3685-62C8-A216ADCE3C58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CB1312-DCF8-D1B9-54AD-293D1AF0FDE9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C2C0847-9ABD-C603-4EAA-186A8C5A1647}"/>
              </a:ext>
            </a:extLst>
          </p:cNvPr>
          <p:cNvSpPr txBox="1"/>
          <p:nvPr/>
        </p:nvSpPr>
        <p:spPr>
          <a:xfrm>
            <a:off x="3341168" y="5298868"/>
            <a:ext cx="2212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back</a:t>
            </a:r>
            <a:br>
              <a:rPr lang="en-US" b="1" dirty="0"/>
            </a:br>
            <a:r>
              <a:rPr lang="en-US" dirty="0"/>
              <a:t>newest</a:t>
            </a:r>
          </a:p>
          <a:p>
            <a:pPr algn="ctr"/>
            <a:r>
              <a:rPr lang="en-US" dirty="0"/>
              <a:t>most recently added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8E1FA-AA08-6220-D001-FEE380E545E2}"/>
              </a:ext>
            </a:extLst>
          </p:cNvPr>
          <p:cNvSpPr txBox="1"/>
          <p:nvPr/>
        </p:nvSpPr>
        <p:spPr>
          <a:xfrm>
            <a:off x="6913985" y="5330330"/>
            <a:ext cx="2207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  <a:p>
            <a:pPr algn="ctr"/>
            <a:r>
              <a:rPr lang="en-US"/>
              <a:t>oldest</a:t>
            </a:r>
          </a:p>
          <a:p>
            <a:pPr algn="ctr"/>
            <a:r>
              <a:rPr lang="en-US"/>
              <a:t>least recently added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D594D-DB87-D697-1D42-6FF01D4565D9}"/>
              </a:ext>
            </a:extLst>
          </p:cNvPr>
          <p:cNvSpPr txBox="1"/>
          <p:nvPr/>
        </p:nvSpPr>
        <p:spPr>
          <a:xfrm>
            <a:off x="678191" y="4458523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D0D91-CE42-AC9B-2328-CA2756EEDD06}"/>
              </a:ext>
            </a:extLst>
          </p:cNvPr>
          <p:cNvSpPr txBox="1"/>
          <p:nvPr/>
        </p:nvSpPr>
        <p:spPr>
          <a:xfrm>
            <a:off x="7863924" y="4776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A31ED-974B-A44E-9FF6-3B8D60430D2D}"/>
              </a:ext>
            </a:extLst>
          </p:cNvPr>
          <p:cNvSpPr txBox="1"/>
          <p:nvPr/>
        </p:nvSpPr>
        <p:spPr>
          <a:xfrm>
            <a:off x="6046625" y="4776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2CE1F6-A9C6-A719-4FE1-D022F40E871F}"/>
              </a:ext>
            </a:extLst>
          </p:cNvPr>
          <p:cNvSpPr txBox="1"/>
          <p:nvPr/>
        </p:nvSpPr>
        <p:spPr>
          <a:xfrm>
            <a:off x="4229325" y="47761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86174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FA21-E680-CD6E-92C5-1B0BA1FD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05BF-36AC-78D5-E661-3DFA2710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7AADF1-2F43-445E-7FE1-EBF0CC27D01B}"/>
              </a:ext>
            </a:extLst>
          </p:cNvPr>
          <p:cNvGrpSpPr/>
          <p:nvPr/>
        </p:nvGrpSpPr>
        <p:grpSpPr>
          <a:xfrm>
            <a:off x="3453283" y="1934794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A49CA58-18A4-6189-441B-4084BBF22DA0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ED337F-FCBF-6BD3-38F1-3F649D14CB78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131E8C-FDAF-8B52-E5A6-361270651149}"/>
              </a:ext>
            </a:extLst>
          </p:cNvPr>
          <p:cNvGrpSpPr/>
          <p:nvPr/>
        </p:nvGrpSpPr>
        <p:grpSpPr>
          <a:xfrm>
            <a:off x="2415528" y="2022271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7D6F76-A20B-6CB4-3670-5BF5E5C5DB1A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19921E4-C92D-8434-C535-3B92AC51693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8D0FA40-0D26-AC44-11E5-05523E1544AA}"/>
              </a:ext>
            </a:extLst>
          </p:cNvPr>
          <p:cNvGrpSpPr/>
          <p:nvPr/>
        </p:nvGrpSpPr>
        <p:grpSpPr>
          <a:xfrm>
            <a:off x="8850832" y="2022271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1612F2-2AFC-8359-573D-ECC36A207C0A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62C402-3FCE-45E8-4EB2-3C07B23A144E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628643D-783E-33E4-9F81-7EBCA34D5D5C}"/>
              </a:ext>
            </a:extLst>
          </p:cNvPr>
          <p:cNvSpPr txBox="1"/>
          <p:nvPr/>
        </p:nvSpPr>
        <p:spPr>
          <a:xfrm>
            <a:off x="3341166" y="2531033"/>
            <a:ext cx="2212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br>
              <a:rPr lang="en-US" b="1"/>
            </a:br>
            <a:r>
              <a:rPr lang="en-US"/>
              <a:t>oldest</a:t>
            </a:r>
          </a:p>
          <a:p>
            <a:pPr algn="ctr"/>
            <a:r>
              <a:rPr lang="en-US"/>
              <a:t>most recently added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43F51-0B5B-DB29-A0F4-827200CA67A6}"/>
              </a:ext>
            </a:extLst>
          </p:cNvPr>
          <p:cNvSpPr txBox="1"/>
          <p:nvPr/>
        </p:nvSpPr>
        <p:spPr>
          <a:xfrm>
            <a:off x="6913983" y="2562495"/>
            <a:ext cx="2207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  <a:p>
            <a:pPr algn="ctr"/>
            <a:r>
              <a:rPr lang="en-US"/>
              <a:t>oldest</a:t>
            </a:r>
          </a:p>
          <a:p>
            <a:pPr algn="ctr"/>
            <a:r>
              <a:rPr lang="en-US"/>
              <a:t>least recently added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621F8-83E8-C19F-CDB4-CCA5FCE9DAE1}"/>
              </a:ext>
            </a:extLst>
          </p:cNvPr>
          <p:cNvSpPr txBox="1"/>
          <p:nvPr/>
        </p:nvSpPr>
        <p:spPr>
          <a:xfrm>
            <a:off x="678189" y="1690688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09C1D-0B1C-1475-FFD0-75686ECCA8EE}"/>
              </a:ext>
            </a:extLst>
          </p:cNvPr>
          <p:cNvSpPr txBox="1"/>
          <p:nvPr/>
        </p:nvSpPr>
        <p:spPr>
          <a:xfrm>
            <a:off x="7863922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280FC-F92A-1C23-9D0E-4E764B80EF2C}"/>
              </a:ext>
            </a:extLst>
          </p:cNvPr>
          <p:cNvSpPr txBox="1"/>
          <p:nvPr/>
        </p:nvSpPr>
        <p:spPr>
          <a:xfrm>
            <a:off x="60466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47B7F-D8A9-0996-B294-4A16D08150F4}"/>
              </a:ext>
            </a:extLst>
          </p:cNvPr>
          <p:cNvSpPr txBox="1"/>
          <p:nvPr/>
        </p:nvSpPr>
        <p:spPr>
          <a:xfrm>
            <a:off x="42293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67405-9CF3-B7C8-DBC0-EA3D8608F7FF}"/>
              </a:ext>
            </a:extLst>
          </p:cNvPr>
          <p:cNvSpPr txBox="1"/>
          <p:nvPr/>
        </p:nvSpPr>
        <p:spPr>
          <a:xfrm>
            <a:off x="678189" y="452599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57830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3380-D67E-2A2A-F085-C460C5CF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29C9-1BAD-5CA7-8CB0-A66BC3AE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3D4C5D-0F80-5189-F72B-ABC31096DE1E}"/>
              </a:ext>
            </a:extLst>
          </p:cNvPr>
          <p:cNvGrpSpPr/>
          <p:nvPr/>
        </p:nvGrpSpPr>
        <p:grpSpPr>
          <a:xfrm>
            <a:off x="3453283" y="1934794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B2D67E6-942C-CA2D-DBCE-7FD449EC7DCB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7BBBC14-3329-B593-50CD-A656F344035A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AB16F7-52EE-F12C-CB1B-7E68EB665541}"/>
              </a:ext>
            </a:extLst>
          </p:cNvPr>
          <p:cNvGrpSpPr/>
          <p:nvPr/>
        </p:nvGrpSpPr>
        <p:grpSpPr>
          <a:xfrm>
            <a:off x="2415528" y="2022271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6C0C55-B9B4-F267-5AC6-50AA3D7EB41A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8B29915-7B17-6255-D265-6540EC3DE8CF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293B0C-8E75-A872-2D21-D0B750C423B8}"/>
              </a:ext>
            </a:extLst>
          </p:cNvPr>
          <p:cNvGrpSpPr/>
          <p:nvPr/>
        </p:nvGrpSpPr>
        <p:grpSpPr>
          <a:xfrm>
            <a:off x="8850832" y="2022271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7A4561-563E-5B47-BD35-D69F26A67427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458D976-9ACD-BE1C-D23D-215CFC0452D9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BF377C6-8292-EC8C-D78A-2FBB166F6BE5}"/>
              </a:ext>
            </a:extLst>
          </p:cNvPr>
          <p:cNvSpPr txBox="1"/>
          <p:nvPr/>
        </p:nvSpPr>
        <p:spPr>
          <a:xfrm>
            <a:off x="3341166" y="2531033"/>
            <a:ext cx="2212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br>
              <a:rPr lang="en-US" b="1"/>
            </a:br>
            <a:r>
              <a:rPr lang="en-US"/>
              <a:t>oldest</a:t>
            </a:r>
          </a:p>
          <a:p>
            <a:pPr algn="ctr"/>
            <a:r>
              <a:rPr lang="en-US"/>
              <a:t>most recently added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346DD-5188-BC27-3A88-FC87C6DD53BD}"/>
              </a:ext>
            </a:extLst>
          </p:cNvPr>
          <p:cNvSpPr txBox="1"/>
          <p:nvPr/>
        </p:nvSpPr>
        <p:spPr>
          <a:xfrm>
            <a:off x="6913983" y="2562495"/>
            <a:ext cx="2207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  <a:p>
            <a:pPr algn="ctr"/>
            <a:r>
              <a:rPr lang="en-US"/>
              <a:t>oldest</a:t>
            </a:r>
          </a:p>
          <a:p>
            <a:pPr algn="ctr"/>
            <a:r>
              <a:rPr lang="en-US"/>
              <a:t>least recently added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554661-D23A-FDF6-15C4-2F30B063CE3A}"/>
              </a:ext>
            </a:extLst>
          </p:cNvPr>
          <p:cNvSpPr txBox="1"/>
          <p:nvPr/>
        </p:nvSpPr>
        <p:spPr>
          <a:xfrm>
            <a:off x="678189" y="1690688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47798-A682-959F-4A62-2AF251F56EC8}"/>
              </a:ext>
            </a:extLst>
          </p:cNvPr>
          <p:cNvSpPr txBox="1"/>
          <p:nvPr/>
        </p:nvSpPr>
        <p:spPr>
          <a:xfrm>
            <a:off x="7863922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3C2CE6-C2A7-BC1B-9FB6-38039AC5C9CA}"/>
              </a:ext>
            </a:extLst>
          </p:cNvPr>
          <p:cNvSpPr txBox="1"/>
          <p:nvPr/>
        </p:nvSpPr>
        <p:spPr>
          <a:xfrm>
            <a:off x="60466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7E56E-EC7F-DF5E-E2C0-758FC2368253}"/>
              </a:ext>
            </a:extLst>
          </p:cNvPr>
          <p:cNvSpPr txBox="1"/>
          <p:nvPr/>
        </p:nvSpPr>
        <p:spPr>
          <a:xfrm>
            <a:off x="42293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FF2DEC-CC10-1199-F653-7807B72FD089}"/>
              </a:ext>
            </a:extLst>
          </p:cNvPr>
          <p:cNvSpPr txBox="1"/>
          <p:nvPr/>
        </p:nvSpPr>
        <p:spPr>
          <a:xfrm>
            <a:off x="678189" y="452599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676FE2-1584-3745-D782-11B404BB836A}"/>
              </a:ext>
            </a:extLst>
          </p:cNvPr>
          <p:cNvGrpSpPr/>
          <p:nvPr/>
        </p:nvGrpSpPr>
        <p:grpSpPr>
          <a:xfrm>
            <a:off x="3235047" y="5306969"/>
            <a:ext cx="5285433" cy="544286"/>
            <a:chOff x="3453283" y="4702629"/>
            <a:chExt cx="5285433" cy="54428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A55244-44AF-3364-3A6A-15FC67837179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FE50DE1-26B4-BD70-62E7-EA6970043E99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9265EC-4B56-C4EF-20A7-80DF82CBD634}"/>
              </a:ext>
            </a:extLst>
          </p:cNvPr>
          <p:cNvGrpSpPr/>
          <p:nvPr/>
        </p:nvGrpSpPr>
        <p:grpSpPr>
          <a:xfrm>
            <a:off x="2197292" y="5394446"/>
            <a:ext cx="925638" cy="369332"/>
            <a:chOff x="2415530" y="4822527"/>
            <a:chExt cx="925638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38381E-696E-C5DD-4D64-046162404491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4D73967-C631-E029-34C1-158ECC053CFF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AF1A36-5104-EBA6-3425-87E23190B53D}"/>
              </a:ext>
            </a:extLst>
          </p:cNvPr>
          <p:cNvGrpSpPr/>
          <p:nvPr/>
        </p:nvGrpSpPr>
        <p:grpSpPr>
          <a:xfrm>
            <a:off x="8632596" y="5394446"/>
            <a:ext cx="1283490" cy="369332"/>
            <a:chOff x="8850834" y="4722726"/>
            <a:chExt cx="1283490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308FEB-AC89-6D5D-666D-BDC84361C177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68CAFE4-E53B-945F-B8C7-FDC2210FB235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3ABF8C8-5932-A48A-CDCF-C29528952E40}"/>
              </a:ext>
            </a:extLst>
          </p:cNvPr>
          <p:cNvSpPr txBox="1"/>
          <p:nvPr/>
        </p:nvSpPr>
        <p:spPr>
          <a:xfrm>
            <a:off x="5658697" y="593467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196AE8-7341-4708-6707-8FC46FFCB0E1}"/>
              </a:ext>
            </a:extLst>
          </p:cNvPr>
          <p:cNvSpPr txBox="1"/>
          <p:nvPr/>
        </p:nvSpPr>
        <p:spPr>
          <a:xfrm>
            <a:off x="7453807" y="5934670"/>
            <a:ext cx="691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49DDF4-5C21-9C32-711B-7847E3E38580}"/>
              </a:ext>
            </a:extLst>
          </p:cNvPr>
          <p:cNvSpPr txBox="1"/>
          <p:nvPr/>
        </p:nvSpPr>
        <p:spPr>
          <a:xfrm>
            <a:off x="7645686" y="53805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E6FB7-5F62-111D-D93D-1E1792417CDC}"/>
              </a:ext>
            </a:extLst>
          </p:cNvPr>
          <p:cNvSpPr txBox="1"/>
          <p:nvPr/>
        </p:nvSpPr>
        <p:spPr>
          <a:xfrm>
            <a:off x="5828387" y="53805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01392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F74DB-7A46-3699-37DD-1E6655FF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D0AA-B879-384D-032A-1E71A9BF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EF5F54-836E-8E79-1C8C-7ECC28A6217E}"/>
              </a:ext>
            </a:extLst>
          </p:cNvPr>
          <p:cNvGrpSpPr/>
          <p:nvPr/>
        </p:nvGrpSpPr>
        <p:grpSpPr>
          <a:xfrm>
            <a:off x="3453283" y="1934794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B59D2A9-1253-F7D8-092F-7BC19711814C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019890-3C86-AD69-B63F-B52925084AB1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993EA8-FDA8-6138-20D3-17C3FE43409B}"/>
              </a:ext>
            </a:extLst>
          </p:cNvPr>
          <p:cNvGrpSpPr/>
          <p:nvPr/>
        </p:nvGrpSpPr>
        <p:grpSpPr>
          <a:xfrm>
            <a:off x="2415528" y="2022271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802CF5-7057-8933-B231-16678B9BEB00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D0B6728-602B-3A8C-2B5D-126F751F0E0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1E0CE5-B459-1185-2251-5B767CE55FA2}"/>
              </a:ext>
            </a:extLst>
          </p:cNvPr>
          <p:cNvGrpSpPr/>
          <p:nvPr/>
        </p:nvGrpSpPr>
        <p:grpSpPr>
          <a:xfrm>
            <a:off x="8850832" y="2022271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2A37CE-20D3-2302-558C-A2811E101E79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6AC6789-556F-B85E-E233-DEBD5A524114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95267CD-62D5-0261-4C19-06B98E80C1AE}"/>
              </a:ext>
            </a:extLst>
          </p:cNvPr>
          <p:cNvSpPr txBox="1"/>
          <p:nvPr/>
        </p:nvSpPr>
        <p:spPr>
          <a:xfrm>
            <a:off x="3341166" y="2531033"/>
            <a:ext cx="2212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br>
              <a:rPr lang="en-US" b="1"/>
            </a:br>
            <a:r>
              <a:rPr lang="en-US"/>
              <a:t>oldest</a:t>
            </a:r>
          </a:p>
          <a:p>
            <a:pPr algn="ctr"/>
            <a:r>
              <a:rPr lang="en-US"/>
              <a:t>most recently added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8D3B1-C869-92F3-1C8D-1B009E6D2714}"/>
              </a:ext>
            </a:extLst>
          </p:cNvPr>
          <p:cNvSpPr txBox="1"/>
          <p:nvPr/>
        </p:nvSpPr>
        <p:spPr>
          <a:xfrm>
            <a:off x="6913983" y="2562495"/>
            <a:ext cx="2207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  <a:p>
            <a:pPr algn="ctr"/>
            <a:r>
              <a:rPr lang="en-US"/>
              <a:t>oldest</a:t>
            </a:r>
          </a:p>
          <a:p>
            <a:pPr algn="ctr"/>
            <a:r>
              <a:rPr lang="en-US"/>
              <a:t>least recently added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FD36B-12BE-BC14-BF4B-FE4BBDE1A66B}"/>
              </a:ext>
            </a:extLst>
          </p:cNvPr>
          <p:cNvSpPr txBox="1"/>
          <p:nvPr/>
        </p:nvSpPr>
        <p:spPr>
          <a:xfrm>
            <a:off x="678189" y="1690688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BA23B-DE86-3FDA-0B60-D74BA9592FAC}"/>
              </a:ext>
            </a:extLst>
          </p:cNvPr>
          <p:cNvSpPr txBox="1"/>
          <p:nvPr/>
        </p:nvSpPr>
        <p:spPr>
          <a:xfrm>
            <a:off x="7863922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F7B0B2-181C-B439-F01F-20F134174A08}"/>
              </a:ext>
            </a:extLst>
          </p:cNvPr>
          <p:cNvSpPr txBox="1"/>
          <p:nvPr/>
        </p:nvSpPr>
        <p:spPr>
          <a:xfrm>
            <a:off x="60466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2ADDD-54AF-4FB1-6677-92D0F6008374}"/>
              </a:ext>
            </a:extLst>
          </p:cNvPr>
          <p:cNvSpPr txBox="1"/>
          <p:nvPr/>
        </p:nvSpPr>
        <p:spPr>
          <a:xfrm>
            <a:off x="42293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C900E3-5A81-2710-B2B1-3BE4E5B9C1BF}"/>
              </a:ext>
            </a:extLst>
          </p:cNvPr>
          <p:cNvSpPr txBox="1"/>
          <p:nvPr/>
        </p:nvSpPr>
        <p:spPr>
          <a:xfrm>
            <a:off x="678189" y="452599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050B67B-1236-348E-93D2-5397FE0FBA48}"/>
              </a:ext>
            </a:extLst>
          </p:cNvPr>
          <p:cNvGrpSpPr/>
          <p:nvPr/>
        </p:nvGrpSpPr>
        <p:grpSpPr>
          <a:xfrm>
            <a:off x="3235047" y="5306969"/>
            <a:ext cx="5285433" cy="544286"/>
            <a:chOff x="3453283" y="4702629"/>
            <a:chExt cx="5285433" cy="54428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80B09F-5171-CD8E-8597-4D822C33F595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F8353A-9D66-FAA5-3999-BCEC5A38D114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8E1870-8612-29E6-0D8E-CAECD4345C20}"/>
              </a:ext>
            </a:extLst>
          </p:cNvPr>
          <p:cNvGrpSpPr/>
          <p:nvPr/>
        </p:nvGrpSpPr>
        <p:grpSpPr>
          <a:xfrm>
            <a:off x="2197292" y="5394446"/>
            <a:ext cx="925638" cy="369332"/>
            <a:chOff x="2415530" y="4822527"/>
            <a:chExt cx="925638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B90EF9-4828-E57C-950F-429BEC8AAD3C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30DC47-87C8-F080-836B-25A2A6903A83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471E39-FC8A-E974-0BE6-6E515B1DC497}"/>
              </a:ext>
            </a:extLst>
          </p:cNvPr>
          <p:cNvGrpSpPr/>
          <p:nvPr/>
        </p:nvGrpSpPr>
        <p:grpSpPr>
          <a:xfrm>
            <a:off x="8632596" y="5394446"/>
            <a:ext cx="1283490" cy="369332"/>
            <a:chOff x="8850834" y="4722726"/>
            <a:chExt cx="1283490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1A41E6-120F-901D-C7CE-2CF9ACB319E8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D412B30-660E-5382-BA9C-65AEC9AEA9E4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187A21D-21D5-DE45-AF8A-88A093232429}"/>
              </a:ext>
            </a:extLst>
          </p:cNvPr>
          <p:cNvSpPr txBox="1"/>
          <p:nvPr/>
        </p:nvSpPr>
        <p:spPr>
          <a:xfrm>
            <a:off x="5658697" y="593467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19C68C-2989-49D0-1250-BB711AD55440}"/>
              </a:ext>
            </a:extLst>
          </p:cNvPr>
          <p:cNvSpPr txBox="1"/>
          <p:nvPr/>
        </p:nvSpPr>
        <p:spPr>
          <a:xfrm>
            <a:off x="7453807" y="5934670"/>
            <a:ext cx="691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0D4DDE-B1E0-204A-0996-612964F20CDE}"/>
              </a:ext>
            </a:extLst>
          </p:cNvPr>
          <p:cNvSpPr txBox="1"/>
          <p:nvPr/>
        </p:nvSpPr>
        <p:spPr>
          <a:xfrm>
            <a:off x="7645686" y="53805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E54074-F40B-97B8-B385-5D6200A9576B}"/>
              </a:ext>
            </a:extLst>
          </p:cNvPr>
          <p:cNvSpPr txBox="1"/>
          <p:nvPr/>
        </p:nvSpPr>
        <p:spPr>
          <a:xfrm>
            <a:off x="5828387" y="53805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EB8E6-B919-FABD-9CD0-230DBBD9FEA5}"/>
              </a:ext>
            </a:extLst>
          </p:cNvPr>
          <p:cNvSpPr txBox="1"/>
          <p:nvPr/>
        </p:nvSpPr>
        <p:spPr>
          <a:xfrm>
            <a:off x="5044734" y="3518482"/>
            <a:ext cx="6309066" cy="16004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This data structure is called a </a:t>
            </a:r>
            <a:r>
              <a:rPr lang="en-US" sz="1400" b="1">
                <a:solidFill>
                  <a:srgbClr val="00B050"/>
                </a:solidFill>
              </a:rPr>
              <a:t>queue</a:t>
            </a:r>
            <a:r>
              <a:rPr lang="en-US" sz="140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  <a:r>
              <a:rPr lang="en-US" sz="1400"/>
              <a:t> puts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1400"/>
              <a:t> at the back of the queue (leaving the other elements as-is)</a:t>
            </a:r>
            <a:br>
              <a:rPr lang="en-US" sz="1400"/>
            </a:br>
            <a:br>
              <a:rPr lang="en-US" sz="1400">
                <a:solidFill>
                  <a:srgbClr val="00B050"/>
                </a:solidFill>
              </a:rPr>
            </a:b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400"/>
              <a:t> removes the item at the front of the queue (the first one in line)</a:t>
            </a:r>
            <a:br>
              <a:rPr lang="en-US" sz="1400"/>
            </a:br>
            <a:br>
              <a:rPr lang="en-US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2837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2548-9EC9-5601-71F5-5DF9E0CB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24AE-2B2D-C163-740A-51BFDF179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Queues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503CC0-6219-2BAB-3CC2-895CCF2283C5}"/>
              </a:ext>
            </a:extLst>
          </p:cNvPr>
          <p:cNvGrpSpPr/>
          <p:nvPr/>
        </p:nvGrpSpPr>
        <p:grpSpPr>
          <a:xfrm>
            <a:off x="3453283" y="1934794"/>
            <a:ext cx="5285433" cy="544286"/>
            <a:chOff x="3453283" y="4702629"/>
            <a:chExt cx="5285433" cy="5442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90B4ED0-7DE9-C872-289A-973F92AC11E4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E8ADB86-CD69-E812-3D75-A09D30855040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1E44FD-C4BD-5A65-44B7-998E8116419F}"/>
              </a:ext>
            </a:extLst>
          </p:cNvPr>
          <p:cNvGrpSpPr/>
          <p:nvPr/>
        </p:nvGrpSpPr>
        <p:grpSpPr>
          <a:xfrm>
            <a:off x="2415528" y="2022271"/>
            <a:ext cx="925638" cy="369332"/>
            <a:chOff x="2415530" y="4822527"/>
            <a:chExt cx="925638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E6A71D-06A2-5661-17E1-16A163521BBF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EE0ED46-837F-07D3-6AB5-B9795C65E57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7F3929-C432-7382-6AD9-6FCB0377D83C}"/>
              </a:ext>
            </a:extLst>
          </p:cNvPr>
          <p:cNvGrpSpPr/>
          <p:nvPr/>
        </p:nvGrpSpPr>
        <p:grpSpPr>
          <a:xfrm>
            <a:off x="8850832" y="2022271"/>
            <a:ext cx="1283490" cy="369332"/>
            <a:chOff x="8850834" y="4722726"/>
            <a:chExt cx="128349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313270-C267-C51A-A32A-82933331BCDC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4571B03-3042-B734-DBEE-17C369A40E6F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DDC7FE7-FDD9-8CDF-EAD5-E68E21AE4FD1}"/>
              </a:ext>
            </a:extLst>
          </p:cNvPr>
          <p:cNvSpPr txBox="1"/>
          <p:nvPr/>
        </p:nvSpPr>
        <p:spPr>
          <a:xfrm>
            <a:off x="3341166" y="2531033"/>
            <a:ext cx="2212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br>
              <a:rPr lang="en-US" b="1"/>
            </a:br>
            <a:r>
              <a:rPr lang="en-US"/>
              <a:t>oldest</a:t>
            </a:r>
          </a:p>
          <a:p>
            <a:pPr algn="ctr"/>
            <a:r>
              <a:rPr lang="en-US"/>
              <a:t>most recently added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641C4-8B83-4506-F0FD-BA94789E963C}"/>
              </a:ext>
            </a:extLst>
          </p:cNvPr>
          <p:cNvSpPr txBox="1"/>
          <p:nvPr/>
        </p:nvSpPr>
        <p:spPr>
          <a:xfrm>
            <a:off x="6913983" y="2562495"/>
            <a:ext cx="2207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  <a:p>
            <a:pPr algn="ctr"/>
            <a:r>
              <a:rPr lang="en-US"/>
              <a:t>oldest</a:t>
            </a:r>
          </a:p>
          <a:p>
            <a:pPr algn="ctr"/>
            <a:r>
              <a:rPr lang="en-US"/>
              <a:t>least recently added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663CC-A073-7249-2C22-2F62EA7F6149}"/>
              </a:ext>
            </a:extLst>
          </p:cNvPr>
          <p:cNvSpPr txBox="1"/>
          <p:nvPr/>
        </p:nvSpPr>
        <p:spPr>
          <a:xfrm>
            <a:off x="678189" y="1690688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2983D-1E21-6F44-A91C-B18F277E035E}"/>
              </a:ext>
            </a:extLst>
          </p:cNvPr>
          <p:cNvSpPr txBox="1"/>
          <p:nvPr/>
        </p:nvSpPr>
        <p:spPr>
          <a:xfrm>
            <a:off x="7863922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8A230-0B11-CEDC-6A1D-C9C4EF06A811}"/>
              </a:ext>
            </a:extLst>
          </p:cNvPr>
          <p:cNvSpPr txBox="1"/>
          <p:nvPr/>
        </p:nvSpPr>
        <p:spPr>
          <a:xfrm>
            <a:off x="60466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D3FA3-727E-2E3C-BDDD-ED75B58214E3}"/>
              </a:ext>
            </a:extLst>
          </p:cNvPr>
          <p:cNvSpPr txBox="1"/>
          <p:nvPr/>
        </p:nvSpPr>
        <p:spPr>
          <a:xfrm>
            <a:off x="4229323" y="20083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624C72-A14C-B859-BA43-3A1C40257917}"/>
              </a:ext>
            </a:extLst>
          </p:cNvPr>
          <p:cNvSpPr txBox="1"/>
          <p:nvPr/>
        </p:nvSpPr>
        <p:spPr>
          <a:xfrm>
            <a:off x="678189" y="452599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8114448-E54E-1D83-F288-9AA5473CED33}"/>
              </a:ext>
            </a:extLst>
          </p:cNvPr>
          <p:cNvGrpSpPr/>
          <p:nvPr/>
        </p:nvGrpSpPr>
        <p:grpSpPr>
          <a:xfrm>
            <a:off x="3235047" y="5306969"/>
            <a:ext cx="5285433" cy="544286"/>
            <a:chOff x="3453283" y="4702629"/>
            <a:chExt cx="5285433" cy="54428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B5BB6FA-CD6B-CAB6-FDBF-E833E4D3FFE3}"/>
                </a:ext>
              </a:extLst>
            </p:cNvPr>
            <p:cNvCxnSpPr/>
            <p:nvPr/>
          </p:nvCxnSpPr>
          <p:spPr>
            <a:xfrm>
              <a:off x="3453283" y="4702629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FDF20C-49CE-DE76-62EC-D40F6C2CE3F4}"/>
                </a:ext>
              </a:extLst>
            </p:cNvPr>
            <p:cNvCxnSpPr/>
            <p:nvPr/>
          </p:nvCxnSpPr>
          <p:spPr>
            <a:xfrm>
              <a:off x="3453283" y="5246915"/>
              <a:ext cx="52854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093309-A9CC-2969-56F6-F1E095948DFA}"/>
              </a:ext>
            </a:extLst>
          </p:cNvPr>
          <p:cNvGrpSpPr/>
          <p:nvPr/>
        </p:nvGrpSpPr>
        <p:grpSpPr>
          <a:xfrm>
            <a:off x="2197292" y="5394446"/>
            <a:ext cx="925638" cy="369332"/>
            <a:chOff x="2415530" y="4822527"/>
            <a:chExt cx="925638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F4A6ED-45FE-BF78-90F6-CB1596E3AE35}"/>
                </a:ext>
              </a:extLst>
            </p:cNvPr>
            <p:cNvSpPr txBox="1"/>
            <p:nvPr/>
          </p:nvSpPr>
          <p:spPr>
            <a:xfrm>
              <a:off x="2415530" y="4822527"/>
              <a:ext cx="56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add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8D696E-5444-7E45-BC56-33B38EAF884C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2983314" y="500719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395362-7938-B497-79B5-1DDEA777206E}"/>
              </a:ext>
            </a:extLst>
          </p:cNvPr>
          <p:cNvGrpSpPr/>
          <p:nvPr/>
        </p:nvGrpSpPr>
        <p:grpSpPr>
          <a:xfrm>
            <a:off x="8632596" y="5394446"/>
            <a:ext cx="1283490" cy="369332"/>
            <a:chOff x="8850834" y="4722726"/>
            <a:chExt cx="1283490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3F8C17-C700-DBBB-D7AE-0B5A93F60D69}"/>
                </a:ext>
              </a:extLst>
            </p:cNvPr>
            <p:cNvSpPr txBox="1"/>
            <p:nvPr/>
          </p:nvSpPr>
          <p:spPr>
            <a:xfrm>
              <a:off x="8850834" y="4722726"/>
              <a:ext cx="92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remove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F4B42FF-CC27-D474-F319-7E2690C4ADB6}"/>
                </a:ext>
              </a:extLst>
            </p:cNvPr>
            <p:cNvCxnSpPr>
              <a:cxnSpLocks/>
            </p:cNvCxnSpPr>
            <p:nvPr/>
          </p:nvCxnSpPr>
          <p:spPr>
            <a:xfrm>
              <a:off x="9776470" y="4918433"/>
              <a:ext cx="357854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0E44137-6B6F-CAF9-A211-F5E12BAD5433}"/>
              </a:ext>
            </a:extLst>
          </p:cNvPr>
          <p:cNvSpPr txBox="1"/>
          <p:nvPr/>
        </p:nvSpPr>
        <p:spPr>
          <a:xfrm>
            <a:off x="5658697" y="593467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back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9F11B6-7A38-84C7-0DED-B1D948A4730A}"/>
              </a:ext>
            </a:extLst>
          </p:cNvPr>
          <p:cNvSpPr txBox="1"/>
          <p:nvPr/>
        </p:nvSpPr>
        <p:spPr>
          <a:xfrm>
            <a:off x="7453807" y="5934670"/>
            <a:ext cx="691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front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4140C1-51D7-C975-9238-57216276EB71}"/>
              </a:ext>
            </a:extLst>
          </p:cNvPr>
          <p:cNvSpPr txBox="1"/>
          <p:nvPr/>
        </p:nvSpPr>
        <p:spPr>
          <a:xfrm>
            <a:off x="7645686" y="53805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68201F-9C9D-7987-A1C8-314DAA68E5EA}"/>
              </a:ext>
            </a:extLst>
          </p:cNvPr>
          <p:cNvSpPr txBox="1"/>
          <p:nvPr/>
        </p:nvSpPr>
        <p:spPr>
          <a:xfrm>
            <a:off x="5828387" y="53805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EEC06-83BD-EDB5-C8A0-2C9F3883BB23}"/>
              </a:ext>
            </a:extLst>
          </p:cNvPr>
          <p:cNvSpPr txBox="1"/>
          <p:nvPr/>
        </p:nvSpPr>
        <p:spPr>
          <a:xfrm>
            <a:off x="5044734" y="3518482"/>
            <a:ext cx="6309066" cy="16004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This data structure is called a </a:t>
            </a:r>
            <a:r>
              <a:rPr lang="en-US" sz="1400" b="1">
                <a:solidFill>
                  <a:srgbClr val="00B050"/>
                </a:solidFill>
              </a:rPr>
              <a:t>queue</a:t>
            </a:r>
            <a:r>
              <a:rPr lang="en-US" sz="140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Consolas" panose="020B0609020204030204" pitchFamily="49" charset="0"/>
                <a:cs typeface="Consolas" panose="020B0609020204030204" pitchFamily="49" charset="0"/>
              </a:rPr>
              <a:t>S.add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  <a:r>
              <a:rPr lang="en-US" sz="1400"/>
              <a:t> puts 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1400"/>
              <a:t> at the back of the queue (leaving the other elements as-is)</a:t>
            </a:r>
            <a:br>
              <a:rPr lang="en-US" sz="1400"/>
            </a:br>
            <a:r>
              <a:rPr lang="en-US" sz="1400" err="1">
                <a:solidFill>
                  <a:srgbClr val="00B050"/>
                </a:solidFill>
              </a:rPr>
              <a:t>S.enqueue</a:t>
            </a:r>
            <a:r>
              <a:rPr lang="en-US" sz="1400">
                <a:solidFill>
                  <a:srgbClr val="00B050"/>
                </a:solidFill>
              </a:rPr>
              <a:t>(x)</a:t>
            </a:r>
            <a:br>
              <a:rPr lang="en-US" sz="1400">
                <a:solidFill>
                  <a:srgbClr val="00B050"/>
                </a:solidFill>
              </a:rPr>
            </a:br>
            <a:r>
              <a:rPr lang="en-US" sz="1400" err="1">
                <a:solidFill>
                  <a:srgbClr val="00B050"/>
                </a:solidFill>
              </a:rPr>
              <a:t>S.addBack</a:t>
            </a:r>
            <a:r>
              <a:rPr lang="en-US" sz="1400">
                <a:solidFill>
                  <a:srgbClr val="00B050"/>
                </a:solidFill>
              </a:rPr>
              <a:t>(x)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Consolas" panose="020B0609020204030204" pitchFamily="49" charset="0"/>
                <a:cs typeface="Consolas" panose="020B0609020204030204" pitchFamily="49" charset="0"/>
              </a:rPr>
              <a:t>S.remove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400"/>
              <a:t> removes the item at the front of the queue (the first one in line)</a:t>
            </a:r>
            <a:br>
              <a:rPr lang="en-US" sz="1400"/>
            </a:br>
            <a:r>
              <a:rPr lang="en-US" sz="140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S.dequeue</a:t>
            </a:r>
            <a:r>
              <a:rPr lang="en-US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S.removeFront</a:t>
            </a:r>
            <a:r>
              <a:rPr lang="en-US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05714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C4F0-6218-8DA6-04B5-A267169B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55C7-4858-EBC3-52BD-AF513D05F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Similar to a stack, should signal an error if you try to</a:t>
            </a:r>
          </a:p>
          <a:p>
            <a:pPr lvl="1"/>
            <a:r>
              <a:rPr lang="en-US"/>
              <a:t>Add to a full queue</a:t>
            </a:r>
          </a:p>
          <a:p>
            <a:pPr lvl="1"/>
            <a:r>
              <a:rPr lang="en-US"/>
              <a:t>Remove from an empty queue</a:t>
            </a:r>
          </a:p>
          <a:p>
            <a:r>
              <a:rPr lang="en-US"/>
              <a:t>Usually also add these methods to stacks an queues</a:t>
            </a:r>
          </a:p>
          <a:p>
            <a:pPr lvl="1"/>
            <a:r>
              <a:rPr lang="en-US" b="1" err="1"/>
              <a:t>is_empty</a:t>
            </a:r>
            <a:r>
              <a:rPr lang="en-US" b="1"/>
              <a:t>(): </a:t>
            </a:r>
            <a:r>
              <a:rPr lang="en-US"/>
              <a:t>returns true if the stack/queue is empty, false otherwise</a:t>
            </a:r>
          </a:p>
          <a:p>
            <a:pPr lvl="1"/>
            <a:r>
              <a:rPr lang="en-US" b="1"/>
              <a:t>peek(): </a:t>
            </a:r>
            <a:r>
              <a:rPr lang="en-US"/>
              <a:t>returns a copy of the next value that would be removed (without removing it)</a:t>
            </a:r>
          </a:p>
          <a:p>
            <a:r>
              <a:rPr lang="en-US"/>
              <a:t>The C++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vector&lt;T&gt;</a:t>
            </a:r>
            <a:r>
              <a:rPr lang="en-US"/>
              <a:t> class implements a stack:</a:t>
            </a:r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v.push_back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  <a:r>
              <a:rPr lang="en-US"/>
              <a:t> adds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to the end (increasing size if needed)</a:t>
            </a:r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v.back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/>
              <a:t> returns a </a:t>
            </a:r>
            <a:r>
              <a:rPr lang="en-US" b="1"/>
              <a:t>reference</a:t>
            </a:r>
            <a:r>
              <a:rPr lang="en-US"/>
              <a:t> to the end element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endParaRPr lang="en-US"/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v.pop_back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/>
              <a:t> removes the last element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/>
              <a:t> (and returns nothing!)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15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B18C1-664F-FC8B-1801-71B1DFFC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B343-126A-8B4B-2E12-662A07DB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2046-26FE-A3E8-17AC-D1D30F20D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 </a:t>
            </a:r>
            <a:r>
              <a:rPr lang="en-US" b="1"/>
              <a:t>deque</a:t>
            </a:r>
            <a:r>
              <a:rPr lang="en-US"/>
              <a:t> is a doubled-ended queue</a:t>
            </a:r>
          </a:p>
          <a:p>
            <a:r>
              <a:rPr lang="en-US"/>
              <a:t>You can add/remove items at either end of a deque</a:t>
            </a:r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addFront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addBack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removeFront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removeBack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/>
              <a:t>Can be quite useful in practice, but we won’t go into details here</a:t>
            </a:r>
          </a:p>
          <a:p>
            <a:pPr lvl="1"/>
            <a:r>
              <a:rPr lang="en-US"/>
              <a:t>But make sure you know what it is, and can implement one!</a:t>
            </a:r>
          </a:p>
          <a:p>
            <a:pPr lvl="1"/>
            <a:endParaRPr lang="en-US"/>
          </a:p>
        </p:txBody>
      </p:sp>
      <p:pic>
        <p:nvPicPr>
          <p:cNvPr id="4098" name="Picture 2" descr="Playing Cards 3D Models &amp; Renders - Envato">
            <a:extLst>
              <a:ext uri="{FF2B5EF4-FFF2-40B4-BE49-F238E27FC236}">
                <a16:creationId xmlns:a16="http://schemas.microsoft.com/office/drawing/2014/main" id="{20A11A53-97F0-C045-DBF8-3BAF760E2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726" y="437941"/>
            <a:ext cx="2163396" cy="216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117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4848-D981-3252-631B-A8A9F064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stacks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C5763-4A54-B6FC-8EF4-ACC717F69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Tracking function calls </a:t>
            </a:r>
            <a:r>
              <a:rPr lang="en-US"/>
              <a:t>in programming languages</a:t>
            </a:r>
          </a:p>
          <a:p>
            <a:pPr lvl="1"/>
            <a:r>
              <a:rPr lang="en-US"/>
              <a:t>Every </a:t>
            </a:r>
            <a:r>
              <a:rPr lang="en-US" b="1"/>
              <a:t>call</a:t>
            </a:r>
            <a:r>
              <a:rPr lang="en-US"/>
              <a:t> to a function is a push on the call stack</a:t>
            </a:r>
          </a:p>
          <a:p>
            <a:pPr lvl="1"/>
            <a:r>
              <a:rPr lang="en-US"/>
              <a:t>Every </a:t>
            </a:r>
            <a:r>
              <a:rPr lang="en-US" b="1"/>
              <a:t>function return </a:t>
            </a:r>
            <a:r>
              <a:rPr lang="en-US"/>
              <a:t>is a pop on the call stack</a:t>
            </a:r>
          </a:p>
          <a:p>
            <a:pPr lvl="1"/>
            <a:r>
              <a:rPr lang="en-US"/>
              <a:t>The contents of the stack show the exact sequence of function calls to get to the current point in a running program</a:t>
            </a:r>
          </a:p>
          <a:p>
            <a:pPr lvl="2"/>
            <a:r>
              <a:rPr lang="en-US"/>
              <a:t>Printing the call stack is quite useful for debugging</a:t>
            </a:r>
          </a:p>
          <a:p>
            <a:pPr lvl="1"/>
            <a:r>
              <a:rPr lang="en-US"/>
              <a:t>Works with recursive functions</a:t>
            </a:r>
          </a:p>
        </p:txBody>
      </p:sp>
    </p:spTree>
    <p:extLst>
      <p:ext uri="{BB962C8B-B14F-4D97-AF65-F5344CB8AC3E}">
        <p14:creationId xmlns:p14="http://schemas.microsoft.com/office/powerpoint/2010/main" val="2872223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273D-BDD2-F3F4-6074-57C920DF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8FB9-FB90-4432-E83F-DFD333D7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stacks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D0282-4D64-E665-5DA5-06DBCF02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Implementing undo</a:t>
            </a:r>
            <a:endParaRPr lang="en-US"/>
          </a:p>
          <a:p>
            <a:pPr lvl="1"/>
            <a:r>
              <a:rPr lang="en-US"/>
              <a:t>E.g. in a word processor, every time you do an action (that can be undone) you push it onto the undo stack</a:t>
            </a:r>
          </a:p>
          <a:p>
            <a:pPr lvl="2"/>
            <a:r>
              <a:rPr lang="en-US"/>
              <a:t>E.g. making a word bold</a:t>
            </a:r>
          </a:p>
          <a:p>
            <a:pPr lvl="1"/>
            <a:r>
              <a:rPr lang="en-US"/>
              <a:t>If the user selects undo, the undo stack is popped and the item inverse of the action is applied</a:t>
            </a:r>
          </a:p>
          <a:p>
            <a:pPr lvl="2"/>
            <a:r>
              <a:rPr lang="en-US"/>
              <a:t>E.g. un-bolding the word</a:t>
            </a:r>
          </a:p>
        </p:txBody>
      </p:sp>
    </p:spTree>
    <p:extLst>
      <p:ext uri="{BB962C8B-B14F-4D97-AF65-F5344CB8AC3E}">
        <p14:creationId xmlns:p14="http://schemas.microsoft.com/office/powerpoint/2010/main" val="662432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0D9A5-B128-C7AA-B6D1-2551E355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F6F-4866-3C80-4A55-6262C1B1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stacks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5C748-8309-9F1D-069F-18D2AF3F4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Reversing things</a:t>
            </a:r>
            <a:endParaRPr lang="en-US"/>
          </a:p>
          <a:p>
            <a:pPr lvl="1"/>
            <a:r>
              <a:rPr lang="en-US"/>
              <a:t>Items you put into a stack come out in reverse order</a:t>
            </a:r>
          </a:p>
          <a:p>
            <a:pPr lvl="1"/>
            <a:r>
              <a:rPr lang="en-US"/>
              <a:t>If you want to reverse an array you could:</a:t>
            </a:r>
          </a:p>
          <a:p>
            <a:pPr lvl="2"/>
            <a:r>
              <a:rPr lang="en-US"/>
              <a:t>Push all the array items into the stack (in the order they are in the array)</a:t>
            </a:r>
          </a:p>
          <a:p>
            <a:pPr lvl="2"/>
            <a:r>
              <a:rPr lang="en-US"/>
              <a:t>Then when you pop the stack they come out in reverse order</a:t>
            </a:r>
          </a:p>
        </p:txBody>
      </p:sp>
    </p:spTree>
    <p:extLst>
      <p:ext uri="{BB962C8B-B14F-4D97-AF65-F5344CB8AC3E}">
        <p14:creationId xmlns:p14="http://schemas.microsoft.com/office/powerpoint/2010/main" val="3016989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3ADBF-42C0-B402-A30B-91EBE2D6D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E210-7CDA-28B1-6E05-C3BBC7C0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stacks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5EEF8-6E39-9A15-56D0-915D0AF8B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67" y="1690688"/>
            <a:ext cx="5402116" cy="25396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Matching brackets</a:t>
            </a:r>
            <a:endParaRPr lang="en-US"/>
          </a:p>
          <a:p>
            <a:r>
              <a:rPr lang="en-US"/>
              <a:t>Brackets are in matching pairs</a:t>
            </a:r>
          </a:p>
          <a:p>
            <a:r>
              <a:rPr lang="en-US"/>
              <a:t>C++ has at least ( ) , { } , [ ] </a:t>
            </a:r>
          </a:p>
          <a:p>
            <a:r>
              <a:rPr lang="en-US"/>
              <a:t>Similar idea can be used to match HTML tags, e.g. &lt;p&gt; and &lt;/p&gt; are matching tags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72C7-4666-B887-2BD9-6D5944489793}"/>
              </a:ext>
            </a:extLst>
          </p:cNvPr>
          <p:cNvSpPr txBox="1"/>
          <p:nvPr/>
        </p:nvSpPr>
        <p:spPr>
          <a:xfrm>
            <a:off x="6005565" y="1693253"/>
            <a:ext cx="66466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function </a:t>
            </a:r>
            <a:r>
              <a:rPr lang="en-US" err="1"/>
              <a:t>isBalanced</a:t>
            </a:r>
            <a:r>
              <a:rPr lang="en-US"/>
              <a:t>(input):</a:t>
            </a:r>
          </a:p>
          <a:p>
            <a:r>
              <a:rPr lang="en-US"/>
              <a:t>    stack = empty stack</a:t>
            </a:r>
          </a:p>
          <a:p>
            <a:endParaRPr lang="en-US"/>
          </a:p>
          <a:p>
            <a:r>
              <a:rPr lang="en-US"/>
              <a:t>    for each character c in input:</a:t>
            </a:r>
          </a:p>
          <a:p>
            <a:r>
              <a:rPr lang="en-US"/>
              <a:t>        if c is an </a:t>
            </a:r>
            <a:r>
              <a:rPr lang="en-US" b="1"/>
              <a:t>open bracket</a:t>
            </a:r>
            <a:r>
              <a:rPr lang="en-US"/>
              <a:t>:</a:t>
            </a:r>
          </a:p>
          <a:p>
            <a:r>
              <a:rPr lang="en-US"/>
              <a:t>            </a:t>
            </a:r>
            <a:r>
              <a:rPr lang="en-US" b="1"/>
              <a:t>push</a:t>
            </a:r>
            <a:r>
              <a:rPr lang="en-US"/>
              <a:t> c onto stack</a:t>
            </a:r>
          </a:p>
          <a:p>
            <a:endParaRPr lang="en-US"/>
          </a:p>
          <a:p>
            <a:r>
              <a:rPr lang="en-US"/>
              <a:t>        else if c is a </a:t>
            </a:r>
            <a:r>
              <a:rPr lang="en-US" b="1"/>
              <a:t>close bracket</a:t>
            </a:r>
            <a:r>
              <a:rPr lang="en-US"/>
              <a:t>:</a:t>
            </a:r>
          </a:p>
          <a:p>
            <a:r>
              <a:rPr lang="en-US"/>
              <a:t>            if </a:t>
            </a:r>
            <a:r>
              <a:rPr lang="en-US" b="1"/>
              <a:t>stack is empty</a:t>
            </a:r>
            <a:r>
              <a:rPr lang="en-US"/>
              <a:t>:</a:t>
            </a:r>
          </a:p>
          <a:p>
            <a:r>
              <a:rPr lang="en-US"/>
              <a:t>                return false          // nothing to match against</a:t>
            </a:r>
          </a:p>
          <a:p>
            <a:r>
              <a:rPr lang="en-US"/>
              <a:t>            top = </a:t>
            </a:r>
            <a:r>
              <a:rPr lang="en-US" b="1"/>
              <a:t>pop</a:t>
            </a:r>
            <a:r>
              <a:rPr lang="en-US"/>
              <a:t> from stack</a:t>
            </a:r>
          </a:p>
          <a:p>
            <a:r>
              <a:rPr lang="en-US"/>
              <a:t>            if top does not match c:  // e.g. '(' must pair with ')'</a:t>
            </a:r>
          </a:p>
          <a:p>
            <a:r>
              <a:rPr lang="en-US"/>
              <a:t>                return false</a:t>
            </a:r>
          </a:p>
          <a:p>
            <a:endParaRPr lang="en-US"/>
          </a:p>
          <a:p>
            <a:r>
              <a:rPr lang="en-US"/>
              <a:t>    return </a:t>
            </a:r>
            <a:r>
              <a:rPr lang="en-US" b="1"/>
              <a:t>stack is empty</a:t>
            </a:r>
            <a:r>
              <a:rPr lang="en-US"/>
              <a:t>  // unmatched openers still on stack?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30434-571D-4D6B-ED1A-C85C72541CD8}"/>
              </a:ext>
            </a:extLst>
          </p:cNvPr>
          <p:cNvSpPr txBox="1"/>
          <p:nvPr/>
        </p:nvSpPr>
        <p:spPr>
          <a:xfrm>
            <a:off x="9739227" y="2231928"/>
            <a:ext cx="208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open brackets: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({[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D2841-8D63-1633-2028-5819170FB9CF}"/>
              </a:ext>
            </a:extLst>
          </p:cNvPr>
          <p:cNvSpPr txBox="1"/>
          <p:nvPr/>
        </p:nvSpPr>
        <p:spPr>
          <a:xfrm>
            <a:off x="9720792" y="2550054"/>
            <a:ext cx="2125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close brackets: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)}]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E55DD-B9B4-B7CD-1F7B-DEF93301B117}"/>
              </a:ext>
            </a:extLst>
          </p:cNvPr>
          <p:cNvSpPr txBox="1"/>
          <p:nvPr/>
        </p:nvSpPr>
        <p:spPr>
          <a:xfrm>
            <a:off x="82322" y="4461550"/>
            <a:ext cx="30620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Balanced</a:t>
            </a:r>
            <a:r>
              <a:rPr lang="en-US"/>
              <a:t>: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{ f(a[2]) </a:t>
            </a:r>
            <a:r>
              <a:rPr lang="en-US"/>
              <a:t>}</a:t>
            </a:r>
            <a:br>
              <a:rPr lang="en-US"/>
            </a:br>
            <a:r>
              <a:rPr lang="en-US"/>
              <a:t>     </a:t>
            </a:r>
            <a:r>
              <a:rPr lang="en-US">
                <a:solidFill>
                  <a:srgbClr val="00B050"/>
                </a:solidFill>
              </a:rPr>
              <a:t> </a:t>
            </a:r>
          </a:p>
          <a:p>
            <a:r>
              <a:rPr lang="en-US">
                <a:solidFill>
                  <a:srgbClr val="00B050"/>
                </a:solidFill>
              </a:rPr>
              <a:t>Balanced</a:t>
            </a:r>
            <a:r>
              <a:rPr lang="en-US"/>
              <a:t>: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{}([][])</a:t>
            </a:r>
          </a:p>
          <a:p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solidFill>
                  <a:srgbClr val="00B050"/>
                </a:solidFill>
              </a:rPr>
              <a:t>Balanced</a:t>
            </a:r>
            <a:r>
              <a:rPr lang="en-US"/>
              <a:t>: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(( )(())()( 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20A1F-A304-4136-002E-DF5B8C553E6E}"/>
              </a:ext>
            </a:extLst>
          </p:cNvPr>
          <p:cNvSpPr txBox="1"/>
          <p:nvPr/>
        </p:nvSpPr>
        <p:spPr>
          <a:xfrm>
            <a:off x="3185617" y="4461550"/>
            <a:ext cx="29562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Unbalanced</a:t>
            </a:r>
            <a:r>
              <a:rPr lang="en-US"/>
              <a:t>: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{ f(a[2]  </a:t>
            </a:r>
            <a:r>
              <a:rPr lang="en-US"/>
              <a:t>}</a:t>
            </a:r>
          </a:p>
          <a:p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Unbalanced</a:t>
            </a:r>
            <a:r>
              <a:rPr lang="en-US"/>
              <a:t>: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f(a[2]) </a:t>
            </a:r>
            <a:r>
              <a:rPr lang="en-US"/>
              <a:t>}</a:t>
            </a:r>
            <a:br>
              <a:rPr lang="en-US"/>
            </a:br>
            <a:endParaRPr lang="en-US"/>
          </a:p>
          <a:p>
            <a:r>
              <a:rPr lang="en-US">
                <a:solidFill>
                  <a:srgbClr val="FF0000"/>
                </a:solidFill>
              </a:rPr>
              <a:t>Unbalanced</a:t>
            </a:r>
            <a:r>
              <a:rPr lang="en-US"/>
              <a:t>: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{ f(a[2)] }</a:t>
            </a:r>
          </a:p>
        </p:txBody>
      </p:sp>
    </p:spTree>
    <p:extLst>
      <p:ext uri="{BB962C8B-B14F-4D97-AF65-F5344CB8AC3E}">
        <p14:creationId xmlns:p14="http://schemas.microsoft.com/office/powerpoint/2010/main" val="912738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CD83-D057-1936-6017-03457FAA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Queues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47DE9-87E0-1B77-2DD8-43209FBAF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Anywhere things might need to line up in order</a:t>
            </a:r>
          </a:p>
          <a:p>
            <a:r>
              <a:rPr lang="en-US"/>
              <a:t>Process jobs on a computer, e.g. a computer with 16 CPUs could process 100 jobs by having 84 of them wait in a queue</a:t>
            </a:r>
          </a:p>
          <a:p>
            <a:pPr lvl="1"/>
            <a:r>
              <a:rPr lang="en-US"/>
              <a:t>Typically ordered by priority, how long they have run or expected to run, etc.</a:t>
            </a:r>
          </a:p>
          <a:p>
            <a:r>
              <a:rPr lang="en-US"/>
              <a:t>Web server requests: if a web server is getting too many requests it can keep them in a queue and process them in the order received</a:t>
            </a:r>
          </a:p>
          <a:p>
            <a:r>
              <a:rPr lang="en-US"/>
              <a:t>A video can queue future frames so that lag is just at the start</a:t>
            </a:r>
          </a:p>
          <a:p>
            <a:r>
              <a:rPr lang="en-US"/>
              <a:t>If you type too quickly on a keyboard, the keystrokes can be </a:t>
            </a:r>
            <a:r>
              <a:rPr lang="en-US" err="1"/>
              <a:t>qued</a:t>
            </a:r>
            <a:endParaRPr lang="en-US"/>
          </a:p>
          <a:p>
            <a:pPr lvl="1"/>
            <a:r>
              <a:rPr lang="en-US"/>
              <a:t>Or mouse clicks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63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CC8A-1024-E2AF-48BE-3E23B6A6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3E3B-3D78-F73D-36A3-7F7233B4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Queues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03519-3926-2B4D-84B6-7F905714A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Simulations</a:t>
            </a:r>
          </a:p>
          <a:p>
            <a:r>
              <a:rPr lang="en-US"/>
              <a:t>Modelling line-up wait times at a bank, or planes landing at an airport, etc.</a:t>
            </a:r>
          </a:p>
          <a:p>
            <a:r>
              <a:rPr lang="en-US"/>
              <a:t>There is a branch of mathematics called </a:t>
            </a:r>
            <a:r>
              <a:rPr lang="en-US" b="1"/>
              <a:t>queueing theory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044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4B4C-CC51-55DE-1850-41A4D244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You Can’t Do with 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0ADE3-BD30-FE8B-8FEE-C236EEB1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You </a:t>
            </a:r>
            <a:r>
              <a:rPr lang="en-US" b="1"/>
              <a:t>cannot</a:t>
            </a:r>
            <a:r>
              <a:rPr lang="en-US"/>
              <a:t> access the “middle” items of a stack or queue with calling pop/</a:t>
            </a:r>
            <a:r>
              <a:rPr lang="en-US" err="1"/>
              <a:t>removeFront</a:t>
            </a:r>
            <a:r>
              <a:rPr lang="en-US"/>
              <a:t> to get to it</a:t>
            </a:r>
          </a:p>
          <a:p>
            <a:pPr lvl="1"/>
            <a:r>
              <a:rPr lang="en-US"/>
              <a:t>In a C++ vector you can, but vectors implement operations far beyond a stack</a:t>
            </a:r>
          </a:p>
          <a:p>
            <a:r>
              <a:rPr lang="en-US"/>
              <a:t>You </a:t>
            </a:r>
            <a:r>
              <a:rPr lang="en-US" b="1"/>
              <a:t>can’t</a:t>
            </a:r>
            <a:r>
              <a:rPr lang="en-US"/>
              <a:t> easily re-arrange items of stacks/queue in arbitrary way</a:t>
            </a:r>
          </a:p>
          <a:p>
            <a:pPr lvl="1"/>
            <a:r>
              <a:rPr lang="en-US"/>
              <a:t>Although it’s easy with a </a:t>
            </a:r>
            <a:r>
              <a:rPr lang="en-US" b="1"/>
              <a:t>queue</a:t>
            </a:r>
            <a:r>
              <a:rPr lang="en-US"/>
              <a:t> to remove the front, add it to the back, remove the front, add it to the back, …</a:t>
            </a:r>
          </a:p>
          <a:p>
            <a:r>
              <a:rPr lang="en-US"/>
              <a:t>So you </a:t>
            </a:r>
            <a:r>
              <a:rPr lang="en-US" b="1"/>
              <a:t>cannot</a:t>
            </a:r>
            <a:r>
              <a:rPr lang="en-US"/>
              <a:t> efficiently search or sort a stack/queue</a:t>
            </a:r>
          </a:p>
          <a:p>
            <a:pPr lvl="1"/>
            <a:r>
              <a:rPr lang="en-US"/>
              <a:t>Of course, you could add </a:t>
            </a:r>
            <a:r>
              <a:rPr lang="en-US" err="1"/>
              <a:t>specialy</a:t>
            </a:r>
            <a:r>
              <a:rPr lang="en-US"/>
              <a:t> purpose methods to do so (like vector), but then it’s not really stack/queue any more</a:t>
            </a:r>
          </a:p>
          <a:p>
            <a:pPr lvl="1"/>
            <a:r>
              <a:rPr lang="en-US"/>
              <a:t>It’s a different data structure that you can, if you choose, treat as if it were a stack/queue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1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7245-E746-9202-CDF6-27A403F7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62A1-78B0-81A1-7CDE-42F819A9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Problems to Think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4B9CA-F71A-FC6B-741E-0C4175FAE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Using </a:t>
            </a:r>
            <a:r>
              <a:rPr lang="en-US" b="1"/>
              <a:t>two</a:t>
            </a:r>
            <a:r>
              <a:rPr lang="en-US"/>
              <a:t> extra stacks, is it possible to reverse the elements of a given stack S? (No tricks like using an array or list or string etc.)</a:t>
            </a:r>
          </a:p>
          <a:p>
            <a:pPr lvl="1"/>
            <a:r>
              <a:rPr lang="en-US"/>
              <a:t>Can you do it using only </a:t>
            </a:r>
            <a:r>
              <a:rPr lang="en-US" b="1"/>
              <a:t>one</a:t>
            </a:r>
            <a:r>
              <a:rPr lang="en-US"/>
              <a:t> extra stack?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Given queue Q and one extra queue called Extra, can you reverse the element of Q? (No tricks like using an array or list or string etc.)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18213-6A20-9AA5-D857-4CD9FAE44D61}"/>
              </a:ext>
            </a:extLst>
          </p:cNvPr>
          <p:cNvSpPr txBox="1"/>
          <p:nvPr/>
        </p:nvSpPr>
        <p:spPr>
          <a:xfrm>
            <a:off x="8088686" y="4461550"/>
            <a:ext cx="2733388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Remember!</a:t>
            </a:r>
          </a:p>
          <a:p>
            <a:pPr algn="ctr"/>
            <a:r>
              <a:rPr lang="en-US" sz="1400"/>
              <a:t>Don’t just look up the answer or ask AI to do it. The answer is out there and AI can surely do it!</a:t>
            </a:r>
            <a:br>
              <a:rPr lang="en-US" sz="1400"/>
            </a:br>
            <a:br>
              <a:rPr lang="en-US" sz="1400"/>
            </a:br>
            <a:r>
              <a:rPr lang="en-US" sz="1400"/>
              <a:t>The point of these questions is to learn about stacks and queues, not how to do research answers and use AI. Try yourself!</a:t>
            </a:r>
          </a:p>
        </p:txBody>
      </p:sp>
    </p:spTree>
    <p:extLst>
      <p:ext uri="{BB962C8B-B14F-4D97-AF65-F5344CB8AC3E}">
        <p14:creationId xmlns:p14="http://schemas.microsoft.com/office/powerpoint/2010/main" val="1782430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2F14-738D-057E-DCA5-4A22AE4F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BF5CE-8546-7120-B661-251591F7A7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8027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a </a:t>
                </a:r>
                <a:r>
                  <a:rPr lang="en-US" b="1"/>
                  <a:t>stack</a:t>
                </a:r>
                <a:r>
                  <a:rPr lang="en-US"/>
                  <a:t>:</a:t>
                </a:r>
              </a:p>
              <a:p>
                <a:pPr lvl="1"/>
                <a:r>
                  <a:rPr lang="en-US"/>
                  <a:t>Push(x)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worst case</a:t>
                </a:r>
              </a:p>
              <a:p>
                <a:pPr lvl="1"/>
                <a:r>
                  <a:rPr lang="en-US"/>
                  <a:t>Pop()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worst case</a:t>
                </a:r>
              </a:p>
              <a:p>
                <a:pPr lvl="2"/>
                <a:endParaRPr lang="en-US"/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BF5CE-8546-7120-B661-251591F7A7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80279" cy="4351338"/>
              </a:xfrm>
              <a:blipFill>
                <a:blip r:embed="rId2"/>
                <a:stretch>
                  <a:fillRect l="-252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641BB34-0F1D-B18C-D1CC-311F4DEE87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7193" y="1825625"/>
                <a:ext cx="508027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For a </a:t>
                </a:r>
                <a:r>
                  <a:rPr lang="en-US" b="1"/>
                  <a:t>queue</a:t>
                </a:r>
                <a:r>
                  <a:rPr lang="en-US"/>
                  <a:t>:</a:t>
                </a:r>
              </a:p>
              <a:p>
                <a:pPr lvl="1"/>
                <a:r>
                  <a:rPr lang="en-US" err="1"/>
                  <a:t>addFront</a:t>
                </a:r>
                <a:r>
                  <a:rPr lang="en-US"/>
                  <a:t>(x)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worst case</a:t>
                </a:r>
              </a:p>
              <a:p>
                <a:pPr lvl="1"/>
                <a:r>
                  <a:rPr lang="en-US" err="1"/>
                  <a:t>removeFront</a:t>
                </a:r>
                <a:r>
                  <a:rPr lang="en-US"/>
                  <a:t>()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worst case</a:t>
                </a:r>
              </a:p>
              <a:p>
                <a:pPr lvl="1"/>
                <a:endParaRPr lang="en-US"/>
              </a:p>
              <a:p>
                <a:pPr lvl="2"/>
                <a:endParaRPr lang="en-US"/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641BB34-0F1D-B18C-D1CC-311F4DEE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193" y="1825625"/>
                <a:ext cx="5080279" cy="4351338"/>
              </a:xfrm>
              <a:prstGeom prst="rect">
                <a:avLst/>
              </a:prstGeom>
              <a:blipFill>
                <a:blip r:embed="rId3"/>
                <a:stretch>
                  <a:fillRect l="-24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2792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BFA4-7F81-56B9-71DB-DAACCD00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66D7-4E3B-B9F5-B77E-6DCEF179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FEE9EE-6462-AF42-7A1B-15F19423D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8027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a </a:t>
                </a:r>
                <a:r>
                  <a:rPr lang="en-US" b="1"/>
                  <a:t>stack</a:t>
                </a:r>
                <a:r>
                  <a:rPr lang="en-US"/>
                  <a:t>:</a:t>
                </a:r>
              </a:p>
              <a:p>
                <a:pPr lvl="1"/>
                <a:r>
                  <a:rPr lang="en-US"/>
                  <a:t>Push(x)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worst case</a:t>
                </a:r>
              </a:p>
              <a:p>
                <a:pPr lvl="1"/>
                <a:r>
                  <a:rPr lang="en-US"/>
                  <a:t>Pop()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in the worst case</a:t>
                </a:r>
              </a:p>
              <a:p>
                <a:pPr lvl="1"/>
                <a:r>
                  <a:rPr lang="en-US"/>
                  <a:t>Peek()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in the worst case</a:t>
                </a:r>
              </a:p>
              <a:p>
                <a:pPr lvl="2"/>
                <a:endParaRPr lang="en-US"/>
              </a:p>
              <a:p>
                <a:pPr lvl="2"/>
                <a:endParaRPr lang="en-US"/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FEE9EE-6462-AF42-7A1B-15F19423D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80279" cy="4351338"/>
              </a:xfrm>
              <a:blipFill>
                <a:blip r:embed="rId2"/>
                <a:stretch>
                  <a:fillRect l="-252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461B396-48F7-330C-DCFC-7BF9147DD7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7193" y="1825625"/>
                <a:ext cx="508027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For a </a:t>
                </a:r>
                <a:r>
                  <a:rPr lang="en-US" b="1"/>
                  <a:t>queue</a:t>
                </a:r>
                <a:r>
                  <a:rPr lang="en-US"/>
                  <a:t>:</a:t>
                </a:r>
              </a:p>
              <a:p>
                <a:pPr lvl="1"/>
                <a:r>
                  <a:rPr lang="en-US" err="1"/>
                  <a:t>addFront</a:t>
                </a:r>
                <a:r>
                  <a:rPr lang="en-US"/>
                  <a:t>(x)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worst case</a:t>
                </a:r>
              </a:p>
              <a:p>
                <a:pPr lvl="1"/>
                <a:r>
                  <a:rPr lang="en-US" err="1"/>
                  <a:t>removeFront</a:t>
                </a:r>
                <a:r>
                  <a:rPr lang="en-US"/>
                  <a:t>()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in the worst case</a:t>
                </a:r>
              </a:p>
              <a:p>
                <a:pPr lvl="1"/>
                <a:r>
                  <a:rPr lang="en-US"/>
                  <a:t>Peek()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in the worst case</a:t>
                </a:r>
              </a:p>
              <a:p>
                <a:pPr marL="457200" lvl="1" indent="0">
                  <a:buNone/>
                </a:pPr>
                <a:endParaRPr lang="en-US"/>
              </a:p>
              <a:p>
                <a:pPr lvl="1"/>
                <a:endParaRPr lang="en-US"/>
              </a:p>
              <a:p>
                <a:pPr lvl="2"/>
                <a:endParaRPr lang="en-US"/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461B396-48F7-330C-DCFC-7BF9147DD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193" y="1825625"/>
                <a:ext cx="5080279" cy="4351338"/>
              </a:xfrm>
              <a:prstGeom prst="rect">
                <a:avLst/>
              </a:prstGeom>
              <a:blipFill>
                <a:blip r:embed="rId3"/>
                <a:stretch>
                  <a:fillRect l="-24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4D3A474-A311-B616-AB39-A7F5B2E76826}"/>
              </a:ext>
            </a:extLst>
          </p:cNvPr>
          <p:cNvSpPr txBox="1"/>
          <p:nvPr/>
        </p:nvSpPr>
        <p:spPr>
          <a:xfrm>
            <a:off x="838200" y="5058359"/>
            <a:ext cx="3905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Can be implemented with an array</a:t>
            </a:r>
          </a:p>
          <a:p>
            <a:endParaRPr lang="en-US">
              <a:solidFill>
                <a:srgbClr val="00B050"/>
              </a:solidFill>
            </a:endParaRPr>
          </a:p>
          <a:p>
            <a:r>
              <a:rPr lang="en-US">
                <a:solidFill>
                  <a:srgbClr val="00B050"/>
                </a:solidFill>
              </a:rPr>
              <a:t>Can be implemented with a linked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9C636-8EDE-BC78-8284-BD316F064098}"/>
              </a:ext>
            </a:extLst>
          </p:cNvPr>
          <p:cNvSpPr txBox="1"/>
          <p:nvPr/>
        </p:nvSpPr>
        <p:spPr>
          <a:xfrm>
            <a:off x="6517193" y="5058358"/>
            <a:ext cx="41733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Can be implemented with an array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50"/>
                </a:solidFill>
              </a:rPr>
              <a:t>Use a circular array for efficiency</a:t>
            </a:r>
          </a:p>
          <a:p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Can be implemented with a linked list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50"/>
                </a:solidFill>
              </a:rPr>
              <a:t>Use a circular linked list</a:t>
            </a:r>
          </a:p>
        </p:txBody>
      </p:sp>
    </p:spTree>
    <p:extLst>
      <p:ext uri="{BB962C8B-B14F-4D97-AF65-F5344CB8AC3E}">
        <p14:creationId xmlns:p14="http://schemas.microsoft.com/office/powerpoint/2010/main" val="2559814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A42C-8E16-FBCB-6EAF-F825EBD6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 Data Types (ADTs)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D82A6-9F1C-B40A-4F9F-ABB93E3CA4FF}"/>
              </a:ext>
            </a:extLst>
          </p:cNvPr>
          <p:cNvSpPr txBox="1"/>
          <p:nvPr/>
        </p:nvSpPr>
        <p:spPr>
          <a:xfrm>
            <a:off x="561451" y="1587640"/>
            <a:ext cx="110690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/>
              <a:t>An </a:t>
            </a:r>
            <a:r>
              <a:rPr lang="en-CA" sz="3200" b="1"/>
              <a:t>ADT</a:t>
            </a:r>
            <a:r>
              <a:rPr lang="en-CA" sz="3200"/>
              <a:t> is a mathematical model of a data structure that specifies the type of the data stored, the operations supported on them, and the types of the parameters of the operations.</a:t>
            </a:r>
          </a:p>
          <a:p>
            <a:pPr algn="r"/>
            <a:r>
              <a:rPr lang="en-CA" sz="3200"/>
              <a:t>(from textbook, p. 68)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84C17-4DDB-1D35-4E8F-BCE66AAD8E43}"/>
              </a:ext>
            </a:extLst>
          </p:cNvPr>
          <p:cNvSpPr txBox="1"/>
          <p:nvPr/>
        </p:nvSpPr>
        <p:spPr>
          <a:xfrm>
            <a:off x="838200" y="3885365"/>
            <a:ext cx="2733388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Remember!</a:t>
            </a:r>
          </a:p>
          <a:p>
            <a:pPr algn="ctr"/>
            <a:r>
              <a:rPr lang="en-US" sz="1400"/>
              <a:t>An ADT is a mathematical definition (and not terribly formal!). An ADT is not a class … but in C++ a class can be a good way to implement an ADT.</a:t>
            </a:r>
          </a:p>
        </p:txBody>
      </p:sp>
    </p:spTree>
    <p:extLst>
      <p:ext uri="{BB962C8B-B14F-4D97-AF65-F5344CB8AC3E}">
        <p14:creationId xmlns:p14="http://schemas.microsoft.com/office/powerpoint/2010/main" val="21113299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A0A8-4969-52AF-7B0B-8E3B7F8E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3B42-E935-4067-35F4-F6571C20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3857" cy="4351338"/>
          </a:xfrm>
        </p:spPr>
        <p:txBody>
          <a:bodyPr>
            <a:normAutofit lnSpcReduction="10000"/>
          </a:bodyPr>
          <a:lstStyle/>
          <a:p>
            <a:r>
              <a:rPr lang="en-US" b="1"/>
              <a:t>void push(T x)</a:t>
            </a:r>
            <a:br>
              <a:rPr lang="en-US"/>
            </a:br>
            <a:r>
              <a:rPr lang="en-US"/>
              <a:t>put </a:t>
            </a:r>
            <a:r>
              <a:rPr lang="en-US" b="1"/>
              <a:t>x</a:t>
            </a:r>
            <a:r>
              <a:rPr lang="en-US"/>
              <a:t> at top of stack (keeping other elements as-is)</a:t>
            </a:r>
          </a:p>
          <a:p>
            <a:r>
              <a:rPr lang="en-US" b="1"/>
              <a:t>T pop()</a:t>
            </a:r>
            <a:br>
              <a:rPr lang="en-US"/>
            </a:br>
            <a:r>
              <a:rPr lang="en-US"/>
              <a:t>remove top element of stack</a:t>
            </a:r>
          </a:p>
          <a:p>
            <a:r>
              <a:rPr lang="en-US" b="1"/>
              <a:t>T peek()</a:t>
            </a:r>
            <a:br>
              <a:rPr lang="en-US"/>
            </a:br>
            <a:r>
              <a:rPr lang="en-US"/>
              <a:t>return a copy of the top element of stack</a:t>
            </a:r>
          </a:p>
          <a:p>
            <a:r>
              <a:rPr lang="en-US" b="1"/>
              <a:t>bool </a:t>
            </a:r>
            <a:r>
              <a:rPr lang="en-US" b="1" err="1"/>
              <a:t>is_empty</a:t>
            </a:r>
            <a:r>
              <a:rPr lang="en-US" b="1"/>
              <a:t>()</a:t>
            </a:r>
            <a:br>
              <a:rPr lang="en-US"/>
            </a:br>
            <a:r>
              <a:rPr lang="en-US"/>
              <a:t>returns true if the stack is empty, false otherwise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FAF12-7C1F-75EA-92AB-D3066B76FCAB}"/>
              </a:ext>
            </a:extLst>
          </p:cNvPr>
          <p:cNvSpPr txBox="1"/>
          <p:nvPr/>
        </p:nvSpPr>
        <p:spPr>
          <a:xfrm>
            <a:off x="5985248" y="105076"/>
            <a:ext cx="609934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1800"/>
              <a:t>An </a:t>
            </a:r>
            <a:r>
              <a:rPr lang="en-CA" sz="1800" b="1"/>
              <a:t>ADT</a:t>
            </a:r>
            <a:r>
              <a:rPr lang="en-CA" sz="1800"/>
              <a:t> is a mathematical model of a data structure that specifies the type of the data stored, the operations supported on them, and the types of the parameters of the operations.</a:t>
            </a:r>
          </a:p>
          <a:p>
            <a:pPr algn="r"/>
            <a:r>
              <a:rPr lang="en-CA" sz="1800"/>
              <a:t>(from textbook, p. 68)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79F42-F9A9-C3BC-1EC4-FFFC58FAEBF7}"/>
              </a:ext>
            </a:extLst>
          </p:cNvPr>
          <p:cNvSpPr txBox="1"/>
          <p:nvPr/>
        </p:nvSpPr>
        <p:spPr>
          <a:xfrm>
            <a:off x="8309986" y="5086898"/>
            <a:ext cx="2783394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There is </a:t>
            </a:r>
            <a:r>
              <a:rPr lang="en-US" sz="1400" b="1"/>
              <a:t>not</a:t>
            </a:r>
            <a:r>
              <a:rPr lang="en-US" sz="1400"/>
              <a:t> one standard or universally agreed upon definition of all the details of a basic stack. Depending upon the situation, operations may differ, other operations added, etc.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ABB4D-6AC8-E3F5-A557-7B8777FA050D}"/>
              </a:ext>
            </a:extLst>
          </p:cNvPr>
          <p:cNvSpPr txBox="1"/>
          <p:nvPr/>
        </p:nvSpPr>
        <p:spPr>
          <a:xfrm>
            <a:off x="8309986" y="1842453"/>
            <a:ext cx="2783394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T</a:t>
            </a:r>
            <a:r>
              <a:rPr lang="en-US" sz="1400"/>
              <a:t> is any data type that can be copied (because the ADT passes by value in </a:t>
            </a:r>
            <a:r>
              <a:rPr lang="en-US" sz="1400" b="1"/>
              <a:t>push</a:t>
            </a:r>
            <a:r>
              <a:rPr lang="en-US" sz="1400"/>
              <a:t>).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86B44-D91B-7FA5-B6B0-B95AB9427215}"/>
              </a:ext>
            </a:extLst>
          </p:cNvPr>
          <p:cNvSpPr txBox="1"/>
          <p:nvPr/>
        </p:nvSpPr>
        <p:spPr>
          <a:xfrm>
            <a:off x="8309986" y="2852120"/>
            <a:ext cx="2783394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peek() </a:t>
            </a:r>
            <a:r>
              <a:rPr lang="en-US" sz="1400"/>
              <a:t>is in practice often implemented to return a pointer or a reference instead of a copy (to increase performance).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91B80-5C12-A597-1E20-D4CFDE1724BF}"/>
              </a:ext>
            </a:extLst>
          </p:cNvPr>
          <p:cNvSpPr txBox="1"/>
          <p:nvPr/>
        </p:nvSpPr>
        <p:spPr>
          <a:xfrm>
            <a:off x="8309986" y="4077230"/>
            <a:ext cx="2783394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This ADT says nothing about error-handling, but it could (errors are not well-defined math concept!).</a:t>
            </a:r>
          </a:p>
        </p:txBody>
      </p:sp>
    </p:spTree>
    <p:extLst>
      <p:ext uri="{BB962C8B-B14F-4D97-AF65-F5344CB8AC3E}">
        <p14:creationId xmlns:p14="http://schemas.microsoft.com/office/powerpoint/2010/main" val="2227623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DFBB-70B6-45FF-BCF4-C26ADE51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A2F2-7443-9003-FCE0-2E5A5EE5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38785-CED8-8CEB-884F-DCB3D79BF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3857" cy="4351338"/>
          </a:xfrm>
        </p:spPr>
        <p:txBody>
          <a:bodyPr>
            <a:normAutofit/>
          </a:bodyPr>
          <a:lstStyle/>
          <a:p>
            <a:r>
              <a:rPr lang="en-US" b="1"/>
              <a:t>void enqueue(T x)</a:t>
            </a:r>
            <a:br>
              <a:rPr lang="en-US"/>
            </a:br>
            <a:r>
              <a:rPr lang="en-US"/>
              <a:t>put </a:t>
            </a:r>
            <a:r>
              <a:rPr lang="en-US" b="1"/>
              <a:t>x</a:t>
            </a:r>
            <a:r>
              <a:rPr lang="en-US"/>
              <a:t> at back of queue (keeping other elements as-is)</a:t>
            </a:r>
          </a:p>
          <a:p>
            <a:r>
              <a:rPr lang="en-US" b="1"/>
              <a:t>T dequeue()</a:t>
            </a:r>
            <a:br>
              <a:rPr lang="en-US"/>
            </a:br>
            <a:r>
              <a:rPr lang="en-US"/>
              <a:t>remove front element of queue</a:t>
            </a:r>
          </a:p>
          <a:p>
            <a:r>
              <a:rPr lang="en-US" b="1"/>
              <a:t>T </a:t>
            </a:r>
            <a:r>
              <a:rPr lang="en-US" b="1" err="1"/>
              <a:t>peekFront</a:t>
            </a:r>
            <a:r>
              <a:rPr lang="en-US" b="1"/>
              <a:t>()</a:t>
            </a:r>
            <a:br>
              <a:rPr lang="en-US"/>
            </a:br>
            <a:r>
              <a:rPr lang="en-US"/>
              <a:t>return the front element of queue</a:t>
            </a:r>
          </a:p>
          <a:p>
            <a:r>
              <a:rPr lang="en-US" b="1"/>
              <a:t>bool </a:t>
            </a:r>
            <a:r>
              <a:rPr lang="en-US" b="1" err="1"/>
              <a:t>is_empty</a:t>
            </a:r>
            <a:r>
              <a:rPr lang="en-US" b="1"/>
              <a:t>()</a:t>
            </a:r>
            <a:br>
              <a:rPr lang="en-US"/>
            </a:br>
            <a:r>
              <a:rPr lang="en-US"/>
              <a:t>returns true if the queue is empty, false otherwise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9C18D-A727-5EEA-E078-39A7600E338E}"/>
              </a:ext>
            </a:extLst>
          </p:cNvPr>
          <p:cNvSpPr txBox="1"/>
          <p:nvPr/>
        </p:nvSpPr>
        <p:spPr>
          <a:xfrm>
            <a:off x="5985248" y="105076"/>
            <a:ext cx="609934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1800"/>
              <a:t>An </a:t>
            </a:r>
            <a:r>
              <a:rPr lang="en-CA" sz="1800" b="1"/>
              <a:t>ADT</a:t>
            </a:r>
            <a:r>
              <a:rPr lang="en-CA" sz="1800"/>
              <a:t> is a mathematical model of a data structure that specifies the type of the data stored, the operations supported on them, and the types of the parameters of the operations.</a:t>
            </a:r>
          </a:p>
          <a:p>
            <a:pPr algn="r"/>
            <a:r>
              <a:rPr lang="en-CA" sz="1800"/>
              <a:t>(from textbook, p. 68)</a:t>
            </a:r>
          </a:p>
        </p:txBody>
      </p:sp>
    </p:spTree>
    <p:extLst>
      <p:ext uri="{BB962C8B-B14F-4D97-AF65-F5344CB8AC3E}">
        <p14:creationId xmlns:p14="http://schemas.microsoft.com/office/powerpoint/2010/main" val="1599179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0D967-5149-C83C-FE64-983999DB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 Data Types (ADTs)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B859-A201-49C6-3438-4783103EF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4292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Think of a wall outlet …</a:t>
            </a:r>
          </a:p>
          <a:p>
            <a:r>
              <a:rPr lang="en-US"/>
              <a:t>It has a </a:t>
            </a:r>
            <a:r>
              <a:rPr lang="en-US" b="1"/>
              <a:t>precisely</a:t>
            </a:r>
            <a:r>
              <a:rPr lang="en-US"/>
              <a:t> defined </a:t>
            </a:r>
            <a:r>
              <a:rPr lang="en-US" b="1"/>
              <a:t>interface</a:t>
            </a:r>
          </a:p>
          <a:p>
            <a:pPr lvl="1"/>
            <a:r>
              <a:rPr lang="en-US" b="1"/>
              <a:t>Any plug should work in any socket</a:t>
            </a:r>
          </a:p>
          <a:p>
            <a:r>
              <a:rPr lang="en-US"/>
              <a:t>It promises to deliver electricity</a:t>
            </a:r>
          </a:p>
          <a:p>
            <a:r>
              <a:rPr lang="en-US"/>
              <a:t>But it says nothing about how that electricity is generated or where it comes from</a:t>
            </a:r>
          </a:p>
          <a:p>
            <a:r>
              <a:rPr lang="en-US"/>
              <a:t>If your city changes it’s source of electricity, you could still use the outlets</a:t>
            </a:r>
          </a:p>
          <a:p>
            <a:r>
              <a:rPr lang="en-US"/>
              <a:t>A toaster from the 1950s can work with this outlet!</a:t>
            </a:r>
          </a:p>
        </p:txBody>
      </p:sp>
      <p:pic>
        <p:nvPicPr>
          <p:cNvPr id="5122" name="Picture 2" descr="1pc 15amp 125v duplex receptacle outlet electrical outlet - Temu Canada">
            <a:extLst>
              <a:ext uri="{FF2B5EF4-FFF2-40B4-BE49-F238E27FC236}">
                <a16:creationId xmlns:a16="http://schemas.microsoft.com/office/drawing/2014/main" id="{03E3DE23-C271-E472-8A08-CC09DE047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1" t="4908" r="22833" b="6301"/>
          <a:stretch>
            <a:fillRect/>
          </a:stretch>
        </p:blipFill>
        <p:spPr bwMode="auto">
          <a:xfrm>
            <a:off x="7998488" y="1306285"/>
            <a:ext cx="1939332" cy="304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1960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57BD-7FA4-A462-7AC4-955E0FCA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AB05-6628-94F8-C8A2-2EFD9768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 Data Types (ADTs)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C906D-3A6C-3BA1-A9DB-42834E9F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4292" cy="4351338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The idea of a software ADT is similar</a:t>
            </a:r>
          </a:p>
          <a:p>
            <a:r>
              <a:rPr lang="en-US"/>
              <a:t>A software ADT defines a precise interface</a:t>
            </a:r>
          </a:p>
          <a:p>
            <a:r>
              <a:rPr lang="en-US"/>
              <a:t>But leaves the implementation details largely up to the programmer</a:t>
            </a:r>
          </a:p>
          <a:p>
            <a:r>
              <a:rPr lang="en-US"/>
              <a:t>When well-done, ADTs allow for “plug and play”</a:t>
            </a:r>
          </a:p>
          <a:p>
            <a:r>
              <a:rPr lang="en-US"/>
              <a:t>If you write your code to rely on a stack ADT (instead of particular stack implementation), if someone creates a new and better implementation of your stack ADT then you can just “plug” it into your program with change much code.</a:t>
            </a:r>
          </a:p>
        </p:txBody>
      </p:sp>
      <p:pic>
        <p:nvPicPr>
          <p:cNvPr id="5122" name="Picture 2" descr="1pc 15amp 125v duplex receptacle outlet electrical outlet - Temu Canada">
            <a:extLst>
              <a:ext uri="{FF2B5EF4-FFF2-40B4-BE49-F238E27FC236}">
                <a16:creationId xmlns:a16="http://schemas.microsoft.com/office/drawing/2014/main" id="{22CEF600-92BA-27B7-8063-D8B0A88AB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1" t="4908" r="22833" b="6301"/>
          <a:stretch>
            <a:fillRect/>
          </a:stretch>
        </p:blipFill>
        <p:spPr bwMode="auto">
          <a:xfrm>
            <a:off x="7998488" y="1306285"/>
            <a:ext cx="1939332" cy="304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798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5ED6-CEB9-4DA2-C711-668967DD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Good Interfaces is Tough (but worth the effort)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26C5C-DFFB-B390-D357-B39407A9A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One reason for the success and longevity of the </a:t>
            </a:r>
            <a:r>
              <a:rPr lang="en-US" b="1"/>
              <a:t>Unix operating system</a:t>
            </a:r>
            <a:r>
              <a:rPr lang="en-US"/>
              <a:t> is it had a good interface for </a:t>
            </a:r>
            <a:r>
              <a:rPr lang="en-US" b="1"/>
              <a:t>files</a:t>
            </a:r>
            <a:r>
              <a:rPr lang="en-US"/>
              <a:t>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18CECC-F0C7-B041-7CE1-72392742A8C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46961" y="2803660"/>
            <a:ext cx="100416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open(path)           // get a handle (file descriptor)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read(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buffer, n)  // get bytes from the resource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write(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buffer, n) // send bytes to the resource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seek(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offset)     // move the read/write position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close(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           // release the handle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DAD23-9C09-BC2C-C398-940BC183C2A7}"/>
              </a:ext>
            </a:extLst>
          </p:cNvPr>
          <p:cNvSpPr txBox="1"/>
          <p:nvPr/>
        </p:nvSpPr>
        <p:spPr>
          <a:xfrm>
            <a:off x="1169795" y="4921562"/>
            <a:ext cx="3753897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This interface has stayed as-is for decades! </a:t>
            </a:r>
            <a:br>
              <a:rPr lang="en-US" sz="1400"/>
            </a:br>
            <a:r>
              <a:rPr lang="en-US" sz="1400"/>
              <a:t>Many different things implement it: disk files, network sockets, pipes (memory buffers),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8E515-6582-4D4E-3FDA-110105FFF619}"/>
              </a:ext>
            </a:extLst>
          </p:cNvPr>
          <p:cNvSpPr txBox="1"/>
          <p:nvPr/>
        </p:nvSpPr>
        <p:spPr>
          <a:xfrm>
            <a:off x="6983603" y="4921562"/>
            <a:ext cx="2958403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But the </a:t>
            </a:r>
            <a:r>
              <a:rPr lang="en-US" sz="1400" b="1"/>
              <a:t>implementations</a:t>
            </a:r>
            <a:r>
              <a:rPr lang="en-US" sz="1400"/>
              <a:t> have varied over the years as computers and needs change.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2D5D5-C388-9199-F316-4D38988588D6}"/>
              </a:ext>
            </a:extLst>
          </p:cNvPr>
          <p:cNvSpPr txBox="1"/>
          <p:nvPr/>
        </p:nvSpPr>
        <p:spPr>
          <a:xfrm>
            <a:off x="1169794" y="5834846"/>
            <a:ext cx="3753897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E.g. the </a:t>
            </a:r>
            <a:r>
              <a:rPr lang="en-US" sz="1400" b="1"/>
              <a:t>grep command-line tool</a:t>
            </a:r>
            <a:r>
              <a:rPr lang="en-US" sz="1400"/>
              <a:t> is used for searching text files … but it can also search through the output of a device or the output of a running program thanks to this interface.</a:t>
            </a:r>
          </a:p>
        </p:txBody>
      </p:sp>
    </p:spTree>
    <p:extLst>
      <p:ext uri="{BB962C8B-B14F-4D97-AF65-F5344CB8AC3E}">
        <p14:creationId xmlns:p14="http://schemas.microsoft.com/office/powerpoint/2010/main" val="1726942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4107</Words>
  <Application>Microsoft Macintosh PowerPoint</Application>
  <PresentationFormat>Widescreen</PresentationFormat>
  <Paragraphs>538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Aptos</vt:lpstr>
      <vt:lpstr>Aptos Display</vt:lpstr>
      <vt:lpstr>Arial</vt:lpstr>
      <vt:lpstr>Cambria Math</vt:lpstr>
      <vt:lpstr>Consolas</vt:lpstr>
      <vt:lpstr>Office Theme</vt:lpstr>
      <vt:lpstr>What are some things you disliked about C++ arrays?</vt:lpstr>
      <vt:lpstr>Arrays are Complex</vt:lpstr>
      <vt:lpstr>Arrays are Complex</vt:lpstr>
      <vt:lpstr>Arrays are Complex</vt:lpstr>
      <vt:lpstr>The Simplest Useful Collection?</vt:lpstr>
      <vt:lpstr>The Simplest Useful Collection?</vt:lpstr>
      <vt:lpstr>The Simplest Useful Collection?</vt:lpstr>
      <vt:lpstr>The Simplest Useful Collection?</vt:lpstr>
      <vt:lpstr>The Simplest Useful Collection?</vt:lpstr>
      <vt:lpstr>The Simplest Useful Collection?</vt:lpstr>
      <vt:lpstr>Another Way to Think about S</vt:lpstr>
      <vt:lpstr>Another Way to Think about S</vt:lpstr>
      <vt:lpstr>Adding/Removing at One End</vt:lpstr>
      <vt:lpstr>Adding/Removing at One End</vt:lpstr>
      <vt:lpstr>Adding/Removing at One End</vt:lpstr>
      <vt:lpstr>Adding/Removing at One End</vt:lpstr>
      <vt:lpstr>Adding/Removing at One End</vt:lpstr>
      <vt:lpstr>Adding/Removing at One End</vt:lpstr>
      <vt:lpstr>Adding/Removing at One End</vt:lpstr>
      <vt:lpstr>Adding/Removing at One End</vt:lpstr>
      <vt:lpstr>Pushing Onto a Full Stack</vt:lpstr>
      <vt:lpstr>Pushing Onto a Full Stack</vt:lpstr>
      <vt:lpstr>Popping an Empty Stack</vt:lpstr>
      <vt:lpstr>Popping an Empty Stack</vt:lpstr>
      <vt:lpstr>Another Way to Think about S</vt:lpstr>
      <vt:lpstr>Another Way to Think about S</vt:lpstr>
      <vt:lpstr>Another Way to Think about S</vt:lpstr>
      <vt:lpstr>Another Way to Think about S</vt:lpstr>
      <vt:lpstr>Another Way to Think about S</vt:lpstr>
      <vt:lpstr>Another Way to Think about S</vt:lpstr>
      <vt:lpstr>Another Way to Think about S</vt:lpstr>
      <vt:lpstr>Queues</vt:lpstr>
      <vt:lpstr>Queues</vt:lpstr>
      <vt:lpstr>Stacks and Queues</vt:lpstr>
      <vt:lpstr>Deques</vt:lpstr>
      <vt:lpstr>What are stacks good for?</vt:lpstr>
      <vt:lpstr>What are stacks good for?</vt:lpstr>
      <vt:lpstr>What are stacks good for?</vt:lpstr>
      <vt:lpstr>What are stacks good for?</vt:lpstr>
      <vt:lpstr>What are Queues Good For?</vt:lpstr>
      <vt:lpstr>What are Queues Good For?</vt:lpstr>
      <vt:lpstr>Things You Can’t Do with Stacks and Queues</vt:lpstr>
      <vt:lpstr>Some Problems to Think About</vt:lpstr>
      <vt:lpstr>Performance</vt:lpstr>
      <vt:lpstr>Implementation</vt:lpstr>
      <vt:lpstr>Abstract Data Types (ADTs)</vt:lpstr>
      <vt:lpstr>Stack ADT</vt:lpstr>
      <vt:lpstr>Queue ADT</vt:lpstr>
      <vt:lpstr>Abstract Data Types (ADTs)</vt:lpstr>
      <vt:lpstr>Abstract Data Types (ADTs)</vt:lpstr>
      <vt:lpstr>Creating Good Interfaces is Tough (but worth the effort)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2026-06-04T20:33:13Z</dcterms:modified>
</cp:coreProperties>
</file>