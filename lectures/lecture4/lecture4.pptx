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7B89F6-F210-564D-9730-0B8EFA46FB5B}" v="9" dt="2026-05-19T17:50:37.1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17"/>
    <p:restoredTop sz="96983"/>
  </p:normalViewPr>
  <p:slideViewPr>
    <p:cSldViewPr snapToGrid="0">
      <p:cViewPr varScale="1">
        <p:scale>
          <a:sx n="127" d="100"/>
          <a:sy n="127" d="100"/>
        </p:scale>
        <p:origin x="6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addSld delSld modSld">
      <pc:chgData name="Toby Donaldson" userId="2e6e5431-bb17-4c41-9985-d39c50d83c73" providerId="ADAL" clId="{F31BC264-820E-54C4-A6D1-F92AF9CC222E}" dt="2026-05-19T17:51:35.320" v="170" actId="2696"/>
      <pc:docMkLst>
        <pc:docMk/>
      </pc:docMkLst>
      <pc:sldChg chg="del">
        <pc:chgData name="Toby Donaldson" userId="2e6e5431-bb17-4c41-9985-d39c50d83c73" providerId="ADAL" clId="{F31BC264-820E-54C4-A6D1-F92AF9CC222E}" dt="2026-05-19T17:51:35.320" v="170" actId="2696"/>
        <pc:sldMkLst>
          <pc:docMk/>
          <pc:sldMk cId="917661366" sldId="256"/>
        </pc:sldMkLst>
      </pc:sldChg>
      <pc:sldChg chg="del">
        <pc:chgData name="Toby Donaldson" userId="2e6e5431-bb17-4c41-9985-d39c50d83c73" providerId="ADAL" clId="{F31BC264-820E-54C4-A6D1-F92AF9CC222E}" dt="2026-05-19T17:44:06.340" v="0" actId="2696"/>
        <pc:sldMkLst>
          <pc:docMk/>
          <pc:sldMk cId="3882066604" sldId="257"/>
        </pc:sldMkLst>
      </pc:sldChg>
      <pc:sldChg chg="del">
        <pc:chgData name="Toby Donaldson" userId="2e6e5431-bb17-4c41-9985-d39c50d83c73" providerId="ADAL" clId="{F31BC264-820E-54C4-A6D1-F92AF9CC222E}" dt="2026-05-19T17:44:06.340" v="0" actId="2696"/>
        <pc:sldMkLst>
          <pc:docMk/>
          <pc:sldMk cId="2285235809" sldId="258"/>
        </pc:sldMkLst>
      </pc:sldChg>
      <pc:sldChg chg="del">
        <pc:chgData name="Toby Donaldson" userId="2e6e5431-bb17-4c41-9985-d39c50d83c73" providerId="ADAL" clId="{F31BC264-820E-54C4-A6D1-F92AF9CC222E}" dt="2026-05-19T17:44:06.340" v="0" actId="2696"/>
        <pc:sldMkLst>
          <pc:docMk/>
          <pc:sldMk cId="2983885050" sldId="259"/>
        </pc:sldMkLst>
      </pc:sldChg>
      <pc:sldChg chg="del">
        <pc:chgData name="Toby Donaldson" userId="2e6e5431-bb17-4c41-9985-d39c50d83c73" providerId="ADAL" clId="{F31BC264-820E-54C4-A6D1-F92AF9CC222E}" dt="2026-05-19T17:44:06.340" v="0" actId="2696"/>
        <pc:sldMkLst>
          <pc:docMk/>
          <pc:sldMk cId="3378692664" sldId="260"/>
        </pc:sldMkLst>
      </pc:sldChg>
      <pc:sldChg chg="del">
        <pc:chgData name="Toby Donaldson" userId="2e6e5431-bb17-4c41-9985-d39c50d83c73" providerId="ADAL" clId="{F31BC264-820E-54C4-A6D1-F92AF9CC222E}" dt="2026-05-19T17:51:31.895" v="169" actId="2696"/>
        <pc:sldMkLst>
          <pc:docMk/>
          <pc:sldMk cId="3079706127" sldId="261"/>
        </pc:sldMkLst>
      </pc:sldChg>
      <pc:sldChg chg="del">
        <pc:chgData name="Toby Donaldson" userId="2e6e5431-bb17-4c41-9985-d39c50d83c73" providerId="ADAL" clId="{F31BC264-820E-54C4-A6D1-F92AF9CC222E}" dt="2026-05-19T17:44:14.023" v="1" actId="2696"/>
        <pc:sldMkLst>
          <pc:docMk/>
          <pc:sldMk cId="570944480" sldId="262"/>
        </pc:sldMkLst>
      </pc:sldChg>
      <pc:sldChg chg="addSp delSp modSp new mod">
        <pc:chgData name="Toby Donaldson" userId="2e6e5431-bb17-4c41-9985-d39c50d83c73" providerId="ADAL" clId="{F31BC264-820E-54C4-A6D1-F92AF9CC222E}" dt="2026-05-19T17:51:18.248" v="168" actId="20577"/>
        <pc:sldMkLst>
          <pc:docMk/>
          <pc:sldMk cId="2832120286" sldId="262"/>
        </pc:sldMkLst>
        <pc:spChg chg="mod">
          <ac:chgData name="Toby Donaldson" userId="2e6e5431-bb17-4c41-9985-d39c50d83c73" providerId="ADAL" clId="{F31BC264-820E-54C4-A6D1-F92AF9CC222E}" dt="2026-05-19T17:44:44.085" v="52" actId="20577"/>
          <ac:spMkLst>
            <pc:docMk/>
            <pc:sldMk cId="2832120286" sldId="262"/>
            <ac:spMk id="2" creationId="{35326877-1393-A1DC-DE4F-70F8C375811D}"/>
          </ac:spMkLst>
        </pc:spChg>
        <pc:spChg chg="del">
          <ac:chgData name="Toby Donaldson" userId="2e6e5431-bb17-4c41-9985-d39c50d83c73" providerId="ADAL" clId="{F31BC264-820E-54C4-A6D1-F92AF9CC222E}" dt="2026-05-19T17:44:48.166" v="53" actId="21"/>
          <ac:spMkLst>
            <pc:docMk/>
            <pc:sldMk cId="2832120286" sldId="262"/>
            <ac:spMk id="3" creationId="{D91F4E37-040E-92D3-EC72-8A9F222A120F}"/>
          </ac:spMkLst>
        </pc:spChg>
        <pc:spChg chg="add mod">
          <ac:chgData name="Toby Donaldson" userId="2e6e5431-bb17-4c41-9985-d39c50d83c73" providerId="ADAL" clId="{F31BC264-820E-54C4-A6D1-F92AF9CC222E}" dt="2026-05-19T17:45:14.132" v="55" actId="207"/>
          <ac:spMkLst>
            <pc:docMk/>
            <pc:sldMk cId="2832120286" sldId="262"/>
            <ac:spMk id="4" creationId="{C9931B12-328B-02A0-8D00-C3A87B53EFE7}"/>
          </ac:spMkLst>
        </pc:spChg>
        <pc:spChg chg="add mod">
          <ac:chgData name="Toby Donaldson" userId="2e6e5431-bb17-4c41-9985-d39c50d83c73" providerId="ADAL" clId="{F31BC264-820E-54C4-A6D1-F92AF9CC222E}" dt="2026-05-19T17:45:29.314" v="58" actId="14100"/>
          <ac:spMkLst>
            <pc:docMk/>
            <pc:sldMk cId="2832120286" sldId="262"/>
            <ac:spMk id="5" creationId="{E1D39430-BC9E-B80A-E669-81A218899E5D}"/>
          </ac:spMkLst>
        </pc:spChg>
        <pc:spChg chg="add mod">
          <ac:chgData name="Toby Donaldson" userId="2e6e5431-bb17-4c41-9985-d39c50d83c73" providerId="ADAL" clId="{F31BC264-820E-54C4-A6D1-F92AF9CC222E}" dt="2026-05-19T17:45:57.650" v="66" actId="1076"/>
          <ac:spMkLst>
            <pc:docMk/>
            <pc:sldMk cId="2832120286" sldId="262"/>
            <ac:spMk id="7" creationId="{A9517571-DF3D-1238-259B-47FC11DEE3EF}"/>
          </ac:spMkLst>
        </pc:spChg>
        <pc:spChg chg="mod">
          <ac:chgData name="Toby Donaldson" userId="2e6e5431-bb17-4c41-9985-d39c50d83c73" providerId="ADAL" clId="{F31BC264-820E-54C4-A6D1-F92AF9CC222E}" dt="2026-05-19T17:46:10.618" v="72" actId="20577"/>
          <ac:spMkLst>
            <pc:docMk/>
            <pc:sldMk cId="2832120286" sldId="262"/>
            <ac:spMk id="11" creationId="{23069BDC-2B92-25F0-7AC9-AA6D2A4B6A1D}"/>
          </ac:spMkLst>
        </pc:spChg>
        <pc:spChg chg="mod">
          <ac:chgData name="Toby Donaldson" userId="2e6e5431-bb17-4c41-9985-d39c50d83c73" providerId="ADAL" clId="{F31BC264-820E-54C4-A6D1-F92AF9CC222E}" dt="2026-05-19T17:46:03.940" v="68"/>
          <ac:spMkLst>
            <pc:docMk/>
            <pc:sldMk cId="2832120286" sldId="262"/>
            <ac:spMk id="12" creationId="{D9705C67-E169-D0DB-221D-5D05229BED9A}"/>
          </ac:spMkLst>
        </pc:spChg>
        <pc:spChg chg="mod">
          <ac:chgData name="Toby Donaldson" userId="2e6e5431-bb17-4c41-9985-d39c50d83c73" providerId="ADAL" clId="{F31BC264-820E-54C4-A6D1-F92AF9CC222E}" dt="2026-05-19T17:46:03.940" v="68"/>
          <ac:spMkLst>
            <pc:docMk/>
            <pc:sldMk cId="2832120286" sldId="262"/>
            <ac:spMk id="13" creationId="{A2E33F30-3E53-9824-1401-FE49BFA93B9E}"/>
          </ac:spMkLst>
        </pc:spChg>
        <pc:spChg chg="add mod">
          <ac:chgData name="Toby Donaldson" userId="2e6e5431-bb17-4c41-9985-d39c50d83c73" providerId="ADAL" clId="{F31BC264-820E-54C4-A6D1-F92AF9CC222E}" dt="2026-05-19T17:50:34.463" v="102" actId="1076"/>
          <ac:spMkLst>
            <pc:docMk/>
            <pc:sldMk cId="2832120286" sldId="262"/>
            <ac:spMk id="16" creationId="{1DAD8A94-B340-360B-188D-E929C597711A}"/>
          </ac:spMkLst>
        </pc:spChg>
        <pc:spChg chg="add mod">
          <ac:chgData name="Toby Donaldson" userId="2e6e5431-bb17-4c41-9985-d39c50d83c73" providerId="ADAL" clId="{F31BC264-820E-54C4-A6D1-F92AF9CC222E}" dt="2026-05-19T17:51:18.248" v="168" actId="20577"/>
          <ac:spMkLst>
            <pc:docMk/>
            <pc:sldMk cId="2832120286" sldId="262"/>
            <ac:spMk id="29" creationId="{449EE7D6-A842-80CD-BA0E-E88DDD2953DD}"/>
          </ac:spMkLst>
        </pc:spChg>
        <pc:grpChg chg="add">
          <ac:chgData name="Toby Donaldson" userId="2e6e5431-bb17-4c41-9985-d39c50d83c73" providerId="ADAL" clId="{F31BC264-820E-54C4-A6D1-F92AF9CC222E}" dt="2026-05-19T17:45:35.794" v="59" actId="164"/>
          <ac:grpSpMkLst>
            <pc:docMk/>
            <pc:sldMk cId="2832120286" sldId="262"/>
            <ac:grpSpMk id="6" creationId="{3E8F4198-32CD-3671-DBCA-36D30A28F099}"/>
          </ac:grpSpMkLst>
        </pc:grpChg>
        <pc:grpChg chg="add mod">
          <ac:chgData name="Toby Donaldson" userId="2e6e5431-bb17-4c41-9985-d39c50d83c73" providerId="ADAL" clId="{F31BC264-820E-54C4-A6D1-F92AF9CC222E}" dt="2026-05-19T17:50:34.463" v="102" actId="1076"/>
          <ac:grpSpMkLst>
            <pc:docMk/>
            <pc:sldMk cId="2832120286" sldId="262"/>
            <ac:grpSpMk id="8" creationId="{04C27F1F-5FF8-9EC4-4225-FF967C01C31E}"/>
          </ac:grpSpMkLst>
        </pc:grpChg>
        <pc:grpChg chg="add mod">
          <ac:chgData name="Toby Donaldson" userId="2e6e5431-bb17-4c41-9985-d39c50d83c73" providerId="ADAL" clId="{F31BC264-820E-54C4-A6D1-F92AF9CC222E}" dt="2026-05-19T17:50:34.463" v="102" actId="1076"/>
          <ac:grpSpMkLst>
            <pc:docMk/>
            <pc:sldMk cId="2832120286" sldId="262"/>
            <ac:grpSpMk id="9" creationId="{2AF6C462-1D40-E631-243C-669B9E8B645D}"/>
          </ac:grpSpMkLst>
        </pc:grpChg>
        <pc:grpChg chg="mod">
          <ac:chgData name="Toby Donaldson" userId="2e6e5431-bb17-4c41-9985-d39c50d83c73" providerId="ADAL" clId="{F31BC264-820E-54C4-A6D1-F92AF9CC222E}" dt="2026-05-19T17:46:03.940" v="68"/>
          <ac:grpSpMkLst>
            <pc:docMk/>
            <pc:sldMk cId="2832120286" sldId="262"/>
            <ac:grpSpMk id="10" creationId="{1D6679CB-CFF3-F25A-5CE9-04BF22151021}"/>
          </ac:grpSpMkLst>
        </pc:grpChg>
        <pc:grpChg chg="add mod">
          <ac:chgData name="Toby Donaldson" userId="2e6e5431-bb17-4c41-9985-d39c50d83c73" providerId="ADAL" clId="{F31BC264-820E-54C4-A6D1-F92AF9CC222E}" dt="2026-05-19T17:50:34.463" v="102" actId="1076"/>
          <ac:grpSpMkLst>
            <pc:docMk/>
            <pc:sldMk cId="2832120286" sldId="262"/>
            <ac:grpSpMk id="28" creationId="{BC38F54E-5579-0F56-2700-C39D47F706D4}"/>
          </ac:grpSpMkLst>
        </pc:grpChg>
        <pc:cxnChg chg="add mod">
          <ac:chgData name="Toby Donaldson" userId="2e6e5431-bb17-4c41-9985-d39c50d83c73" providerId="ADAL" clId="{F31BC264-820E-54C4-A6D1-F92AF9CC222E}" dt="2026-05-19T17:50:34.463" v="102" actId="1076"/>
          <ac:cxnSpMkLst>
            <pc:docMk/>
            <pc:sldMk cId="2832120286" sldId="262"/>
            <ac:cxnSpMk id="15" creationId="{BF09BCDA-F818-DD37-2717-E2426DFDA9FC}"/>
          </ac:cxnSpMkLst>
        </pc:cxnChg>
        <pc:cxnChg chg="add mod">
          <ac:chgData name="Toby Donaldson" userId="2e6e5431-bb17-4c41-9985-d39c50d83c73" providerId="ADAL" clId="{F31BC264-820E-54C4-A6D1-F92AF9CC222E}" dt="2026-05-19T17:50:34.463" v="102" actId="1076"/>
          <ac:cxnSpMkLst>
            <pc:docMk/>
            <pc:sldMk cId="2832120286" sldId="262"/>
            <ac:cxnSpMk id="18" creationId="{EFEFC3A8-61AF-31B8-3540-84B7572F093E}"/>
          </ac:cxnSpMkLst>
        </pc:cxnChg>
        <pc:cxnChg chg="add mod">
          <ac:chgData name="Toby Donaldson" userId="2e6e5431-bb17-4c41-9985-d39c50d83c73" providerId="ADAL" clId="{F31BC264-820E-54C4-A6D1-F92AF9CC222E}" dt="2026-05-19T17:50:34.463" v="102" actId="1076"/>
          <ac:cxnSpMkLst>
            <pc:docMk/>
            <pc:sldMk cId="2832120286" sldId="262"/>
            <ac:cxnSpMk id="22" creationId="{2A2F146F-DED1-BCE3-2BE7-C69D16FAF904}"/>
          </ac:cxnSpMkLst>
        </pc:cxnChg>
        <pc:cxnChg chg="add mod">
          <ac:chgData name="Toby Donaldson" userId="2e6e5431-bb17-4c41-9985-d39c50d83c73" providerId="ADAL" clId="{F31BC264-820E-54C4-A6D1-F92AF9CC222E}" dt="2026-05-19T17:49:48.414" v="96" actId="465"/>
          <ac:cxnSpMkLst>
            <pc:docMk/>
            <pc:sldMk cId="2832120286" sldId="262"/>
            <ac:cxnSpMk id="23" creationId="{03754894-8816-8AFD-5E15-7A645C34ACF0}"/>
          </ac:cxnSpMkLst>
        </pc:cxnChg>
        <pc:cxnChg chg="add mod">
          <ac:chgData name="Toby Donaldson" userId="2e6e5431-bb17-4c41-9985-d39c50d83c73" providerId="ADAL" clId="{F31BC264-820E-54C4-A6D1-F92AF9CC222E}" dt="2026-05-19T17:49:48.414" v="96" actId="465"/>
          <ac:cxnSpMkLst>
            <pc:docMk/>
            <pc:sldMk cId="2832120286" sldId="262"/>
            <ac:cxnSpMk id="24" creationId="{53C71849-CE46-34D1-563B-B4BA935FA2C9}"/>
          </ac:cxnSpMkLst>
        </pc:cxnChg>
        <pc:cxnChg chg="add mod">
          <ac:chgData name="Toby Donaldson" userId="2e6e5431-bb17-4c41-9985-d39c50d83c73" providerId="ADAL" clId="{F31BC264-820E-54C4-A6D1-F92AF9CC222E}" dt="2026-05-19T17:49:48.414" v="96" actId="465"/>
          <ac:cxnSpMkLst>
            <pc:docMk/>
            <pc:sldMk cId="2832120286" sldId="262"/>
            <ac:cxnSpMk id="26" creationId="{CDFDBCB5-E260-1FAD-A088-5D851B7D6AFA}"/>
          </ac:cxnSpMkLst>
        </pc:cxnChg>
      </pc:sldChg>
      <pc:sldChg chg="del">
        <pc:chgData name="Toby Donaldson" userId="2e6e5431-bb17-4c41-9985-d39c50d83c73" providerId="ADAL" clId="{F31BC264-820E-54C4-A6D1-F92AF9CC222E}" dt="2026-05-19T17:44:14.023" v="1" actId="2696"/>
        <pc:sldMkLst>
          <pc:docMk/>
          <pc:sldMk cId="1725074489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D33E4-2064-2364-4274-9EBB19EEF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0FF17-8840-D9DD-553F-1B5FDD798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AE6ED-A60E-0D4B-7978-79B04923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DCB44-A8C1-90BE-0A06-0FA345560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2AD1D-0260-0E96-134B-3CD27A68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292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A46CA-2BC9-0934-FC37-BAAD1B824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B417-1F1B-ADC2-43E2-9B2EDCDF2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70FA3-6A8A-23DA-2E04-CB965C48A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9FF95-5547-CE6D-5570-BEB1615BE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6D99-85E7-3502-F0D5-984CF0844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92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4E75A-310F-12B9-4FF0-730596AD0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F4B8E-2BF9-C104-EADE-796659EA9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5B294-31AB-9B76-85AD-7D7575A5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3FF75-B13C-16C4-BA79-747CDA76A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3413D-0879-FF43-3474-0B4C91DA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87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87B37-EE6F-D303-F92A-0539EC10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DB39A-F849-DF2F-92F9-307D57568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558E1-F5FF-5102-FDB7-2139B856C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C052A-0481-D0E9-7F73-A70AAF403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C53FE-277D-DC6D-378D-5FC5C8673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A3CC6-0DA4-7121-0CE7-58D700402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55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EA79F-131A-B9ED-9AC4-464EABD7F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FB903-E18C-15BF-3114-0B825A633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EBF36-8EEE-CF46-6621-A99353119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AF652A-EA07-4C73-2EC5-81E6934B11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47271B-901F-D87D-9DE4-81D023443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827C30-F94B-0075-0AEF-98EB9B91A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AD8750-B7C2-37FA-4EA7-D093C3EEC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EA5AB6-98F9-BD89-B476-EFA9CBD7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63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28A27-131F-B49D-9898-E095F1A14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E4ABBF-F2A9-5EF9-004D-4A65DFEA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EB85FC-F1E4-6650-3EF0-24012D353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82D8E-1BBC-0E23-7139-380BDE60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3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9DDC3E-5856-2EA2-6CAD-BBFAF3BD8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8C4C3-F675-BB61-DDC9-B7B80DAB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ED668-F772-87A6-5338-74E4CCB3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46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2BCE6-F6B6-ECF1-D9D8-1ABF81DB5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06333-7556-70DC-0636-8FECC90EA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C527D-FEEB-2766-62EC-FFCF058FD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8EDA0-1A6B-5A16-28FA-8902BAFD1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13D2E-BF86-7B7E-79D7-59CECC861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F99AC-C3F9-F092-7D99-049B54B1B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14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9A0E-002A-7A4A-2926-E362E4BD5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BF30D5-74C7-EF6B-D0B9-DE277EADAE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016F3-E7F8-1E3F-BC5A-062264854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0C932-2F9F-1437-5432-8B6F514D1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E7CEE-BB7C-5C81-45B1-EBAC0B75E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AEB67-413D-105A-AA87-B6475068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44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008E-AD0E-8341-89C4-1EB3981E7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6330C-D161-069A-CB1D-C83F26F1F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F0D09-E26E-1280-20E3-06D95FC0B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254FF-A248-D900-6CA0-01BDD502E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8A00A-7D47-5849-A529-56C0BA7C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4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779D8D-B189-5F1D-5ACD-6304943B2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D7F0E-9BF7-3D75-1EC2-C9CECAAFE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80C62-5DEC-DA19-61BD-DF895728A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773FD-08FC-108C-018F-60A4B0D51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E3C32-7E11-7908-6933-9B4D181A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01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6437F1-301D-2643-8EA9-3F98FAC97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4DA8C-08B9-756E-54EE-0E94A622F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A486E-B2F4-F723-0DED-7DB96A2D2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9F9635-12D6-CA48-83F0-27F24E8721A6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5834-2977-1D2A-FB07-19D70F4B0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ADDD7-FC5B-601B-F009-1E7597FA9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5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26877-1393-A1DC-DE4F-70F8C3758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Warm up: Write Code that Makes this list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4C27F1F-5FF8-9EC4-4225-FF967C01C31E}"/>
              </a:ext>
            </a:extLst>
          </p:cNvPr>
          <p:cNvGrpSpPr/>
          <p:nvPr/>
        </p:nvGrpSpPr>
        <p:grpSpPr>
          <a:xfrm>
            <a:off x="2984361" y="3195376"/>
            <a:ext cx="1427130" cy="683288"/>
            <a:chOff x="3024554" y="2572378"/>
            <a:chExt cx="1427130" cy="68328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E8F4198-32CD-3671-DBCA-36D30A28F099}"/>
                </a:ext>
              </a:extLst>
            </p:cNvPr>
            <p:cNvGrpSpPr/>
            <p:nvPr/>
          </p:nvGrpSpPr>
          <p:grpSpPr>
            <a:xfrm>
              <a:off x="3024554" y="2572378"/>
              <a:ext cx="1427130" cy="683288"/>
              <a:chOff x="3024554" y="2572378"/>
              <a:chExt cx="1427130" cy="683288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9931B12-328B-02A0-8D00-C3A87B53EFE7}"/>
                  </a:ext>
                </a:extLst>
              </p:cNvPr>
              <p:cNvSpPr/>
              <p:nvPr/>
            </p:nvSpPr>
            <p:spPr>
              <a:xfrm>
                <a:off x="3024554" y="2572378"/>
                <a:ext cx="1085222" cy="6832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1D39430-BC9E-B80A-E669-81A218899E5D}"/>
                  </a:ext>
                </a:extLst>
              </p:cNvPr>
              <p:cNvSpPr/>
              <p:nvPr/>
            </p:nvSpPr>
            <p:spPr>
              <a:xfrm>
                <a:off x="4109776" y="2572378"/>
                <a:ext cx="341908" cy="6832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9517571-DF3D-1238-259B-47FC11DEE3EF}"/>
                </a:ext>
              </a:extLst>
            </p:cNvPr>
            <p:cNvSpPr txBox="1"/>
            <p:nvPr/>
          </p:nvSpPr>
          <p:spPr>
            <a:xfrm>
              <a:off x="3264678" y="2683189"/>
              <a:ext cx="6049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cat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AF6C462-1D40-E631-243C-669B9E8B645D}"/>
              </a:ext>
            </a:extLst>
          </p:cNvPr>
          <p:cNvGrpSpPr/>
          <p:nvPr/>
        </p:nvGrpSpPr>
        <p:grpSpPr>
          <a:xfrm>
            <a:off x="5789526" y="3195376"/>
            <a:ext cx="1427130" cy="683288"/>
            <a:chOff x="3024554" y="2572378"/>
            <a:chExt cx="1427130" cy="68328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D6679CB-CFF3-F25A-5CE9-04BF22151021}"/>
                </a:ext>
              </a:extLst>
            </p:cNvPr>
            <p:cNvGrpSpPr/>
            <p:nvPr/>
          </p:nvGrpSpPr>
          <p:grpSpPr>
            <a:xfrm>
              <a:off x="3024554" y="2572378"/>
              <a:ext cx="1427130" cy="683288"/>
              <a:chOff x="3024554" y="2572378"/>
              <a:chExt cx="1427130" cy="683288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9705C67-E169-D0DB-221D-5D05229BED9A}"/>
                  </a:ext>
                </a:extLst>
              </p:cNvPr>
              <p:cNvSpPr/>
              <p:nvPr/>
            </p:nvSpPr>
            <p:spPr>
              <a:xfrm>
                <a:off x="3024554" y="2572378"/>
                <a:ext cx="1085222" cy="6832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2E33F30-3E53-9824-1401-FE49BFA93B9E}"/>
                  </a:ext>
                </a:extLst>
              </p:cNvPr>
              <p:cNvSpPr/>
              <p:nvPr/>
            </p:nvSpPr>
            <p:spPr>
              <a:xfrm>
                <a:off x="4109776" y="2572378"/>
                <a:ext cx="341908" cy="68328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3069BDC-2B92-25F0-7AC9-AA6D2A4B6A1D}"/>
                </a:ext>
              </a:extLst>
            </p:cNvPr>
            <p:cNvSpPr txBox="1"/>
            <p:nvPr/>
          </p:nvSpPr>
          <p:spPr>
            <a:xfrm>
              <a:off x="3264678" y="2683189"/>
              <a:ext cx="6767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dog</a:t>
              </a:r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F09BCDA-F818-DD37-2717-E2426DFDA9FC}"/>
              </a:ext>
            </a:extLst>
          </p:cNvPr>
          <p:cNvCxnSpPr>
            <a:endCxn id="12" idx="1"/>
          </p:cNvCxnSpPr>
          <p:nvPr/>
        </p:nvCxnSpPr>
        <p:spPr>
          <a:xfrm>
            <a:off x="4240537" y="3537019"/>
            <a:ext cx="1548989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DAD8A94-B340-360B-188D-E929C597711A}"/>
              </a:ext>
            </a:extLst>
          </p:cNvPr>
          <p:cNvSpPr txBox="1"/>
          <p:nvPr/>
        </p:nvSpPr>
        <p:spPr>
          <a:xfrm>
            <a:off x="1205802" y="2385199"/>
            <a:ext cx="4026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FEFC3A8-61AF-31B8-3540-84B7572F093E}"/>
              </a:ext>
            </a:extLst>
          </p:cNvPr>
          <p:cNvCxnSpPr>
            <a:cxnSpLocks/>
            <a:stCxn id="16" idx="3"/>
            <a:endCxn id="4" idx="1"/>
          </p:cNvCxnSpPr>
          <p:nvPr/>
        </p:nvCxnSpPr>
        <p:spPr>
          <a:xfrm>
            <a:off x="1608476" y="2616032"/>
            <a:ext cx="1375885" cy="9209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A2F146F-DED1-BCE3-2BE7-C69D16FAF904}"/>
              </a:ext>
            </a:extLst>
          </p:cNvPr>
          <p:cNvCxnSpPr/>
          <p:nvPr/>
        </p:nvCxnSpPr>
        <p:spPr>
          <a:xfrm>
            <a:off x="7045702" y="3537019"/>
            <a:ext cx="691529" cy="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C38F54E-5579-0F56-2700-C39D47F706D4}"/>
              </a:ext>
            </a:extLst>
          </p:cNvPr>
          <p:cNvGrpSpPr/>
          <p:nvPr/>
        </p:nvGrpSpPr>
        <p:grpSpPr>
          <a:xfrm rot="16200000">
            <a:off x="7678542" y="3476868"/>
            <a:ext cx="237679" cy="120301"/>
            <a:chOff x="8856079" y="2683189"/>
            <a:chExt cx="691529" cy="312894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3754894-8816-8AFD-5E15-7A645C34ACF0}"/>
                </a:ext>
              </a:extLst>
            </p:cNvPr>
            <p:cNvCxnSpPr>
              <a:cxnSpLocks/>
            </p:cNvCxnSpPr>
            <p:nvPr/>
          </p:nvCxnSpPr>
          <p:spPr>
            <a:xfrm>
              <a:off x="8856079" y="2683189"/>
              <a:ext cx="691529" cy="0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3C71849-CE46-34D1-563B-B4BA935FA2C9}"/>
                </a:ext>
              </a:extLst>
            </p:cNvPr>
            <p:cNvCxnSpPr>
              <a:cxnSpLocks/>
            </p:cNvCxnSpPr>
            <p:nvPr/>
          </p:nvCxnSpPr>
          <p:spPr>
            <a:xfrm>
              <a:off x="8957399" y="2839636"/>
              <a:ext cx="488888" cy="0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DFDBCB5-E260-1FAD-A088-5D851B7D6AFA}"/>
                </a:ext>
              </a:extLst>
            </p:cNvPr>
            <p:cNvCxnSpPr>
              <a:cxnSpLocks/>
            </p:cNvCxnSpPr>
            <p:nvPr/>
          </p:nvCxnSpPr>
          <p:spPr>
            <a:xfrm>
              <a:off x="9028961" y="2996083"/>
              <a:ext cx="345764" cy="0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449EE7D6-A842-80CD-BA0E-E88DDD2953DD}"/>
              </a:ext>
            </a:extLst>
          </p:cNvPr>
          <p:cNvSpPr txBox="1"/>
          <p:nvPr/>
        </p:nvSpPr>
        <p:spPr>
          <a:xfrm>
            <a:off x="9113855" y="1949380"/>
            <a:ext cx="195758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Node 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string pet;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Node* next;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832120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1079</TotalTime>
  <Words>29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Office Theme</vt:lpstr>
      <vt:lpstr>Warm up: Write Code that Makes this 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2026-05-12T03:18:48Z</dcterms:created>
  <dcterms:modified xsi:type="dcterms:W3CDTF">2026-05-19T17:51:36Z</dcterms:modified>
</cp:coreProperties>
</file>