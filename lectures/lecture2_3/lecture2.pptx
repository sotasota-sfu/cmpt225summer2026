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70" r:id="rId6"/>
    <p:sldId id="271" r:id="rId7"/>
    <p:sldId id="272" r:id="rId8"/>
    <p:sldId id="273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AD1E4E-F8E9-F748-91E8-E76205C06773}" v="25" dt="2026-05-14T19:45:40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7"/>
    <p:restoredTop sz="96983"/>
  </p:normalViewPr>
  <p:slideViewPr>
    <p:cSldViewPr snapToGrid="0">
      <p:cViewPr varScale="1">
        <p:scale>
          <a:sx n="127" d="100"/>
          <a:sy n="127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">
      <pc:chgData name="Toby Donaldson" userId="2e6e5431-bb17-4c41-9985-d39c50d83c73" providerId="ADAL" clId="{F31BC264-820E-54C4-A6D1-F92AF9CC222E}" dt="2026-05-14T19:45:40.666" v="1492"/>
      <pc:docMkLst>
        <pc:docMk/>
      </pc:docMkLst>
      <pc:sldChg chg="modSp mod">
        <pc:chgData name="Toby Donaldson" userId="2e6e5431-bb17-4c41-9985-d39c50d83c73" providerId="ADAL" clId="{F31BC264-820E-54C4-A6D1-F92AF9CC222E}" dt="2026-05-12T04:11:00.603" v="45" actId="20577"/>
        <pc:sldMkLst>
          <pc:docMk/>
          <pc:sldMk cId="917661366" sldId="256"/>
        </pc:sldMkLst>
        <pc:spChg chg="mod">
          <ac:chgData name="Toby Donaldson" userId="2e6e5431-bb17-4c41-9985-d39c50d83c73" providerId="ADAL" clId="{F31BC264-820E-54C4-A6D1-F92AF9CC222E}" dt="2026-05-12T04:11:00.603" v="45" actId="20577"/>
          <ac:spMkLst>
            <pc:docMk/>
            <pc:sldMk cId="917661366" sldId="256"/>
            <ac:spMk id="2" creationId="{28C4407D-D12A-4EB5-3D45-394B55614B61}"/>
          </ac:spMkLst>
        </pc:spChg>
      </pc:sldChg>
      <pc:sldChg chg="addSp modSp mod">
        <pc:chgData name="Toby Donaldson" userId="2e6e5431-bb17-4c41-9985-d39c50d83c73" providerId="ADAL" clId="{F31BC264-820E-54C4-A6D1-F92AF9CC222E}" dt="2026-05-14T19:45:40.666" v="1492"/>
        <pc:sldMkLst>
          <pc:docMk/>
          <pc:sldMk cId="3882066604" sldId="257"/>
        </pc:sldMkLst>
        <pc:spChg chg="mod">
          <ac:chgData name="Toby Donaldson" userId="2e6e5431-bb17-4c41-9985-d39c50d83c73" providerId="ADAL" clId="{F31BC264-820E-54C4-A6D1-F92AF9CC222E}" dt="2026-05-14T17:12:22.686" v="1208" actId="20577"/>
          <ac:spMkLst>
            <pc:docMk/>
            <pc:sldMk cId="3882066604" sldId="257"/>
            <ac:spMk id="3" creationId="{3D0D92EC-EF6B-87D9-B8C2-4378B9BB5D7B}"/>
          </ac:spMkLst>
        </pc:spChg>
        <pc:picChg chg="add mod">
          <ac:chgData name="Toby Donaldson" userId="2e6e5431-bb17-4c41-9985-d39c50d83c73" providerId="ADAL" clId="{F31BC264-820E-54C4-A6D1-F92AF9CC222E}" dt="2026-05-12T04:16:14.061" v="772" actId="1076"/>
          <ac:picMkLst>
            <pc:docMk/>
            <pc:sldMk cId="3882066604" sldId="257"/>
            <ac:picMk id="4" creationId="{A0A8AE06-75AA-D205-F724-3C61C2173114}"/>
          </ac:picMkLst>
        </pc:picChg>
        <pc:inkChg chg="add">
          <ac:chgData name="Toby Donaldson" userId="2e6e5431-bb17-4c41-9985-d39c50d83c73" providerId="ADAL" clId="{F31BC264-820E-54C4-A6D1-F92AF9CC222E}" dt="2026-05-14T19:45:40.666" v="1492"/>
          <ac:inkMkLst>
            <pc:docMk/>
            <pc:sldMk cId="3882066604" sldId="257"/>
            <ac:inkMk id="5" creationId="{82DCB664-DACE-DAFA-73E9-AE55A4E99199}"/>
          </ac:inkMkLst>
        </pc:inkChg>
      </pc:sldChg>
      <pc:sldChg chg="modSp add mod">
        <pc:chgData name="Toby Donaldson" userId="2e6e5431-bb17-4c41-9985-d39c50d83c73" providerId="ADAL" clId="{F31BC264-820E-54C4-A6D1-F92AF9CC222E}" dt="2026-05-14T17:12:52.936" v="1221" actId="20577"/>
        <pc:sldMkLst>
          <pc:docMk/>
          <pc:sldMk cId="1733842555" sldId="264"/>
        </pc:sldMkLst>
        <pc:spChg chg="mod">
          <ac:chgData name="Toby Donaldson" userId="2e6e5431-bb17-4c41-9985-d39c50d83c73" providerId="ADAL" clId="{F31BC264-820E-54C4-A6D1-F92AF9CC222E}" dt="2026-05-14T17:12:52.936" v="1221" actId="20577"/>
          <ac:spMkLst>
            <pc:docMk/>
            <pc:sldMk cId="1733842555" sldId="264"/>
            <ac:spMk id="3" creationId="{48A907AE-25D8-B06A-F1D0-3CFB11ECB18E}"/>
          </ac:spMkLst>
        </pc:spChg>
        <pc:picChg chg="mod">
          <ac:chgData name="Toby Donaldson" userId="2e6e5431-bb17-4c41-9985-d39c50d83c73" providerId="ADAL" clId="{F31BC264-820E-54C4-A6D1-F92AF9CC222E}" dt="2026-05-12T04:18:18.698" v="784" actId="1076"/>
          <ac:picMkLst>
            <pc:docMk/>
            <pc:sldMk cId="1733842555" sldId="264"/>
            <ac:picMk id="4" creationId="{DF329A86-8320-F5E0-F5A7-FCB5A982C74A}"/>
          </ac:picMkLst>
        </pc:picChg>
      </pc:sldChg>
      <pc:sldChg chg="modSp add mod">
        <pc:chgData name="Toby Donaldson" userId="2e6e5431-bb17-4c41-9985-d39c50d83c73" providerId="ADAL" clId="{F31BC264-820E-54C4-A6D1-F92AF9CC222E}" dt="2026-05-14T17:13:27.786" v="1224" actId="20577"/>
        <pc:sldMkLst>
          <pc:docMk/>
          <pc:sldMk cId="1296688851" sldId="265"/>
        </pc:sldMkLst>
        <pc:spChg chg="mod">
          <ac:chgData name="Toby Donaldson" userId="2e6e5431-bb17-4c41-9985-d39c50d83c73" providerId="ADAL" clId="{F31BC264-820E-54C4-A6D1-F92AF9CC222E}" dt="2026-05-14T17:13:27.786" v="1224" actId="20577"/>
          <ac:spMkLst>
            <pc:docMk/>
            <pc:sldMk cId="1296688851" sldId="265"/>
            <ac:spMk id="3" creationId="{AEBD1991-3201-BAAF-03B7-32CBD282CF22}"/>
          </ac:spMkLst>
        </pc:spChg>
        <pc:picChg chg="mod">
          <ac:chgData name="Toby Donaldson" userId="2e6e5431-bb17-4c41-9985-d39c50d83c73" providerId="ADAL" clId="{F31BC264-820E-54C4-A6D1-F92AF9CC222E}" dt="2026-05-12T04:18:23.575" v="785" actId="1076"/>
          <ac:picMkLst>
            <pc:docMk/>
            <pc:sldMk cId="1296688851" sldId="265"/>
            <ac:picMk id="4" creationId="{033F4F4B-157D-1034-AA71-83E652E7BC45}"/>
          </ac:picMkLst>
        </pc:picChg>
      </pc:sldChg>
      <pc:sldChg chg="addSp delSp modSp add mod">
        <pc:chgData name="Toby Donaldson" userId="2e6e5431-bb17-4c41-9985-d39c50d83c73" providerId="ADAL" clId="{F31BC264-820E-54C4-A6D1-F92AF9CC222E}" dt="2026-05-14T19:45:40.666" v="1492"/>
        <pc:sldMkLst>
          <pc:docMk/>
          <pc:sldMk cId="1505878644" sldId="266"/>
        </pc:sldMkLst>
        <pc:spChg chg="add mod">
          <ac:chgData name="Toby Donaldson" userId="2e6e5431-bb17-4c41-9985-d39c50d83c73" providerId="ADAL" clId="{F31BC264-820E-54C4-A6D1-F92AF9CC222E}" dt="2026-05-12T04:22:20.997" v="937" actId="1076"/>
          <ac:spMkLst>
            <pc:docMk/>
            <pc:sldMk cId="1505878644" sldId="266"/>
            <ac:spMk id="7" creationId="{8122EFDC-343D-34E3-4E0A-F0FB9181472C}"/>
          </ac:spMkLst>
        </pc:spChg>
        <pc:spChg chg="add mod">
          <ac:chgData name="Toby Donaldson" userId="2e6e5431-bb17-4c41-9985-d39c50d83c73" providerId="ADAL" clId="{F31BC264-820E-54C4-A6D1-F92AF9CC222E}" dt="2026-05-12T04:22:46.814" v="949" actId="1076"/>
          <ac:spMkLst>
            <pc:docMk/>
            <pc:sldMk cId="1505878644" sldId="266"/>
            <ac:spMk id="13" creationId="{FECFCABD-4184-049E-C8F7-A22D575CD4CB}"/>
          </ac:spMkLst>
        </pc:spChg>
        <pc:spChg chg="add mod">
          <ac:chgData name="Toby Donaldson" userId="2e6e5431-bb17-4c41-9985-d39c50d83c73" providerId="ADAL" clId="{F31BC264-820E-54C4-A6D1-F92AF9CC222E}" dt="2026-05-12T04:23:39.113" v="1037" actId="1076"/>
          <ac:spMkLst>
            <pc:docMk/>
            <pc:sldMk cId="1505878644" sldId="266"/>
            <ac:spMk id="14" creationId="{24FC87FB-FDFC-BCB6-EDF3-F66FBB5B64FC}"/>
          </ac:spMkLst>
        </pc:spChg>
        <pc:spChg chg="add mod">
          <ac:chgData name="Toby Donaldson" userId="2e6e5431-bb17-4c41-9985-d39c50d83c73" providerId="ADAL" clId="{F31BC264-820E-54C4-A6D1-F92AF9CC222E}" dt="2026-05-12T04:24:27.661" v="1065" actId="1076"/>
          <ac:spMkLst>
            <pc:docMk/>
            <pc:sldMk cId="1505878644" sldId="266"/>
            <ac:spMk id="15" creationId="{4D91FA67-0611-A5A4-17AC-6CC97D60A087}"/>
          </ac:spMkLst>
        </pc:spChg>
        <pc:picChg chg="mod">
          <ac:chgData name="Toby Donaldson" userId="2e6e5431-bb17-4c41-9985-d39c50d83c73" providerId="ADAL" clId="{F31BC264-820E-54C4-A6D1-F92AF9CC222E}" dt="2026-05-12T04:19:09.012" v="795" actId="1076"/>
          <ac:picMkLst>
            <pc:docMk/>
            <pc:sldMk cId="1505878644" sldId="266"/>
            <ac:picMk id="4" creationId="{CB5B2C65-AD01-A7BC-1BC9-B9F3881ACD15}"/>
          </ac:picMkLst>
        </pc:picChg>
        <pc:inkChg chg="add">
          <ac:chgData name="Toby Donaldson" userId="2e6e5431-bb17-4c41-9985-d39c50d83c73" providerId="ADAL" clId="{F31BC264-820E-54C4-A6D1-F92AF9CC222E}" dt="2026-05-14T19:45:40.666" v="1492"/>
          <ac:inkMkLst>
            <pc:docMk/>
            <pc:sldMk cId="1505878644" sldId="266"/>
            <ac:inkMk id="2" creationId="{96DA8BE1-1606-94F7-13AA-2815E86A51D7}"/>
          </ac:inkMkLst>
        </pc:inkChg>
      </pc:sldChg>
      <pc:sldChg chg="modSp new mod">
        <pc:chgData name="Toby Donaldson" userId="2e6e5431-bb17-4c41-9985-d39c50d83c73" providerId="ADAL" clId="{F31BC264-820E-54C4-A6D1-F92AF9CC222E}" dt="2026-05-12T05:01:19.816" v="1201" actId="5793"/>
        <pc:sldMkLst>
          <pc:docMk/>
          <pc:sldMk cId="1400040307" sldId="267"/>
        </pc:sldMkLst>
        <pc:spChg chg="mod">
          <ac:chgData name="Toby Donaldson" userId="2e6e5431-bb17-4c41-9985-d39c50d83c73" providerId="ADAL" clId="{F31BC264-820E-54C4-A6D1-F92AF9CC222E}" dt="2026-05-12T05:01:05.995" v="1144" actId="20577"/>
          <ac:spMkLst>
            <pc:docMk/>
            <pc:sldMk cId="1400040307" sldId="267"/>
            <ac:spMk id="2" creationId="{04DC1A5B-080A-CA27-D4B7-969D821EAE6B}"/>
          </ac:spMkLst>
        </pc:spChg>
        <pc:spChg chg="mod">
          <ac:chgData name="Toby Donaldson" userId="2e6e5431-bb17-4c41-9985-d39c50d83c73" providerId="ADAL" clId="{F31BC264-820E-54C4-A6D1-F92AF9CC222E}" dt="2026-05-12T05:01:19.816" v="1201" actId="5793"/>
          <ac:spMkLst>
            <pc:docMk/>
            <pc:sldMk cId="1400040307" sldId="267"/>
            <ac:spMk id="3" creationId="{F3E806F1-3EF6-4191-AC82-5B78869AA53C}"/>
          </ac:spMkLst>
        </pc:spChg>
      </pc:sldChg>
      <pc:sldChg chg="addSp delSp modSp add del mod">
        <pc:chgData name="Toby Donaldson" userId="2e6e5431-bb17-4c41-9985-d39c50d83c73" providerId="ADAL" clId="{F31BC264-820E-54C4-A6D1-F92AF9CC222E}" dt="2026-05-14T17:25:02.142" v="1342" actId="2696"/>
        <pc:sldMkLst>
          <pc:docMk/>
          <pc:sldMk cId="1947008678" sldId="268"/>
        </pc:sldMkLst>
        <pc:spChg chg="add del mod">
          <ac:chgData name="Toby Donaldson" userId="2e6e5431-bb17-4c41-9985-d39c50d83c73" providerId="ADAL" clId="{F31BC264-820E-54C4-A6D1-F92AF9CC222E}" dt="2026-05-14T17:16:12.829" v="1237" actId="11529"/>
          <ac:spMkLst>
            <pc:docMk/>
            <pc:sldMk cId="1947008678" sldId="268"/>
            <ac:spMk id="10" creationId="{48D42095-9470-F996-5C31-ADABC0D1751D}"/>
          </ac:spMkLst>
        </pc:spChg>
        <pc:spChg chg="add mod">
          <ac:chgData name="Toby Donaldson" userId="2e6e5431-bb17-4c41-9985-d39c50d83c73" providerId="ADAL" clId="{F31BC264-820E-54C4-A6D1-F92AF9CC222E}" dt="2026-05-14T17:16:41.376" v="1240" actId="1076"/>
          <ac:spMkLst>
            <pc:docMk/>
            <pc:sldMk cId="1947008678" sldId="268"/>
            <ac:spMk id="11" creationId="{44E7031C-C9E6-C8B0-EA57-7896F719F52E}"/>
          </ac:spMkLst>
        </pc:spChg>
        <pc:spChg chg="add mod">
          <ac:chgData name="Toby Donaldson" userId="2e6e5431-bb17-4c41-9985-d39c50d83c73" providerId="ADAL" clId="{F31BC264-820E-54C4-A6D1-F92AF9CC222E}" dt="2026-05-14T17:18:10.569" v="1258" actId="12789"/>
          <ac:spMkLst>
            <pc:docMk/>
            <pc:sldMk cId="1947008678" sldId="268"/>
            <ac:spMk id="14" creationId="{92051D5B-5CA1-D2E3-A3E5-B94D9D60F9C0}"/>
          </ac:spMkLst>
        </pc:spChg>
        <pc:spChg chg="add mod">
          <ac:chgData name="Toby Donaldson" userId="2e6e5431-bb17-4c41-9985-d39c50d83c73" providerId="ADAL" clId="{F31BC264-820E-54C4-A6D1-F92AF9CC222E}" dt="2026-05-14T17:18:10.569" v="1258" actId="12789"/>
          <ac:spMkLst>
            <pc:docMk/>
            <pc:sldMk cId="1947008678" sldId="268"/>
            <ac:spMk id="15" creationId="{85E80152-F869-EF5F-1777-E524B9339A68}"/>
          </ac:spMkLst>
        </pc:spChg>
        <pc:spChg chg="mod">
          <ac:chgData name="Toby Donaldson" userId="2e6e5431-bb17-4c41-9985-d39c50d83c73" providerId="ADAL" clId="{F31BC264-820E-54C4-A6D1-F92AF9CC222E}" dt="2026-05-14T17:19:10.351" v="1272" actId="408"/>
          <ac:spMkLst>
            <pc:docMk/>
            <pc:sldMk cId="1947008678" sldId="268"/>
            <ac:spMk id="18" creationId="{E0D0853E-A0C7-A93C-01C5-9F2D036B3F36}"/>
          </ac:spMkLst>
        </pc:spChg>
        <pc:spChg chg="mod">
          <ac:chgData name="Toby Donaldson" userId="2e6e5431-bb17-4c41-9985-d39c50d83c73" providerId="ADAL" clId="{F31BC264-820E-54C4-A6D1-F92AF9CC222E}" dt="2026-05-14T17:19:24.094" v="1276" actId="20577"/>
          <ac:spMkLst>
            <pc:docMk/>
            <pc:sldMk cId="1947008678" sldId="268"/>
            <ac:spMk id="19" creationId="{29D3E90E-EEEB-A9B4-CCE0-CBF4DEF62A9C}"/>
          </ac:spMkLst>
        </pc:spChg>
        <pc:spChg chg="mod">
          <ac:chgData name="Toby Donaldson" userId="2e6e5431-bb17-4c41-9985-d39c50d83c73" providerId="ADAL" clId="{F31BC264-820E-54C4-A6D1-F92AF9CC222E}" dt="2026-05-14T17:19:10.351" v="1272" actId="408"/>
          <ac:spMkLst>
            <pc:docMk/>
            <pc:sldMk cId="1947008678" sldId="268"/>
            <ac:spMk id="21" creationId="{D1280B1E-E066-9E07-1AF2-5DDD7A0DABDA}"/>
          </ac:spMkLst>
        </pc:spChg>
        <pc:spChg chg="mod">
          <ac:chgData name="Toby Donaldson" userId="2e6e5431-bb17-4c41-9985-d39c50d83c73" providerId="ADAL" clId="{F31BC264-820E-54C4-A6D1-F92AF9CC222E}" dt="2026-05-14T17:19:27.539" v="1279" actId="20577"/>
          <ac:spMkLst>
            <pc:docMk/>
            <pc:sldMk cId="1947008678" sldId="268"/>
            <ac:spMk id="22" creationId="{29D59EA5-CB0D-9422-FAC4-A4B11F71656A}"/>
          </ac:spMkLst>
        </pc:spChg>
        <pc:spChg chg="mod">
          <ac:chgData name="Toby Donaldson" userId="2e6e5431-bb17-4c41-9985-d39c50d83c73" providerId="ADAL" clId="{F31BC264-820E-54C4-A6D1-F92AF9CC222E}" dt="2026-05-14T17:19:10.351" v="1272" actId="408"/>
          <ac:spMkLst>
            <pc:docMk/>
            <pc:sldMk cId="1947008678" sldId="268"/>
            <ac:spMk id="24" creationId="{7D11DEB9-EFD3-767A-BCE6-0642E051EA29}"/>
          </ac:spMkLst>
        </pc:spChg>
        <pc:spChg chg="mod">
          <ac:chgData name="Toby Donaldson" userId="2e6e5431-bb17-4c41-9985-d39c50d83c73" providerId="ADAL" clId="{F31BC264-820E-54C4-A6D1-F92AF9CC222E}" dt="2026-05-14T17:19:34.558" v="1282" actId="20577"/>
          <ac:spMkLst>
            <pc:docMk/>
            <pc:sldMk cId="1947008678" sldId="268"/>
            <ac:spMk id="25" creationId="{8648637C-6569-CBCD-BFD4-996809D4079F}"/>
          </ac:spMkLst>
        </pc:spChg>
        <pc:spChg chg="mod">
          <ac:chgData name="Toby Donaldson" userId="2e6e5431-bb17-4c41-9985-d39c50d83c73" providerId="ADAL" clId="{F31BC264-820E-54C4-A6D1-F92AF9CC222E}" dt="2026-05-14T17:19:10.351" v="1272" actId="408"/>
          <ac:spMkLst>
            <pc:docMk/>
            <pc:sldMk cId="1947008678" sldId="268"/>
            <ac:spMk id="27" creationId="{DF246897-445F-D292-FC64-DF5BB76A0BE1}"/>
          </ac:spMkLst>
        </pc:spChg>
        <pc:spChg chg="mod">
          <ac:chgData name="Toby Donaldson" userId="2e6e5431-bb17-4c41-9985-d39c50d83c73" providerId="ADAL" clId="{F31BC264-820E-54C4-A6D1-F92AF9CC222E}" dt="2026-05-14T17:19:37.291" v="1285" actId="20577"/>
          <ac:spMkLst>
            <pc:docMk/>
            <pc:sldMk cId="1947008678" sldId="268"/>
            <ac:spMk id="28" creationId="{659C0FB2-639B-FCB6-3E21-8263BCE17761}"/>
          </ac:spMkLst>
        </pc:spChg>
        <pc:spChg chg="mod">
          <ac:chgData name="Toby Donaldson" userId="2e6e5431-bb17-4c41-9985-d39c50d83c73" providerId="ADAL" clId="{F31BC264-820E-54C4-A6D1-F92AF9CC222E}" dt="2026-05-14T17:18:49.637" v="1269"/>
          <ac:spMkLst>
            <pc:docMk/>
            <pc:sldMk cId="1947008678" sldId="268"/>
            <ac:spMk id="30" creationId="{CEEE27BA-5FFF-92FD-97AC-9F542933A658}"/>
          </ac:spMkLst>
        </pc:spChg>
        <pc:spChg chg="mod">
          <ac:chgData name="Toby Donaldson" userId="2e6e5431-bb17-4c41-9985-d39c50d83c73" providerId="ADAL" clId="{F31BC264-820E-54C4-A6D1-F92AF9CC222E}" dt="2026-05-14T17:19:39.856" v="1288" actId="20577"/>
          <ac:spMkLst>
            <pc:docMk/>
            <pc:sldMk cId="1947008678" sldId="268"/>
            <ac:spMk id="31" creationId="{F92B5D2C-0CF0-3D5C-1E1A-72BA54A35EAB}"/>
          </ac:spMkLst>
        </pc:spChg>
        <pc:spChg chg="add mod">
          <ac:chgData name="Toby Donaldson" userId="2e6e5431-bb17-4c41-9985-d39c50d83c73" providerId="ADAL" clId="{F31BC264-820E-54C4-A6D1-F92AF9CC222E}" dt="2026-05-14T17:20:08.340" v="1294" actId="1076"/>
          <ac:spMkLst>
            <pc:docMk/>
            <pc:sldMk cId="1947008678" sldId="268"/>
            <ac:spMk id="33" creationId="{A4D87B86-E3A2-A9CE-624A-2EA5D2CDBEAA}"/>
          </ac:spMkLst>
        </pc:spChg>
        <pc:grpChg chg="add mod">
          <ac:chgData name="Toby Donaldson" userId="2e6e5431-bb17-4c41-9985-d39c50d83c73" providerId="ADAL" clId="{F31BC264-820E-54C4-A6D1-F92AF9CC222E}" dt="2026-05-14T17:19:04.921" v="1271" actId="12789"/>
          <ac:grpSpMkLst>
            <pc:docMk/>
            <pc:sldMk cId="1947008678" sldId="268"/>
            <ac:grpSpMk id="16" creationId="{B3292CDE-C1F9-7AA1-9989-2FC06E65AE79}"/>
          </ac:grpSpMkLst>
        </pc:grpChg>
        <pc:grpChg chg="add mod">
          <ac:chgData name="Toby Donaldson" userId="2e6e5431-bb17-4c41-9985-d39c50d83c73" providerId="ADAL" clId="{F31BC264-820E-54C4-A6D1-F92AF9CC222E}" dt="2026-05-14T17:19:04.921" v="1271" actId="12789"/>
          <ac:grpSpMkLst>
            <pc:docMk/>
            <pc:sldMk cId="1947008678" sldId="268"/>
            <ac:grpSpMk id="17" creationId="{83D80A13-9778-4E27-263A-6E6ECA82A540}"/>
          </ac:grpSpMkLst>
        </pc:grpChg>
        <pc:grpChg chg="add mod">
          <ac:chgData name="Toby Donaldson" userId="2e6e5431-bb17-4c41-9985-d39c50d83c73" providerId="ADAL" clId="{F31BC264-820E-54C4-A6D1-F92AF9CC222E}" dt="2026-05-14T17:19:04.921" v="1271" actId="12789"/>
          <ac:grpSpMkLst>
            <pc:docMk/>
            <pc:sldMk cId="1947008678" sldId="268"/>
            <ac:grpSpMk id="20" creationId="{58F0E828-D7B9-0ADF-4FDC-62B0D8BED4CC}"/>
          </ac:grpSpMkLst>
        </pc:grpChg>
        <pc:grpChg chg="add mod">
          <ac:chgData name="Toby Donaldson" userId="2e6e5431-bb17-4c41-9985-d39c50d83c73" providerId="ADAL" clId="{F31BC264-820E-54C4-A6D1-F92AF9CC222E}" dt="2026-05-14T17:19:10.351" v="1272" actId="408"/>
          <ac:grpSpMkLst>
            <pc:docMk/>
            <pc:sldMk cId="1947008678" sldId="268"/>
            <ac:grpSpMk id="23" creationId="{5B2BFD2F-D1D4-3FF8-5723-53226F70FFED}"/>
          </ac:grpSpMkLst>
        </pc:grpChg>
        <pc:grpChg chg="add mod">
          <ac:chgData name="Toby Donaldson" userId="2e6e5431-bb17-4c41-9985-d39c50d83c73" providerId="ADAL" clId="{F31BC264-820E-54C4-A6D1-F92AF9CC222E}" dt="2026-05-14T17:19:04.921" v="1271" actId="12789"/>
          <ac:grpSpMkLst>
            <pc:docMk/>
            <pc:sldMk cId="1947008678" sldId="268"/>
            <ac:grpSpMk id="26" creationId="{3BE89DE9-CCBA-5F34-9512-4B6EA323AE81}"/>
          </ac:grpSpMkLst>
        </pc:grpChg>
        <pc:grpChg chg="add mod">
          <ac:chgData name="Toby Donaldson" userId="2e6e5431-bb17-4c41-9985-d39c50d83c73" providerId="ADAL" clId="{F31BC264-820E-54C4-A6D1-F92AF9CC222E}" dt="2026-05-14T17:19:10.351" v="1272" actId="408"/>
          <ac:grpSpMkLst>
            <pc:docMk/>
            <pc:sldMk cId="1947008678" sldId="268"/>
            <ac:grpSpMk id="29" creationId="{BCDD5206-4323-4711-026B-E839789E6B13}"/>
          </ac:grpSpMkLst>
        </pc:grpChg>
        <pc:grpChg chg="add">
          <ac:chgData name="Toby Donaldson" userId="2e6e5431-bb17-4c41-9985-d39c50d83c73" providerId="ADAL" clId="{F31BC264-820E-54C4-A6D1-F92AF9CC222E}" dt="2026-05-14T17:19:20.133" v="1273" actId="164"/>
          <ac:grpSpMkLst>
            <pc:docMk/>
            <pc:sldMk cId="1947008678" sldId="268"/>
            <ac:grpSpMk id="32" creationId="{AD05B642-C4CC-6FCE-EB25-9A9C5414F958}"/>
          </ac:grpSpMkLst>
        </pc:grpChg>
        <pc:picChg chg="mod">
          <ac:chgData name="Toby Donaldson" userId="2e6e5431-bb17-4c41-9985-d39c50d83c73" providerId="ADAL" clId="{F31BC264-820E-54C4-A6D1-F92AF9CC222E}" dt="2026-05-14T17:14:59.790" v="1227" actId="1076"/>
          <ac:picMkLst>
            <pc:docMk/>
            <pc:sldMk cId="1947008678" sldId="268"/>
            <ac:picMk id="4" creationId="{E2237655-4067-54CF-E3B2-59AA7503D142}"/>
          </ac:picMkLst>
        </pc:picChg>
        <pc:cxnChg chg="add mod">
          <ac:chgData name="Toby Donaldson" userId="2e6e5431-bb17-4c41-9985-d39c50d83c73" providerId="ADAL" clId="{F31BC264-820E-54C4-A6D1-F92AF9CC222E}" dt="2026-05-14T17:15:42.307" v="1233" actId="1076"/>
          <ac:cxnSpMkLst>
            <pc:docMk/>
            <pc:sldMk cId="1947008678" sldId="268"/>
            <ac:cxnSpMk id="6" creationId="{40FF73E6-D132-4EBE-DBB6-A056655B52B6}"/>
          </ac:cxnSpMkLst>
        </pc:cxnChg>
        <pc:cxnChg chg="add mod">
          <ac:chgData name="Toby Donaldson" userId="2e6e5431-bb17-4c41-9985-d39c50d83c73" providerId="ADAL" clId="{F31BC264-820E-54C4-A6D1-F92AF9CC222E}" dt="2026-05-14T17:15:37.941" v="1232" actId="14100"/>
          <ac:cxnSpMkLst>
            <pc:docMk/>
            <pc:sldMk cId="1947008678" sldId="268"/>
            <ac:cxnSpMk id="7" creationId="{9671BFAA-9815-C341-D3A2-EDC1641D7E85}"/>
          </ac:cxnSpMkLst>
        </pc:cxnChg>
        <pc:cxnChg chg="add mod">
          <ac:chgData name="Toby Donaldson" userId="2e6e5431-bb17-4c41-9985-d39c50d83c73" providerId="ADAL" clId="{F31BC264-820E-54C4-A6D1-F92AF9CC222E}" dt="2026-05-14T17:17:00.140" v="1242" actId="692"/>
          <ac:cxnSpMkLst>
            <pc:docMk/>
            <pc:sldMk cId="1947008678" sldId="268"/>
            <ac:cxnSpMk id="13" creationId="{0C745CA9-2050-FFF8-68F7-9DB24F4B5B6A}"/>
          </ac:cxnSpMkLst>
        </pc:cxnChg>
      </pc:sldChg>
      <pc:sldChg chg="add del">
        <pc:chgData name="Toby Donaldson" userId="2e6e5431-bb17-4c41-9985-d39c50d83c73" providerId="ADAL" clId="{F31BC264-820E-54C4-A6D1-F92AF9CC222E}" dt="2026-05-14T17:25:14.497" v="1343" actId="2696"/>
        <pc:sldMkLst>
          <pc:docMk/>
          <pc:sldMk cId="1679148088" sldId="269"/>
        </pc:sldMkLst>
      </pc:sldChg>
      <pc:sldChg chg="addSp delSp modSp add mod">
        <pc:chgData name="Toby Donaldson" userId="2e6e5431-bb17-4c41-9985-d39c50d83c73" providerId="ADAL" clId="{F31BC264-820E-54C4-A6D1-F92AF9CC222E}" dt="2026-05-14T17:25:40.190" v="1346" actId="21"/>
        <pc:sldMkLst>
          <pc:docMk/>
          <pc:sldMk cId="1054383362" sldId="270"/>
        </pc:sldMkLst>
        <pc:spChg chg="mod">
          <ac:chgData name="Toby Donaldson" userId="2e6e5431-bb17-4c41-9985-d39c50d83c73" providerId="ADAL" clId="{F31BC264-820E-54C4-A6D1-F92AF9CC222E}" dt="2026-05-14T17:20:58.170" v="1297" actId="1076"/>
          <ac:spMkLst>
            <pc:docMk/>
            <pc:sldMk cId="1054383362" sldId="270"/>
            <ac:spMk id="2" creationId="{5665F98F-0C99-28B5-4E22-02BF5C6FDF9B}"/>
          </ac:spMkLst>
        </pc:spChg>
        <pc:spChg chg="mod">
          <ac:chgData name="Toby Donaldson" userId="2e6e5431-bb17-4c41-9985-d39c50d83c73" providerId="ADAL" clId="{F31BC264-820E-54C4-A6D1-F92AF9CC222E}" dt="2026-05-14T17:20:58.170" v="1297" actId="1076"/>
          <ac:spMkLst>
            <pc:docMk/>
            <pc:sldMk cId="1054383362" sldId="270"/>
            <ac:spMk id="3" creationId="{B3755A2C-AFE5-1DCE-9826-1E09AD66A780}"/>
          </ac:spMkLst>
        </pc:spChg>
        <pc:spChg chg="add 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5" creationId="{96F4267F-8315-917E-2F9B-AE3E55E0A137}"/>
          </ac:spMkLst>
        </pc:spChg>
        <pc:spChg chg="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11" creationId="{8A30D4C8-6503-4EAC-3E89-10E435E966C7}"/>
          </ac:spMkLst>
        </pc:spChg>
        <pc:spChg chg="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33" creationId="{3DBB5363-FB1A-B100-0396-BC84D6998F99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37" creationId="{5F8FD57D-D0A1-EE2B-F318-6B8CB0A5011E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38" creationId="{8808B8B4-7BDD-384D-67FA-6A33AA6121DF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40" creationId="{FEBB0F0F-071D-3CC4-528B-6DD999E4DF20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41" creationId="{D14B9B4F-3B0A-3C7B-CC24-9567FEB99926}"/>
          </ac:spMkLst>
        </pc:spChg>
        <pc:spChg chg="mod">
          <ac:chgData name="Toby Donaldson" userId="2e6e5431-bb17-4c41-9985-d39c50d83c73" providerId="ADAL" clId="{F31BC264-820E-54C4-A6D1-F92AF9CC222E}" dt="2026-05-14T17:23:10.473" v="1326" actId="207"/>
          <ac:spMkLst>
            <pc:docMk/>
            <pc:sldMk cId="1054383362" sldId="270"/>
            <ac:spMk id="42" creationId="{A47D2738-320A-603A-2D8E-3EC8E19B060B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43" creationId="{2B57170F-E843-CCD3-4E01-DC8494865B5E}"/>
          </ac:spMkLst>
        </pc:spChg>
        <pc:spChg chg="mod">
          <ac:chgData name="Toby Donaldson" userId="2e6e5431-bb17-4c41-9985-d39c50d83c73" providerId="ADAL" clId="{F31BC264-820E-54C4-A6D1-F92AF9CC222E}" dt="2026-05-14T17:23:14.324" v="1327" actId="207"/>
          <ac:spMkLst>
            <pc:docMk/>
            <pc:sldMk cId="1054383362" sldId="270"/>
            <ac:spMk id="44" creationId="{39E8677D-3E52-BC2F-E118-4A895039D521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45" creationId="{3AC67708-9D4D-A0A1-F185-F765CA3C015A}"/>
          </ac:spMkLst>
        </pc:spChg>
        <pc:spChg chg="mod">
          <ac:chgData name="Toby Donaldson" userId="2e6e5431-bb17-4c41-9985-d39c50d83c73" providerId="ADAL" clId="{F31BC264-820E-54C4-A6D1-F92AF9CC222E}" dt="2026-05-14T17:23:16.708" v="1328" actId="207"/>
          <ac:spMkLst>
            <pc:docMk/>
            <pc:sldMk cId="1054383362" sldId="270"/>
            <ac:spMk id="46" creationId="{B8E12F32-6A23-18E0-0E95-0D10882BEBDF}"/>
          </ac:spMkLst>
        </pc:spChg>
        <pc:spChg chg="mod">
          <ac:chgData name="Toby Donaldson" userId="2e6e5431-bb17-4c41-9985-d39c50d83c73" providerId="ADAL" clId="{F31BC264-820E-54C4-A6D1-F92AF9CC222E}" dt="2026-05-14T17:22:17.511" v="1305"/>
          <ac:spMkLst>
            <pc:docMk/>
            <pc:sldMk cId="1054383362" sldId="270"/>
            <ac:spMk id="47" creationId="{375A183A-C0B3-151E-6650-533514D9F107}"/>
          </ac:spMkLst>
        </pc:spChg>
        <pc:spChg chg="mod">
          <ac:chgData name="Toby Donaldson" userId="2e6e5431-bb17-4c41-9985-d39c50d83c73" providerId="ADAL" clId="{F31BC264-820E-54C4-A6D1-F92AF9CC222E}" dt="2026-05-14T17:23:19.907" v="1329" actId="207"/>
          <ac:spMkLst>
            <pc:docMk/>
            <pc:sldMk cId="1054383362" sldId="270"/>
            <ac:spMk id="48" creationId="{6F10B9E8-7B9D-5B92-E378-95B866C297E7}"/>
          </ac:spMkLst>
        </pc:spChg>
        <pc:spChg chg="add 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49" creationId="{4E57D7AB-0983-530E-0FF8-EB99F6344EDB}"/>
          </ac:spMkLst>
        </pc:spChg>
        <pc:spChg chg="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50" creationId="{6A21ED3C-F5EB-3307-EBF1-3EFC383C72CF}"/>
          </ac:spMkLst>
        </pc:spChg>
        <pc:spChg chg="add 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51" creationId="{23F17D11-B72B-3265-D7CA-34952A1461AB}"/>
          </ac:spMkLst>
        </pc:spChg>
        <pc:spChg chg="add 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52" creationId="{96019C5D-CC1C-9BD3-001C-ADAE9B874E17}"/>
          </ac:spMkLst>
        </pc:spChg>
        <pc:spChg chg="add del mod">
          <ac:chgData name="Toby Donaldson" userId="2e6e5431-bb17-4c41-9985-d39c50d83c73" providerId="ADAL" clId="{F31BC264-820E-54C4-A6D1-F92AF9CC222E}" dt="2026-05-14T17:25:35.592" v="1345" actId="21"/>
          <ac:spMkLst>
            <pc:docMk/>
            <pc:sldMk cId="1054383362" sldId="270"/>
            <ac:spMk id="53" creationId="{3B7EE4C3-3EC4-B962-F927-119463868832}"/>
          </ac:spMkLst>
        </pc:spChg>
        <pc:grpChg chg="mod">
          <ac:chgData name="Toby Donaldson" userId="2e6e5431-bb17-4c41-9985-d39c50d83c73" providerId="ADAL" clId="{F31BC264-820E-54C4-A6D1-F92AF9CC222E}" dt="2026-05-14T17:22:22.343" v="1306" actId="1076"/>
          <ac:grpSpMkLst>
            <pc:docMk/>
            <pc:sldMk cId="1054383362" sldId="270"/>
            <ac:grpSpMk id="8" creationId="{695789D9-8B4A-95E4-DDBA-5285387DC4B4}"/>
          </ac:grpSpMkLst>
        </pc:grpChg>
        <pc:grpChg chg="del mod">
          <ac:chgData name="Toby Donaldson" userId="2e6e5431-bb17-4c41-9985-d39c50d83c73" providerId="ADAL" clId="{F31BC264-820E-54C4-A6D1-F92AF9CC222E}" dt="2026-05-14T17:25:35.592" v="1345" actId="21"/>
          <ac:grpSpMkLst>
            <pc:docMk/>
            <pc:sldMk cId="1054383362" sldId="270"/>
            <ac:grpSpMk id="32" creationId="{7C7829CD-5680-B58D-D066-0207BBCDDFE4}"/>
          </ac:grpSpMkLst>
        </pc:grpChg>
        <pc:picChg chg="del mod">
          <ac:chgData name="Toby Donaldson" userId="2e6e5431-bb17-4c41-9985-d39c50d83c73" providerId="ADAL" clId="{F31BC264-820E-54C4-A6D1-F92AF9CC222E}" dt="2026-05-14T17:25:35.592" v="1345" actId="21"/>
          <ac:picMkLst>
            <pc:docMk/>
            <pc:sldMk cId="1054383362" sldId="270"/>
            <ac:picMk id="4" creationId="{E74904A2-A4F0-93C6-4419-E6E9C59B7634}"/>
          </ac:picMkLst>
        </pc:picChg>
        <pc:cxnChg chg="del mod">
          <ac:chgData name="Toby Donaldson" userId="2e6e5431-bb17-4c41-9985-d39c50d83c73" providerId="ADAL" clId="{F31BC264-820E-54C4-A6D1-F92AF9CC222E}" dt="2026-05-14T17:25:40.190" v="1346" actId="21"/>
          <ac:cxnSpMkLst>
            <pc:docMk/>
            <pc:sldMk cId="1054383362" sldId="270"/>
            <ac:cxnSpMk id="6" creationId="{31BE7AE3-55A9-6E04-0BF1-CC000A328835}"/>
          </ac:cxnSpMkLst>
        </pc:cxnChg>
        <pc:cxnChg chg="del mod">
          <ac:chgData name="Toby Donaldson" userId="2e6e5431-bb17-4c41-9985-d39c50d83c73" providerId="ADAL" clId="{F31BC264-820E-54C4-A6D1-F92AF9CC222E}" dt="2026-05-14T17:25:40.190" v="1346" actId="21"/>
          <ac:cxnSpMkLst>
            <pc:docMk/>
            <pc:sldMk cId="1054383362" sldId="270"/>
            <ac:cxnSpMk id="7" creationId="{6D5BA8A3-697D-FE38-E54C-0F2CE8FEEB79}"/>
          </ac:cxnSpMkLst>
        </pc:cxnChg>
        <pc:cxnChg chg="mod">
          <ac:chgData name="Toby Donaldson" userId="2e6e5431-bb17-4c41-9985-d39c50d83c73" providerId="ADAL" clId="{F31BC264-820E-54C4-A6D1-F92AF9CC222E}" dt="2026-05-14T17:21:13.903" v="1299" actId="1076"/>
          <ac:cxnSpMkLst>
            <pc:docMk/>
            <pc:sldMk cId="1054383362" sldId="270"/>
            <ac:cxnSpMk id="13" creationId="{DB6BFEA4-5229-C297-110A-30AF8234286E}"/>
          </ac:cxnSpMkLst>
        </pc:cxnChg>
      </pc:sldChg>
      <pc:sldChg chg="delSp add mod">
        <pc:chgData name="Toby Donaldson" userId="2e6e5431-bb17-4c41-9985-d39c50d83c73" providerId="ADAL" clId="{F31BC264-820E-54C4-A6D1-F92AF9CC222E}" dt="2026-05-14T17:25:54.363" v="1348" actId="21"/>
        <pc:sldMkLst>
          <pc:docMk/>
          <pc:sldMk cId="3662698123" sldId="271"/>
        </pc:sldMkLst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11" creationId="{C4E68108-1C75-1F1F-CE39-A161CE367CC1}"/>
          </ac:spMkLst>
        </pc:spChg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49" creationId="{D76AA185-7A65-51A2-F6E7-4F95B01B6066}"/>
          </ac:spMkLst>
        </pc:spChg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50" creationId="{EFAA3271-579C-1FA4-F0CE-D638B7413156}"/>
          </ac:spMkLst>
        </pc:spChg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51" creationId="{079E6521-2F61-7068-B53E-FD0EBF5101C8}"/>
          </ac:spMkLst>
        </pc:spChg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52" creationId="{7692CBD3-3970-A846-CBE6-5BC75B374111}"/>
          </ac:spMkLst>
        </pc:spChg>
        <pc:spChg chg="del">
          <ac:chgData name="Toby Donaldson" userId="2e6e5431-bb17-4c41-9985-d39c50d83c73" providerId="ADAL" clId="{F31BC264-820E-54C4-A6D1-F92AF9CC222E}" dt="2026-05-14T17:25:54.363" v="1348" actId="21"/>
          <ac:spMkLst>
            <pc:docMk/>
            <pc:sldMk cId="3662698123" sldId="271"/>
            <ac:spMk id="53" creationId="{CA5A9FB8-CD74-5CA0-DE23-2D921D0E3D9F}"/>
          </ac:spMkLst>
        </pc:spChg>
        <pc:grpChg chg="del">
          <ac:chgData name="Toby Donaldson" userId="2e6e5431-bb17-4c41-9985-d39c50d83c73" providerId="ADAL" clId="{F31BC264-820E-54C4-A6D1-F92AF9CC222E}" dt="2026-05-14T17:25:54.363" v="1348" actId="21"/>
          <ac:grpSpMkLst>
            <pc:docMk/>
            <pc:sldMk cId="3662698123" sldId="271"/>
            <ac:grpSpMk id="8" creationId="{DAB733F2-1136-2FB3-8536-D3414D162C13}"/>
          </ac:grpSpMkLst>
        </pc:grpChg>
        <pc:picChg chg="del">
          <ac:chgData name="Toby Donaldson" userId="2e6e5431-bb17-4c41-9985-d39c50d83c73" providerId="ADAL" clId="{F31BC264-820E-54C4-A6D1-F92AF9CC222E}" dt="2026-05-14T17:25:54.363" v="1348" actId="21"/>
          <ac:picMkLst>
            <pc:docMk/>
            <pc:sldMk cId="3662698123" sldId="271"/>
            <ac:picMk id="4" creationId="{3391E10C-FF05-ED86-8DB5-B898A3ED611B}"/>
          </ac:picMkLst>
        </pc:picChg>
        <pc:cxnChg chg="del">
          <ac:chgData name="Toby Donaldson" userId="2e6e5431-bb17-4c41-9985-d39c50d83c73" providerId="ADAL" clId="{F31BC264-820E-54C4-A6D1-F92AF9CC222E}" dt="2026-05-14T17:25:54.363" v="1348" actId="21"/>
          <ac:cxnSpMkLst>
            <pc:docMk/>
            <pc:sldMk cId="3662698123" sldId="271"/>
            <ac:cxnSpMk id="6" creationId="{81425CD6-37C5-AAC8-06A9-C0EF37EB18D8}"/>
          </ac:cxnSpMkLst>
        </pc:cxnChg>
        <pc:cxnChg chg="del">
          <ac:chgData name="Toby Donaldson" userId="2e6e5431-bb17-4c41-9985-d39c50d83c73" providerId="ADAL" clId="{F31BC264-820E-54C4-A6D1-F92AF9CC222E}" dt="2026-05-14T17:25:54.363" v="1348" actId="21"/>
          <ac:cxnSpMkLst>
            <pc:docMk/>
            <pc:sldMk cId="3662698123" sldId="271"/>
            <ac:cxnSpMk id="7" creationId="{0F30E0AB-7A73-9633-7694-D17C243CC880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5-14T18:55:53.722" v="1490" actId="1076"/>
        <pc:sldMkLst>
          <pc:docMk/>
          <pc:sldMk cId="1354175082" sldId="272"/>
        </pc:sldMkLst>
        <pc:spChg chg="del">
          <ac:chgData name="Toby Donaldson" userId="2e6e5431-bb17-4c41-9985-d39c50d83c73" providerId="ADAL" clId="{F31BC264-820E-54C4-A6D1-F92AF9CC222E}" dt="2026-05-14T17:26:15.541" v="1350" actId="21"/>
          <ac:spMkLst>
            <pc:docMk/>
            <pc:sldMk cId="1354175082" sldId="272"/>
            <ac:spMk id="11" creationId="{BC9A9EE6-95A2-4302-5CCE-ED5D8771501E}"/>
          </ac:spMkLst>
        </pc:spChg>
        <pc:spChg chg="add mod">
          <ac:chgData name="Toby Donaldson" userId="2e6e5431-bb17-4c41-9985-d39c50d83c73" providerId="ADAL" clId="{F31BC264-820E-54C4-A6D1-F92AF9CC222E}" dt="2026-05-14T18:54:56.295" v="1480" actId="20577"/>
          <ac:spMkLst>
            <pc:docMk/>
            <pc:sldMk cId="1354175082" sldId="272"/>
            <ac:spMk id="54" creationId="{73C7FB9F-EA28-19B3-15E0-8AFD8C386781}"/>
          </ac:spMkLst>
        </pc:spChg>
        <pc:grpChg chg="add mod">
          <ac:chgData name="Toby Donaldson" userId="2e6e5431-bb17-4c41-9985-d39c50d83c73" providerId="ADAL" clId="{F31BC264-820E-54C4-A6D1-F92AF9CC222E}" dt="2026-05-14T18:55:53.722" v="1490" actId="1076"/>
          <ac:grpSpMkLst>
            <pc:docMk/>
            <pc:sldMk cId="1354175082" sldId="272"/>
            <ac:grpSpMk id="57" creationId="{AE8A40D8-07F9-6B76-6664-F0DBF03DAB4A}"/>
          </ac:grpSpMkLst>
        </pc:grpChg>
        <pc:picChg chg="del">
          <ac:chgData name="Toby Donaldson" userId="2e6e5431-bb17-4c41-9985-d39c50d83c73" providerId="ADAL" clId="{F31BC264-820E-54C4-A6D1-F92AF9CC222E}" dt="2026-05-14T17:26:15.541" v="1350" actId="21"/>
          <ac:picMkLst>
            <pc:docMk/>
            <pc:sldMk cId="1354175082" sldId="272"/>
            <ac:picMk id="4" creationId="{90A818FD-652E-A7F6-CFF2-DEFFC6F8F06D}"/>
          </ac:picMkLst>
        </pc:picChg>
        <pc:cxnChg chg="del">
          <ac:chgData name="Toby Donaldson" userId="2e6e5431-bb17-4c41-9985-d39c50d83c73" providerId="ADAL" clId="{F31BC264-820E-54C4-A6D1-F92AF9CC222E}" dt="2026-05-14T17:26:20.535" v="1351" actId="21"/>
          <ac:cxnSpMkLst>
            <pc:docMk/>
            <pc:sldMk cId="1354175082" sldId="272"/>
            <ac:cxnSpMk id="6" creationId="{63F38238-EA59-EF6D-85EB-1DC50411492B}"/>
          </ac:cxnSpMkLst>
        </pc:cxnChg>
        <pc:cxnChg chg="del">
          <ac:chgData name="Toby Donaldson" userId="2e6e5431-bb17-4c41-9985-d39c50d83c73" providerId="ADAL" clId="{F31BC264-820E-54C4-A6D1-F92AF9CC222E}" dt="2026-05-14T17:26:20.535" v="1351" actId="21"/>
          <ac:cxnSpMkLst>
            <pc:docMk/>
            <pc:sldMk cId="1354175082" sldId="272"/>
            <ac:cxnSpMk id="7" creationId="{95957776-68F6-FF05-2E54-431DFB0521F1}"/>
          </ac:cxnSpMkLst>
        </pc:cxnChg>
        <pc:cxnChg chg="del">
          <ac:chgData name="Toby Donaldson" userId="2e6e5431-bb17-4c41-9985-d39c50d83c73" providerId="ADAL" clId="{F31BC264-820E-54C4-A6D1-F92AF9CC222E}" dt="2026-05-14T17:26:20.535" v="1351" actId="21"/>
          <ac:cxnSpMkLst>
            <pc:docMk/>
            <pc:sldMk cId="1354175082" sldId="272"/>
            <ac:cxnSpMk id="13" creationId="{0EEBB820-1A0F-34F3-0617-370A4528CAEC}"/>
          </ac:cxnSpMkLst>
        </pc:cxnChg>
        <pc:cxnChg chg="add mod">
          <ac:chgData name="Toby Donaldson" userId="2e6e5431-bb17-4c41-9985-d39c50d83c73" providerId="ADAL" clId="{F31BC264-820E-54C4-A6D1-F92AF9CC222E}" dt="2026-05-14T18:55:22.740" v="1481"/>
          <ac:cxnSpMkLst>
            <pc:docMk/>
            <pc:sldMk cId="1354175082" sldId="272"/>
            <ac:cxnSpMk id="55" creationId="{F6BCA8AD-CAC5-8EF9-61EA-30D4799D8D8B}"/>
          </ac:cxnSpMkLst>
        </pc:cxnChg>
        <pc:cxnChg chg="add mod">
          <ac:chgData name="Toby Donaldson" userId="2e6e5431-bb17-4c41-9985-d39c50d83c73" providerId="ADAL" clId="{F31BC264-820E-54C4-A6D1-F92AF9CC222E}" dt="2026-05-14T18:55:22.740" v="1481"/>
          <ac:cxnSpMkLst>
            <pc:docMk/>
            <pc:sldMk cId="1354175082" sldId="272"/>
            <ac:cxnSpMk id="56" creationId="{78015995-C804-C1E1-B021-257C8B20F278}"/>
          </ac:cxnSpMkLst>
        </pc:cxnChg>
      </pc:sldChg>
      <pc:sldChg chg="addSp modSp add">
        <pc:chgData name="Toby Donaldson" userId="2e6e5431-bb17-4c41-9985-d39c50d83c73" providerId="ADAL" clId="{F31BC264-820E-54C4-A6D1-F92AF9CC222E}" dt="2026-05-14T18:56:24.965" v="1491"/>
        <pc:sldMkLst>
          <pc:docMk/>
          <pc:sldMk cId="1785195770" sldId="273"/>
        </pc:sldMkLst>
        <pc:grpChg chg="add mod">
          <ac:chgData name="Toby Donaldson" userId="2e6e5431-bb17-4c41-9985-d39c50d83c73" providerId="ADAL" clId="{F31BC264-820E-54C4-A6D1-F92AF9CC222E}" dt="2026-05-14T18:56:24.965" v="1491"/>
          <ac:grpSpMkLst>
            <pc:docMk/>
            <pc:sldMk cId="1785195770" sldId="273"/>
            <ac:grpSpMk id="54" creationId="{0E98146C-B5AA-3FF9-957E-0BCC21F9476A}"/>
          </ac:grpSpMkLst>
        </pc:grpChg>
        <pc:cxnChg chg="mod">
          <ac:chgData name="Toby Donaldson" userId="2e6e5431-bb17-4c41-9985-d39c50d83c73" providerId="ADAL" clId="{F31BC264-820E-54C4-A6D1-F92AF9CC222E}" dt="2026-05-14T18:56:24.965" v="1491"/>
          <ac:cxnSpMkLst>
            <pc:docMk/>
            <pc:sldMk cId="1785195770" sldId="273"/>
            <ac:cxnSpMk id="55" creationId="{926ABFD3-7FB7-0C69-53C6-072C6C8FF63A}"/>
          </ac:cxnSpMkLst>
        </pc:cxnChg>
        <pc:cxnChg chg="mod">
          <ac:chgData name="Toby Donaldson" userId="2e6e5431-bb17-4c41-9985-d39c50d83c73" providerId="ADAL" clId="{F31BC264-820E-54C4-A6D1-F92AF9CC222E}" dt="2026-05-14T18:56:24.965" v="1491"/>
          <ac:cxnSpMkLst>
            <pc:docMk/>
            <pc:sldMk cId="1785195770" sldId="273"/>
            <ac:cxnSpMk id="56" creationId="{D316A3C5-88A0-44C3-F137-8B390878F628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9:34:32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8520 13282 24575,'33'0'0,"-5"0"0,5 0 0,14 1 0,4-2-600,-13-3 0,1-2 0,1 0 600,4 3 0,0 0 0,0-2 0,0-5 0,0-3 0,-1 2 0,-4 4 0,0 2 0,0-2 0,2-4 0,0-2 0,-1 3 0,-4 5 0,-1 2 0,0 0 290,11-6 1,-2 2-291,-4 6 0,-2 2 149,-7-1 0,-1 0-149,-2 0 0,-3 0 0,4 0 0,11 0 921,-29 0-921,31 0 0,-5-8 0,-5 0 0,4-2 0,4 1 0,1-1 0,-1 1 0,2 0 0,5-3 0,0 1 0,-10 5 0,-1 0 0,7-3 0,0 0 0,-10 5 0,-1 1 0,2-6 0,0 2 0,-6 5 0,-3 0 0,12-14 0,4 16 0,-21 0 0,-2 0 0,5 0 0,-19 0 0,20 0 0,-7 0 0,3 0 0,13 0 0,-13 0 0,13 0 0,-13 0 0,13 0 0,-21 0 0,11 0 0,-21 0 0,6 0 0,8 0 0,-12 0 0,11 0 0</inkml:trace>
  <inkml:trace contextRef="#ctx0" brushRef="#br0" timeOffset="21765">26599 13670 24575,'31'0'0,"-1"0"0,5 0 0,1 0 0,-1 0 0,2 0 0,10 0 0,0 0 0,-2 0 0,1 0-366,-10 0 1,2 0 0,1 0 365,2 0 0,0 0 0,1 0 0,-1 0 0,1 0 0,0 0 0,4 0 0,1 0 0,-1 0 0,-6 0 0,-1 0 0,0 0 0,-3 0 0,-1 0 0,0 0 134,13 0 0,-2 0-134,-9 0 0,-2 0 0,-2 0 0,-3 0 0,13 0 0,-10 0 0,-21 0 828,4 16-828,-16-12 0,0 11 0,0-15 0</inkml:trace>
  <inkml:trace contextRef="#ctx0" brushRef="#br0" timeOffset="63965">24571 12965 24575,'-16'33'0,"5"-4"0,-5 3 0,-11 1 0,-8 2 0,-3 2-656,9-7 1,-1 2-1,-1 1 1,-3-1 0,-3 0 186,3-5 1,-2 0 0,-3-1 0,-1 1 0,0-1 0,-2 2 0,1-1 103,4-2 1,0 1 0,-1 0 0,0 1 0,0-1 0,-2 1 0,1-1 0,-1 1 0,0-1 189,1-2 0,1 0 0,-2 1 0,1-1 0,-1 0 1,0 0-1,-1 0 0,0 0 0,0 0 0,0 0 32,2-2 0,-1 0 1,0 0-1,-1 0 0,0-1 1,0 1-1,0 0 1,0-1-1,0 1 0,0 0 1,0 1 142,0 0 0,-1 0 0,1 1 0,0 1 0,-1-1 0,1 0 0,-1 0 0,0-1 0,0 1 0,-1-2 0,0 0-203,1-1 1,0-2 0,-1 0-1,0 0 1,0-1 0,0 0-1,-1 0 1,0 1 0,1-1-1,-1 0 1,0 1 0,1 1 202,-1 0 0,1 1 0,-1 0 0,1 0 0,-1 1 0,1 0 0,-1-1 0,0 1 0,1-1 0,-1 0 0,-1 0 0,1-1-63,-1-1 0,0 1 1,0-1-1,-1-1 1,0 1-1,1-1 1,-1 0-1,0 0 1,0 1-1,0-1 1,1 0-1,-1 1 63,1 0 0,-1 0 0,1 1 0,0-1 0,0 0 0,-1 1 0,1-1 0,0 0 0,-1 0 0,1 0 0,-1-1 0,0-1-5,1 0 0,-1 0 1,0-1-1,0 0 0,1-1 1,-1 0-1,-1 1 1,1-1-1,0 0 0,-1 0 1,0 1-1,0 0 5,1-1 0,-1 1 0,1 0 0,-1 0 0,0 0 0,0 0 0,0 0 0,-1 0 0,1 0 0,-1 0 0,0 0 0,0-1 0,0 0 0,3-1 0,-1 0 0,0 0 0,0-1 0,-1 0 0,1 0 0,0 1 0,-1-1 0,1 0 0,-1 0 0,0 0 0,1 1 0,-1-1 0,1 1 0,-2 1 0,1 0 0,-1 0 0,0 0 0,0 0 0,1 0 0,-1 1 0,0-1 0,0 1 0,1-1 0,-1 0 0,1 0 0,-1 0 0,1 0 0,1-1 0,0 1 0,0-1 0,0-1 0,0 1 0,1 0 0,-1 0 0,0 0 0,1-1 0,0 1 0,0 0 0,0 0 0,1 1 0,0-1 0,-4 2 0,1 1 0,0 0 0,0 0 0,0 0 0,1 0 0,0 0 0,0 0 0,0 0 0,1-1 0,-1 0 0,1 0 0,-2 0 0,0-1 0,0 0 0,1 0 0,0-1 0,0 0 0,0 1 0,0-1 0,0 1 0,1 0 0,-1 0 0,1 0 0,0 1 0,0 0 0,1 0 0,-1 1 0,1-1 0,-1 0 0,1 0 0,0-1 0,-1 0 0,1-1 0,-3 1 0,0-2 0,-1 0 0,1 0 0,0-1 0,0 1 0,0-1 0,0 0 0,-1 0 0,1 1 0,2-2 0,0 1 0,-1 1 0,0-1 0,1 0 0,-1 0 0,0-1 0,1 1 0,-1 0 0,1-1 0,0 0 13,-3 0 0,1 1 0,-1-1 0,1 0 0,0 0 1,0-1-1,0 1 0,0-1 0,1-1 0,0 1-13,-3-1 0,1 0 0,-1 0 0,1-1 0,1 0 0,-1 0 0,1 0 0,1 0 0,0-1 96,0 1 0,-1 1 0,2-1 0,-1 0 1,1-1-1,1 0 0,0 0 0,1-2-96,-2-1 0,0 0 0,2-2 0,-1 1 0,1-2 0,1 1 0,0 0 194,-3 0 0,0-1 0,1 1 0,1-1 0,-1 0 0,0 0-194,0-1 0,0 0 0,0 0 0,0 0 0,0 0 0,0 0 0,1-1 0,-1 0 0,1 0 0,1 0 0,-1-1 0,1 0 351,-7-2 1,1-1 0,1 0-1,-1-1 1,1 0-352,1 1 0,0 0 0,1-1 0,-1 0 0,2-1 0,-1-2 0,2-1 0,-1-1 0,0 0 0,0 1 0,-3 0 0,0 2 0,0-1 0,-1 0 0,0 0 281,7 0 1,-1 1-1,1-1 1,-1 0-1,0 0 1,1 0-282,-1-1 0,1 1 0,-1-1 0,0 0 0,1-1 0,0 0 0,-7-3 0,0-2 0,0 1 0,1-2 0,1 1 238,2 0 0,1 0 1,0 0-1,1-1 0,2-1-238,-4-4 0,1-3 0,1 1 0,1-1 382,2 3 0,2 0 1,0 0-1,3 0-382,-4-2 0,3 0 0,2 0 613,5-2 1,2 0-1,0 1-613,-14-3 0,3 1 0,10-3 0,-1 0 0,-10 3 0,0 1 0,9-1 0,1 1 1376,-7 3 0,1 1-1376,8-5 0,-1 3 1062,-3 9 0,0 0-1062,2-8 0,1-3 0,-11 1 0,-1-3 71,12 1 0,0-3 0,1-1-71,-2-1 0,1-1 0,0-2 0,5 4 0,0-3 0,1 1 0,-1 2 0,-4-1 0,-1 2 0,2-2 0,3-7 0,1-2 0,-1 3 0,0 10 0,-2 2 0,2-2-58,3-6 0,2-2 1,0 2 57,-10-7 0,1 0 0,8 7 0,0 0 0,1 0 0,-2-7 0,1-1 0,1 8 0,0-1 0,2 1 0,0-8 0,0 1 0,-1 10 0,-2-1 0,1 1 0,2-8 0,1-2 0,-2 5 0,-1-2 0,1 0 0,5 4 0,2 1 0,0-2 0,-3-5 0,-1-2 0,2 3 0,2-8 0,1 4 0,-4 2 0,0 3 0,6 11 0,0 1 0,-2-1 0,-1 3 0,1 3 966,-8-11-966,12 15 431,-11-3-431,15 3 0,0 9 0,0-8 0,0 12 0,0-19 0,0 21 0,0-22 0,0 12 0,0-21 0,0 13 0,-8-13 0,6 13 0,-6-13 0,8 21 0,0-11 0,0 21 0,0-6 0,-16 8 0,12 0 0,-11 0 0,15 0 0,0 8 0,-8 17 0,6 13 0,-6 7 0,-8-10 0,13-2 0,-13-13 0,16 13 0,-8-21 0,6 12 0,-21-7 0,19-5 0,-12 11 0,16-21 0,0 22 0,-8-12 0,-10 29 0,2-15 0,-3 1 0,-3 4 0,-1 2 0,5-4 0,0 0 0,1 0 0,-2 3 0,1 0 0,-4 4 0,3-3 0,7-4 0,-4 3 0,9-30 0,5 5 0,-6-7 0,8-7 0,0-11 0,8-25 0,0 13 0,1-3 0,0-10 0,2-2 0,-1 13 0,2-1 0,-1 0 0,1-2 0,0-1 0,-1 1 0,3-11 0,2 2 0,5 3 0,-1 4 0,-14 9 0,0 3 0,17-11 0,-21 3 0,6 21 0,8-11 0,-12 5 0,19-1 0,-5-15 0,-6 15 0,11-15 0,-21 23 0,6-13 0,-8 22 0,0-6 0,16 8 0,-13 8 0,21 10 0,-6 1 0,-7 15 0,13-15 0,1 15 0,5-15 0,5-1 0,-2 5 0,3-11 0,-7 6 0,-5-5 0,1-3 0,12-6 0,-3 8 0,1 0 0,-7-11 0,1 0 0,8 10 0,2 1 0,-3-10 0,-1 0 0,1 9 0,0 2 0,8-4 0,-2-1 0,-13-2 0,-1 0 0,6 7 0,-1-2 0,4-10 0,-2 7 0,-17-8 0,6 0 0,-20 16 0,11-12 0,-15 12 0,0-16 0,0 7 0,0-5 0,0 6 0,0-8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4T19:43:45.3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18662 5697 24575,'10'0'0,"21"0"0,-1 0 0,2 0 0,4 0 0,3 0 0,2 0 0,-6 0 0,0 0 0,1 0 0,0 1 0,0-1 0,0-1 0,2-3 0,0-2 0,0 1 0,-3 3 0,0 2 0,1-2 0,-1-3 0,0-1 0,0 1 0,15 5 0,-2 0 0,-3-4 0,-1 0 0,-9 3 0,0 0 0,3-3 0,1 0 0,0 5 0,2-2 0,7-6 0,2-1 0,-15 6 0,1 2 0,-1-2 0,10-6 0,0 0 0,-11 5 0,1 0 0,-2 1 0,5 1 0,-2 0 0,4-3 0,-1 1 0,-12 2 0,-1 2 0,9-1 0,-17 0 0,5 0 0,-19 0 0,20 0 0,-7 0 0,3 0 0,21 0 0,-4-16 0,-11 14 0,1 0 0,0-6 0,-1 0 0,1 8 0,-1 0 0,19-8 0,-19 8 0,-1-2 0,4-5 0,12 7 0,-21 0 0,13 0 0,-21 0 0,4 0 0</inkml:trace>
  <inkml:trace contextRef="#ctx0" brushRef="#br0" timeOffset="2000">20973 2117 24575,'25'0'0,"1"0"0,6 0 0,6 0 0,1 0 0,-3 0 0,2 0 0,2 0 0,1 0-656,2 0 1,3 0-1,1 0 1,0 0 0,-1 0 217,-2 0 0,0 0 1,0 0-1,-1 0 1,0 0 437,-1 0 0,1 0 0,-1 0 0,0 0 0,-1 0-88,5 0 1,0 0 0,-1 0-1,0 0 88,-1 0 0,1 0 0,-1 0 0,-1 0 0,-2 0 0,0 1 0,-1-1 0,1-1 0,2-2 0,1-2 0,-1 0 0,0 2 0,-5 2 0,0 1 0,0-1 0,-2-1 209,10-5 0,-2-2 0,2 2-209,3 5 0,1 4 0,-4-4 0,2-10 0,-2 0 0,2 10 0,-2 0 0,-15-6 0,-1 0 1283,-3 8 1,-1 0-1284,19 0 1785,-18 0-1785,-3 0 836,-22-7-836,5 5 0,-7-6 0,0 8 0,0 0 0,0 8 0,0-6 0,0 5 0</inkml:trace>
  <inkml:trace contextRef="#ctx0" brushRef="#br0" timeOffset="52917">5133 8114 24575,'27'0'0,"1"0"0,1 0 0,20 0 0,-7 0 0,2 0 0,1 0 0,-1 0 0,-3 0 0,0 0 0,7 0 0,-2 0 0,-13 0 0,-1 0 0,3 0 0,-2 0 0,5 0 0,3-8 0,-22 6 0,22-6 0,-11-7 0,-5 12 0,1 2 0,19-15 0,-8 16 0,12-8 0,-20 6 0,7-6 0,5 8 0,-4-15 0,-11 12 0,1 2 0,0-7 0,-1 0 0,0 8 0,1 0 0,-1-4 0,1 0 0,-1 3 0,1 0 0,-1-3 0,1 0 0,18 4 0,-19 0 0,-1 0 0,4 0 0,-3-7 0,-3-1 0,-9 4 0,17-12 0,-29 16 0,6 0 0,-8 16 0,0-12 0,0 11 0,0-15 0</inkml:trace>
  <inkml:trace contextRef="#ctx0" brushRef="#br0" timeOffset="75215">12012 11624 24575,'40'0'0,"0"0"0,0 0 0,-4 0 0,0 0 0,3 0 0,1 0 0,-1 0 0,3 0 0,1 0 0,0 0 0,1 0-656,5 0 1,0 0-1,1 0 1,0 0 0,1 0 118,-7 0 1,0 0-1,1 0 1,-1 0-1,1 0 1,0 0 536,0 0 0,0 0 0,1 0 0,-1 0 0,1 0 0,-1 0 0,0 0 0,-1 0 0,0 0 0,1 0 0,-2 0 0,1 0 0,5 0 0,-1 0 0,0 0 0,0 0 0,0 0-157,-1 0 1,1 1-1,-1-1 1,0 0-1,-1-1 157,-3-1 0,0-2 0,-1 1 0,0-1 0,0 1 96,6 2 1,-1 1 0,0-1 0,-1-1-97,-3-1 0,-1-2 0,0 1 0,-3 1-68,4 2 0,-2 1 0,-1 1 68,9-1 0,-2 0 0,-3 0 0,-2 0 1407,-9 0 0,-1 0-1407,-5 0 0,-1 0 2407,23 0-2407,-20 0 392,-2 0 0,-11 0 0,-16 0 0</inkml:trace>
  <inkml:trace contextRef="#ctx0" brushRef="#br0" timeOffset="78067">15099 9613 24575,'-26'0'0,"15"0"0,-13-8 0,6 14 0,-1-12 0,-14 38 0,13-3 0,3-6 0,1-1 0,-4 6 0,2-5 0,11-21 0,7 22 0,0-20 0,-16 19 0,4-5 0,-21 1 0,15 1 0,1 1 0,-6-2 0,0 0 0,5 7 0,-1 1 0,-2-4 0,1-1 0,0 13 0,3-2 0,-7-13 0,13 21 0,-23-4 0,24-4 0,1 3 0,-11-4 0,-2 1 0,4 10 0,-1 0 0,-3-11 0,-1 0 0,4 7 0,3-1 0,6-10 0,2-1 0,0 18 0,0-20 0,1-1 0,3 5 0,-4-4 0,0 1 0,8 19 0,0-19 0,0 1 0,-1 0 0,2-1 0,7 1 0,0-1 0,-4 11 0,19 4 0,-5-21 0,1 13 0,15-21 0,-15 12 0,15-22 0,9 5 0,4-7 0,-17-2 0,1-3 0,3-3 0,0-2 0,-2 1 0,1-2 0,-3-1 0,1-3 0,2 1-511,3 2 0,2 1 1,2-3 510,-4-2 0,2-3 0,0-2 0,1 1-598,2-4 0,2 0 0,0-1 0,0 0 598,-5 2 0,1 0 0,0-1 0,0 0 0,-2 0 0,-3 0 0,-1-1 0,-1 1 0,0-2 0,0 1-314,6-5 1,0-1 0,-1 1 0,-1 0 313,-6 5 0,0 0 0,-2 0 0,-3 0-26,-1-4 1,-3-1-1,-1 1 26,11-9 0,-5-1 0,-15-6 0,-2-4 0,1 16 0,2 0 0,-1-3 78,-4-11 0,-1-3 0,0 0-78,5 4 0,1 1 0,-1 1 0,-4 4 0,-1 0 0,0 3 1116,4-12 1,-2 3-1117,-3 15 0,-2 2 1448,-3-16-1448,0 17 97,-8 13-97,-10 15 1242,-1 0-1242,-15 0 0,15 0 0,-14 0 0,13 0 0,-13 0 0,13 0 0,-13 0 0,13 0 0,-13 0 0,13 0 0,-13 0 0,21 0 0,-19 0 0,3 15 0,-17-11 0,12 7 0,-2 2 0,2-4 0,1-1 0,-4-2 0,1 0 0,4 5 0,2 2 0,-16 4 0,9-5 0,19 11 0,-7-21 0,12 22 0,-21-20 0,-2 19 0,13-21 0,-9 22 0,29-20 0,-22 19 0,20-21 0,-11 6 0,7-8 0,6 0 0,-6 0 0,8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407D-D12A-4EB5-3D45-394B55614B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Linked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9060A-1B94-C5E8-1A39-5721CC58F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D100 Surrey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91766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36E0-3BA2-3C80-3275-9F819EE0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92EC-EF6B-87D9-B8C2-4378B9BB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linked list </a:t>
            </a:r>
            <a:r>
              <a:rPr lang="en-US" dirty="0"/>
              <a:t>is a data structure where data is stored as a record (or struct, or object) that contains the data’s value and the address of the next record in the list.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8AE06-75AA-D205-F724-3C61C2173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50" y="3298371"/>
            <a:ext cx="8641997" cy="15951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DCB664-DACE-DAFA-73E9-AE55A4E99199}"/>
                  </a:ext>
                </a:extLst>
              </p14:cNvPr>
              <p14:cNvContentPartPr/>
              <p14:nvPr/>
            </p14:nvContentPartPr>
            <p14:xfrm>
              <a:off x="2800440" y="4667400"/>
              <a:ext cx="7296480" cy="1619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DCB664-DACE-DAFA-73E9-AE55A4E991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1080" y="4658040"/>
                <a:ext cx="7315200" cy="163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206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7F91-E061-11E1-FD4F-B2FF781F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8881-6C5A-9D9E-CD2E-C0DFC49C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07AE-25D8-B06A-F1D0-3CFB11EC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inserting and removing items from a linked list can often be much faster</a:t>
            </a:r>
          </a:p>
          <a:p>
            <a:pPr lvl="1"/>
            <a:r>
              <a:rPr lang="en-US" dirty="0"/>
              <a:t>In a linked list, you don’t need to shuffle items like with arrays</a:t>
            </a:r>
          </a:p>
          <a:p>
            <a:pPr lvl="1"/>
            <a:r>
              <a:rPr lang="en-US" dirty="0"/>
              <a:t>Instead, you can often just modify a few pointers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29A86-8320-F5E0-F5A7-FCB5A982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905" y="4071632"/>
            <a:ext cx="8641997" cy="159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42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16D63-AD9E-DF5B-40B0-12C6ED7C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91E1-3A55-747A-ED64-441D684E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D1991-3201-BAAF-03B7-32CBD282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with a dynamic array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3F4F4B-157D-1034-AA71-83E652E7B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905" y="3599360"/>
            <a:ext cx="8641997" cy="159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EDF3-54F5-C5BC-ED98-512DFF94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F98F-0C99-28B5-4E22-02BF5C6F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39" y="-195623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5A2C-AFE5-1DCE-9826-1E09AD66A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39" y="12648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with a dynamic array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38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35B0-4A1C-01CD-3598-F48F846F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50CA-2C59-5C93-D9DD-6BA38830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39" y="-195623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960E9-E1E7-E0DB-86F0-C82CC7FC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39" y="12648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with a dynamic array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0A7970-2A25-D66E-D7C7-7F0D2A17ABE7}"/>
              </a:ext>
            </a:extLst>
          </p:cNvPr>
          <p:cNvGrpSpPr/>
          <p:nvPr/>
        </p:nvGrpSpPr>
        <p:grpSpPr>
          <a:xfrm>
            <a:off x="1449802" y="3296064"/>
            <a:ext cx="5914662" cy="462224"/>
            <a:chOff x="1932123" y="3818579"/>
            <a:chExt cx="5914662" cy="46222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D4D8BD6-C04A-AED7-E993-714AD32F1979}"/>
                </a:ext>
              </a:extLst>
            </p:cNvPr>
            <p:cNvGrpSpPr/>
            <p:nvPr/>
          </p:nvGrpSpPr>
          <p:grpSpPr>
            <a:xfrm>
              <a:off x="1932123" y="3818579"/>
              <a:ext cx="991947" cy="462224"/>
              <a:chOff x="1932123" y="3818374"/>
              <a:chExt cx="991947" cy="46222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EB2B787-CBD9-43C0-8FFC-45EB5DBB79AA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7401B7-B786-2309-E692-A2ECE8777551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68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LAX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6B548F4-D133-7BD6-2112-18D8C0847E1D}"/>
                </a:ext>
              </a:extLst>
            </p:cNvPr>
            <p:cNvGrpSpPr/>
            <p:nvPr/>
          </p:nvGrpSpPr>
          <p:grpSpPr>
            <a:xfrm>
              <a:off x="2916666" y="3818579"/>
              <a:ext cx="991947" cy="462224"/>
              <a:chOff x="1932123" y="3818374"/>
              <a:chExt cx="991947" cy="46222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BB3A32-34B0-248D-F253-067BD452EC81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3DDFFCA-C1FE-6008-B21C-F326A3E97C58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MSP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8E8E9FE-EB2E-7054-84B1-75D93EA91904}"/>
                </a:ext>
              </a:extLst>
            </p:cNvPr>
            <p:cNvGrpSpPr/>
            <p:nvPr/>
          </p:nvGrpSpPr>
          <p:grpSpPr>
            <a:xfrm>
              <a:off x="3901209" y="3818579"/>
              <a:ext cx="991947" cy="462224"/>
              <a:chOff x="1932123" y="3818374"/>
              <a:chExt cx="991947" cy="46222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946040-6A62-AEED-D009-3F1352C8872A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729F93F-4186-AAF8-BCC1-9894C41641A1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6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1D6BECB-CAEF-C72E-C617-631C1F8A1786}"/>
                </a:ext>
              </a:extLst>
            </p:cNvPr>
            <p:cNvGrpSpPr/>
            <p:nvPr/>
          </p:nvGrpSpPr>
          <p:grpSpPr>
            <a:xfrm>
              <a:off x="4885752" y="3818579"/>
              <a:ext cx="991947" cy="462224"/>
              <a:chOff x="1932123" y="3818374"/>
              <a:chExt cx="991947" cy="46222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B2C8AA1-9B59-61D0-6E06-91582558FAD7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7A0367-3E73-747A-7C5A-5310E9E50089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ED73098-B743-F83E-6A95-A159E35D081D}"/>
                </a:ext>
              </a:extLst>
            </p:cNvPr>
            <p:cNvGrpSpPr/>
            <p:nvPr/>
          </p:nvGrpSpPr>
          <p:grpSpPr>
            <a:xfrm>
              <a:off x="5870295" y="3818579"/>
              <a:ext cx="991947" cy="462224"/>
              <a:chOff x="1932123" y="3818374"/>
              <a:chExt cx="991947" cy="46222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C0CEA91-7742-23E6-4A95-8A0F56F9786D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529E77-AC49-2AE9-3D6B-48EF830625A3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EF0FD4B-77FD-EC70-165F-5218B0183B1B}"/>
                </a:ext>
              </a:extLst>
            </p:cNvPr>
            <p:cNvGrpSpPr/>
            <p:nvPr/>
          </p:nvGrpSpPr>
          <p:grpSpPr>
            <a:xfrm>
              <a:off x="6854838" y="3818579"/>
              <a:ext cx="991947" cy="462224"/>
              <a:chOff x="1932123" y="3818374"/>
              <a:chExt cx="991947" cy="46222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AE1541A-706A-5B2C-6407-00015EA6EB69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455ACAA-9B92-FEE4-B18E-C1B44FC4D109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352B3158-A3B5-C77A-0E78-4ACDDEB1C74C}"/>
              </a:ext>
            </a:extLst>
          </p:cNvPr>
          <p:cNvSpPr txBox="1"/>
          <p:nvPr/>
        </p:nvSpPr>
        <p:spPr>
          <a:xfrm>
            <a:off x="987816" y="32960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DEADA-A1E5-C005-36C8-3AAC20BC8FDE}"/>
              </a:ext>
            </a:extLst>
          </p:cNvPr>
          <p:cNvSpPr txBox="1"/>
          <p:nvPr/>
        </p:nvSpPr>
        <p:spPr>
          <a:xfrm>
            <a:off x="5599575" y="290019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6269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72D0-B116-C30A-CDBB-77BDB51A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2637-D96E-2E7B-23EC-7BEFEF46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39" y="-195623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7725-32CA-8C47-CE1A-7C69AE0C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39" y="12648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with a dynamic array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7C46FE8-0F98-A415-486B-8AC828D387EA}"/>
              </a:ext>
            </a:extLst>
          </p:cNvPr>
          <p:cNvGrpSpPr/>
          <p:nvPr/>
        </p:nvGrpSpPr>
        <p:grpSpPr>
          <a:xfrm>
            <a:off x="1449802" y="3296064"/>
            <a:ext cx="5914662" cy="462224"/>
            <a:chOff x="1932123" y="3818579"/>
            <a:chExt cx="5914662" cy="46222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E666B28-A0DC-5B14-4D69-68542A5498B5}"/>
                </a:ext>
              </a:extLst>
            </p:cNvPr>
            <p:cNvGrpSpPr/>
            <p:nvPr/>
          </p:nvGrpSpPr>
          <p:grpSpPr>
            <a:xfrm>
              <a:off x="1932123" y="3818579"/>
              <a:ext cx="991947" cy="462224"/>
              <a:chOff x="1932123" y="3818374"/>
              <a:chExt cx="991947" cy="46222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1D591CE-93FC-FB06-FA12-155D7C00095E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5A922C-F5B8-EA55-314B-C0C1013E813C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68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LAX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D80EFE4-BD6B-67DF-4FBE-18B0087E0DE3}"/>
                </a:ext>
              </a:extLst>
            </p:cNvPr>
            <p:cNvGrpSpPr/>
            <p:nvPr/>
          </p:nvGrpSpPr>
          <p:grpSpPr>
            <a:xfrm>
              <a:off x="2916666" y="3818579"/>
              <a:ext cx="991947" cy="462224"/>
              <a:chOff x="1932123" y="3818374"/>
              <a:chExt cx="991947" cy="46222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9CA33AE-8DC0-B627-40B7-0FDEC89D2BE0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BB4DD6-819E-6A76-19B7-6D31F8FED146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MSP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C123DDF-2A05-FD31-A598-722F5037A712}"/>
                </a:ext>
              </a:extLst>
            </p:cNvPr>
            <p:cNvGrpSpPr/>
            <p:nvPr/>
          </p:nvGrpSpPr>
          <p:grpSpPr>
            <a:xfrm>
              <a:off x="3901209" y="3818579"/>
              <a:ext cx="991947" cy="462224"/>
              <a:chOff x="1932123" y="3818374"/>
              <a:chExt cx="991947" cy="46222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5F95D79-2219-BC7C-4C69-CAA1998DB1FC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DF053C-C60E-75A5-C9A9-96E95C560A5F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6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D4B23A8-FB37-96FD-5654-844F13ED73FA}"/>
                </a:ext>
              </a:extLst>
            </p:cNvPr>
            <p:cNvGrpSpPr/>
            <p:nvPr/>
          </p:nvGrpSpPr>
          <p:grpSpPr>
            <a:xfrm>
              <a:off x="4885752" y="3818579"/>
              <a:ext cx="991947" cy="462224"/>
              <a:chOff x="1932123" y="3818374"/>
              <a:chExt cx="991947" cy="46222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6EA4436-E2B1-70DD-D4C5-7A24FB6DA273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2766F1-B37A-D242-2C81-FBE57CAE3232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2BAEB05-DBE3-6E7D-C2E1-F368B2AC7BE1}"/>
                </a:ext>
              </a:extLst>
            </p:cNvPr>
            <p:cNvGrpSpPr/>
            <p:nvPr/>
          </p:nvGrpSpPr>
          <p:grpSpPr>
            <a:xfrm>
              <a:off x="5870295" y="3818579"/>
              <a:ext cx="991947" cy="462224"/>
              <a:chOff x="1932123" y="3818374"/>
              <a:chExt cx="991947" cy="46222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5838489-C5AE-8898-C3D1-994913D22505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2C3B80-43EC-2C6A-0E0A-1E046FA9CFC2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8A99B79-F5C9-714A-F2CA-8D5843432F18}"/>
                </a:ext>
              </a:extLst>
            </p:cNvPr>
            <p:cNvGrpSpPr/>
            <p:nvPr/>
          </p:nvGrpSpPr>
          <p:grpSpPr>
            <a:xfrm>
              <a:off x="6854838" y="3818579"/>
              <a:ext cx="991947" cy="462224"/>
              <a:chOff x="1932123" y="3818374"/>
              <a:chExt cx="991947" cy="46222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17269E-89E9-7378-D72F-F4E303B9DD48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B5E5BD0-F0A3-6B0A-6C89-650AC586B7D5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FD4CDDE-CCAD-1010-70CD-93E3D00A6285}"/>
              </a:ext>
            </a:extLst>
          </p:cNvPr>
          <p:cNvSpPr txBox="1"/>
          <p:nvPr/>
        </p:nvSpPr>
        <p:spPr>
          <a:xfrm>
            <a:off x="987816" y="32960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C81BA-EBEC-ABF3-7D3E-2E0A6836CB18}"/>
              </a:ext>
            </a:extLst>
          </p:cNvPr>
          <p:cNvSpPr txBox="1"/>
          <p:nvPr/>
        </p:nvSpPr>
        <p:spPr>
          <a:xfrm>
            <a:off x="5599575" y="290019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6D7A76-17F0-CE77-B04E-E660351BCBBB}"/>
              </a:ext>
            </a:extLst>
          </p:cNvPr>
          <p:cNvGrpSpPr/>
          <p:nvPr/>
        </p:nvGrpSpPr>
        <p:grpSpPr>
          <a:xfrm>
            <a:off x="1385575" y="4290349"/>
            <a:ext cx="5914662" cy="462224"/>
            <a:chOff x="1932123" y="3818579"/>
            <a:chExt cx="5914662" cy="4622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EFA4B99-D630-D8B9-1455-4144B53B6F7F}"/>
                </a:ext>
              </a:extLst>
            </p:cNvPr>
            <p:cNvGrpSpPr/>
            <p:nvPr/>
          </p:nvGrpSpPr>
          <p:grpSpPr>
            <a:xfrm>
              <a:off x="1932123" y="3818579"/>
              <a:ext cx="991947" cy="462224"/>
              <a:chOff x="1932123" y="3818374"/>
              <a:chExt cx="991947" cy="46222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20833FC-A3A6-30A1-B279-DA5E586F0AEA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FE974E8-4402-0685-9F1F-371E3B71D66A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MSP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120A85-A56A-468E-AFD5-49618B170F71}"/>
                </a:ext>
              </a:extLst>
            </p:cNvPr>
            <p:cNvGrpSpPr/>
            <p:nvPr/>
          </p:nvGrpSpPr>
          <p:grpSpPr>
            <a:xfrm>
              <a:off x="2916666" y="3818579"/>
              <a:ext cx="991947" cy="462224"/>
              <a:chOff x="1932123" y="3818374"/>
              <a:chExt cx="991947" cy="462224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9ACCD2E-743F-CE96-6990-F1B647CF1973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55022B-9875-E758-D5FA-D09522A38FE7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6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ATL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2ACFE4-1876-0D50-D3F5-BBCB88CA13CF}"/>
                </a:ext>
              </a:extLst>
            </p:cNvPr>
            <p:cNvGrpSpPr/>
            <p:nvPr/>
          </p:nvGrpSpPr>
          <p:grpSpPr>
            <a:xfrm>
              <a:off x="3901209" y="3818579"/>
              <a:ext cx="991947" cy="462224"/>
              <a:chOff x="1932123" y="3818374"/>
              <a:chExt cx="991947" cy="46222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2B6F120-0C18-6F47-B7B6-F50A4BD41006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2B20D25-E9FD-E318-7F35-82AB5F05F7A6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BOS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FA446A5-B813-A711-B32A-B852F8A313C9}"/>
                </a:ext>
              </a:extLst>
            </p:cNvPr>
            <p:cNvGrpSpPr/>
            <p:nvPr/>
          </p:nvGrpSpPr>
          <p:grpSpPr>
            <a:xfrm>
              <a:off x="4885752" y="3818579"/>
              <a:ext cx="991947" cy="462224"/>
              <a:chOff x="1932123" y="3818374"/>
              <a:chExt cx="991947" cy="462224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44F50D7-2359-9866-DAFB-3E663BD99EF5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22583E-1745-C386-6F0E-89D15661DB69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???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188ED2-6A2D-44D3-6153-5FE81ACDF8BF}"/>
                </a:ext>
              </a:extLst>
            </p:cNvPr>
            <p:cNvGrpSpPr/>
            <p:nvPr/>
          </p:nvGrpSpPr>
          <p:grpSpPr>
            <a:xfrm>
              <a:off x="5870295" y="3818579"/>
              <a:ext cx="991947" cy="462224"/>
              <a:chOff x="1932123" y="3818374"/>
              <a:chExt cx="991947" cy="46222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9C6B3DF-683B-9CB6-D3E0-BFC59903F3D6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1E8A089-C636-7ECF-466D-E822D0E0645F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A5A6618-D344-9939-1DA1-996C79FF9646}"/>
                </a:ext>
              </a:extLst>
            </p:cNvPr>
            <p:cNvGrpSpPr/>
            <p:nvPr/>
          </p:nvGrpSpPr>
          <p:grpSpPr>
            <a:xfrm>
              <a:off x="6854838" y="3818579"/>
              <a:ext cx="991947" cy="462224"/>
              <a:chOff x="1932123" y="3818374"/>
              <a:chExt cx="991947" cy="46222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433CDC4-8B25-6328-4458-7170C21BA5B2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66D4FA-E0FB-10DB-14C9-E169125EA6BB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AC4F120-7A69-4600-E08F-23DE4F4A63C1}"/>
              </a:ext>
            </a:extLst>
          </p:cNvPr>
          <p:cNvSpPr txBox="1"/>
          <p:nvPr/>
        </p:nvSpPr>
        <p:spPr>
          <a:xfrm>
            <a:off x="923589" y="429034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95C76D-97C1-CFA8-341D-071500863F03}"/>
              </a:ext>
            </a:extLst>
          </p:cNvPr>
          <p:cNvSpPr txBox="1"/>
          <p:nvPr/>
        </p:nvSpPr>
        <p:spPr>
          <a:xfrm>
            <a:off x="4528535" y="3903863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DF2551C7-2A18-3140-2EA9-CD1FE49B64CF}"/>
              </a:ext>
            </a:extLst>
          </p:cNvPr>
          <p:cNvSpPr/>
          <p:nvPr/>
        </p:nvSpPr>
        <p:spPr>
          <a:xfrm>
            <a:off x="3994915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0FAEDF0-FBCC-418D-8C0E-A0B4A9976736}"/>
              </a:ext>
            </a:extLst>
          </p:cNvPr>
          <p:cNvSpPr/>
          <p:nvPr/>
        </p:nvSpPr>
        <p:spPr>
          <a:xfrm>
            <a:off x="2967663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8F78511C-EE90-CD2E-AD00-38B01ACEA6CA}"/>
              </a:ext>
            </a:extLst>
          </p:cNvPr>
          <p:cNvSpPr/>
          <p:nvPr/>
        </p:nvSpPr>
        <p:spPr>
          <a:xfrm>
            <a:off x="1940411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3C7FB9F-EA28-19B3-15E0-8AFD8C386781}"/>
              </a:ext>
            </a:extLst>
          </p:cNvPr>
          <p:cNvSpPr txBox="1"/>
          <p:nvPr/>
        </p:nvSpPr>
        <p:spPr>
          <a:xfrm>
            <a:off x="8390375" y="3989196"/>
            <a:ext cx="2204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first item requires moving all other items one position to the left.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8A40D8-07F9-6B76-6664-F0DBF03DAB4A}"/>
              </a:ext>
            </a:extLst>
          </p:cNvPr>
          <p:cNvGrpSpPr/>
          <p:nvPr/>
        </p:nvGrpSpPr>
        <p:grpSpPr>
          <a:xfrm>
            <a:off x="1307161" y="3037608"/>
            <a:ext cx="1106160" cy="886243"/>
            <a:chOff x="1838085" y="5759006"/>
            <a:chExt cx="743578" cy="87666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6BCA8AD-CAC5-8EF9-61EA-30D4799D8D8B}"/>
                </a:ext>
              </a:extLst>
            </p:cNvPr>
            <p:cNvCxnSpPr/>
            <p:nvPr/>
          </p:nvCxnSpPr>
          <p:spPr>
            <a:xfrm flipV="1">
              <a:off x="1838085" y="5841846"/>
              <a:ext cx="743578" cy="7938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8015995-C804-C1E1-B021-257C8B20F2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6168" y="5759006"/>
              <a:ext cx="485495" cy="834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417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90B8-7E28-97C0-5F96-0177A854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C02F-AFDD-700A-1F49-B55C0D988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39" y="-195623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0300-8D6A-CC3B-F044-D199D8C90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39" y="126487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Compared to arrays, linked lists can also give you better control over memory</a:t>
            </a:r>
          </a:p>
          <a:p>
            <a:pPr lvl="1"/>
            <a:r>
              <a:rPr lang="en-US" dirty="0"/>
              <a:t>You can easily add one item at a time without needing to pre-allocate memory like you must do with a dynamic array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C39BA-3556-64BF-D02E-75844C819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92" y="5063321"/>
            <a:ext cx="7537862" cy="139137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C915D4-DFF7-1CA9-AE94-763BE3DF7718}"/>
              </a:ext>
            </a:extLst>
          </p:cNvPr>
          <p:cNvCxnSpPr/>
          <p:nvPr/>
        </p:nvCxnSpPr>
        <p:spPr>
          <a:xfrm flipV="1">
            <a:off x="1838085" y="5841846"/>
            <a:ext cx="743578" cy="793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342FE0-3DA6-6FA3-BE80-E6101614963D}"/>
              </a:ext>
            </a:extLst>
          </p:cNvPr>
          <p:cNvCxnSpPr>
            <a:cxnSpLocks/>
          </p:cNvCxnSpPr>
          <p:nvPr/>
        </p:nvCxnSpPr>
        <p:spPr>
          <a:xfrm flipH="1" flipV="1">
            <a:off x="2096168" y="5759006"/>
            <a:ext cx="485495" cy="834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>
            <a:extLst>
              <a:ext uri="{FF2B5EF4-FFF2-40B4-BE49-F238E27FC236}">
                <a16:creationId xmlns:a16="http://schemas.microsoft.com/office/drawing/2014/main" id="{94AE61AA-4814-6C64-AB7F-1983BB22E6C6}"/>
              </a:ext>
            </a:extLst>
          </p:cNvPr>
          <p:cNvSpPr/>
          <p:nvPr/>
        </p:nvSpPr>
        <p:spPr>
          <a:xfrm>
            <a:off x="1385575" y="5494326"/>
            <a:ext cx="452510" cy="333089"/>
          </a:xfrm>
          <a:custGeom>
            <a:avLst/>
            <a:gdLst>
              <a:gd name="csX0" fmla="*/ 0 w 452510"/>
              <a:gd name="csY0" fmla="*/ 11541 h 333089"/>
              <a:gd name="csX1" fmla="*/ 70339 w 452510"/>
              <a:gd name="csY1" fmla="*/ 1493 h 333089"/>
              <a:gd name="csX2" fmla="*/ 80387 w 452510"/>
              <a:gd name="csY2" fmla="*/ 31638 h 333089"/>
              <a:gd name="csX3" fmla="*/ 90435 w 452510"/>
              <a:gd name="csY3" fmla="*/ 101977 h 333089"/>
              <a:gd name="csX4" fmla="*/ 150725 w 452510"/>
              <a:gd name="csY4" fmla="*/ 71832 h 333089"/>
              <a:gd name="csX5" fmla="*/ 160774 w 452510"/>
              <a:gd name="csY5" fmla="*/ 101977 h 333089"/>
              <a:gd name="csX6" fmla="*/ 170822 w 452510"/>
              <a:gd name="csY6" fmla="*/ 142170 h 333089"/>
              <a:gd name="csX7" fmla="*/ 211016 w 452510"/>
              <a:gd name="csY7" fmla="*/ 132122 h 333089"/>
              <a:gd name="csX8" fmla="*/ 241161 w 452510"/>
              <a:gd name="csY8" fmla="*/ 122073 h 333089"/>
              <a:gd name="csX9" fmla="*/ 271306 w 452510"/>
              <a:gd name="csY9" fmla="*/ 132122 h 333089"/>
              <a:gd name="csX10" fmla="*/ 311499 w 452510"/>
              <a:gd name="csY10" fmla="*/ 212509 h 333089"/>
              <a:gd name="csX11" fmla="*/ 341644 w 452510"/>
              <a:gd name="csY11" fmla="*/ 202460 h 333089"/>
              <a:gd name="csX12" fmla="*/ 351692 w 452510"/>
              <a:gd name="csY12" fmla="*/ 232605 h 333089"/>
              <a:gd name="csX13" fmla="*/ 361741 w 452510"/>
              <a:gd name="csY13" fmla="*/ 272799 h 333089"/>
              <a:gd name="csX14" fmla="*/ 401934 w 452510"/>
              <a:gd name="csY14" fmla="*/ 262750 h 333089"/>
              <a:gd name="csX15" fmla="*/ 442128 w 452510"/>
              <a:gd name="csY15" fmla="*/ 272799 h 333089"/>
              <a:gd name="csX16" fmla="*/ 452176 w 452510"/>
              <a:gd name="csY16" fmla="*/ 333089 h 333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2510" h="333089">
                <a:moveTo>
                  <a:pt x="0" y="11541"/>
                </a:moveTo>
                <a:cubicBezTo>
                  <a:pt x="23446" y="8192"/>
                  <a:pt x="47362" y="-4251"/>
                  <a:pt x="70339" y="1493"/>
                </a:cubicBezTo>
                <a:cubicBezTo>
                  <a:pt x="80615" y="4062"/>
                  <a:pt x="78310" y="21252"/>
                  <a:pt x="80387" y="31638"/>
                </a:cubicBezTo>
                <a:cubicBezTo>
                  <a:pt x="85032" y="54862"/>
                  <a:pt x="87086" y="78531"/>
                  <a:pt x="90435" y="101977"/>
                </a:cubicBezTo>
                <a:cubicBezTo>
                  <a:pt x="95512" y="98592"/>
                  <a:pt x="138838" y="65889"/>
                  <a:pt x="150725" y="71832"/>
                </a:cubicBezTo>
                <a:cubicBezTo>
                  <a:pt x="160199" y="76569"/>
                  <a:pt x="157864" y="91793"/>
                  <a:pt x="160774" y="101977"/>
                </a:cubicBezTo>
                <a:cubicBezTo>
                  <a:pt x="164568" y="115256"/>
                  <a:pt x="167473" y="128772"/>
                  <a:pt x="170822" y="142170"/>
                </a:cubicBezTo>
                <a:cubicBezTo>
                  <a:pt x="184220" y="138821"/>
                  <a:pt x="197737" y="135916"/>
                  <a:pt x="211016" y="132122"/>
                </a:cubicBezTo>
                <a:cubicBezTo>
                  <a:pt x="221200" y="129212"/>
                  <a:pt x="230569" y="122073"/>
                  <a:pt x="241161" y="122073"/>
                </a:cubicBezTo>
                <a:cubicBezTo>
                  <a:pt x="251753" y="122073"/>
                  <a:pt x="261258" y="128772"/>
                  <a:pt x="271306" y="132122"/>
                </a:cubicBezTo>
                <a:cubicBezTo>
                  <a:pt x="276529" y="163461"/>
                  <a:pt x="268439" y="205333"/>
                  <a:pt x="311499" y="212509"/>
                </a:cubicBezTo>
                <a:cubicBezTo>
                  <a:pt x="321947" y="214250"/>
                  <a:pt x="331596" y="205810"/>
                  <a:pt x="341644" y="202460"/>
                </a:cubicBezTo>
                <a:cubicBezTo>
                  <a:pt x="344993" y="212508"/>
                  <a:pt x="348782" y="222421"/>
                  <a:pt x="351692" y="232605"/>
                </a:cubicBezTo>
                <a:cubicBezTo>
                  <a:pt x="355486" y="245884"/>
                  <a:pt x="349899" y="265694"/>
                  <a:pt x="361741" y="272799"/>
                </a:cubicBezTo>
                <a:cubicBezTo>
                  <a:pt x="373583" y="279904"/>
                  <a:pt x="388536" y="266100"/>
                  <a:pt x="401934" y="262750"/>
                </a:cubicBezTo>
                <a:cubicBezTo>
                  <a:pt x="415332" y="266100"/>
                  <a:pt x="431344" y="264172"/>
                  <a:pt x="442128" y="272799"/>
                </a:cubicBezTo>
                <a:cubicBezTo>
                  <a:pt x="455353" y="283379"/>
                  <a:pt x="452176" y="319956"/>
                  <a:pt x="452176" y="33308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E9D35B-86FE-E1C6-0E9E-1F54A30BE6FC}"/>
              </a:ext>
            </a:extLst>
          </p:cNvPr>
          <p:cNvCxnSpPr/>
          <p:nvPr/>
        </p:nvCxnSpPr>
        <p:spPr>
          <a:xfrm>
            <a:off x="1715389" y="5316370"/>
            <a:ext cx="1552074" cy="6256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6DF060-93CD-D6E4-AEE7-9C17422AE266}"/>
              </a:ext>
            </a:extLst>
          </p:cNvPr>
          <p:cNvGrpSpPr/>
          <p:nvPr/>
        </p:nvGrpSpPr>
        <p:grpSpPr>
          <a:xfrm>
            <a:off x="1449802" y="3296064"/>
            <a:ext cx="5914662" cy="462224"/>
            <a:chOff x="1932123" y="3818579"/>
            <a:chExt cx="5914662" cy="46222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C62CF4C-C09C-6397-C67A-AC90C85DA772}"/>
                </a:ext>
              </a:extLst>
            </p:cNvPr>
            <p:cNvGrpSpPr/>
            <p:nvPr/>
          </p:nvGrpSpPr>
          <p:grpSpPr>
            <a:xfrm>
              <a:off x="1932123" y="3818579"/>
              <a:ext cx="991947" cy="462224"/>
              <a:chOff x="1932123" y="3818374"/>
              <a:chExt cx="991947" cy="46222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6F670E-BBC3-95DA-D7B4-38FA382A158B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43035A-5C80-FF2E-CBCA-8E341192E22B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68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LAX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C77C1A8-13B5-6AFE-6BE5-454D670F5903}"/>
                </a:ext>
              </a:extLst>
            </p:cNvPr>
            <p:cNvGrpSpPr/>
            <p:nvPr/>
          </p:nvGrpSpPr>
          <p:grpSpPr>
            <a:xfrm>
              <a:off x="2916666" y="3818579"/>
              <a:ext cx="991947" cy="462224"/>
              <a:chOff x="1932123" y="3818374"/>
              <a:chExt cx="991947" cy="46222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72B069E-B019-C502-0DCD-18F8FF69C9D7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4D7F3E6-AE2D-203A-4ADD-8E780FCB5710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MSP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615495-C341-3233-4597-4E21FCEA2B71}"/>
                </a:ext>
              </a:extLst>
            </p:cNvPr>
            <p:cNvGrpSpPr/>
            <p:nvPr/>
          </p:nvGrpSpPr>
          <p:grpSpPr>
            <a:xfrm>
              <a:off x="3901209" y="3818579"/>
              <a:ext cx="991947" cy="462224"/>
              <a:chOff x="1932123" y="3818374"/>
              <a:chExt cx="991947" cy="462224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BE3428E-EB73-F302-1760-472AAB40936D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E47FC6-C4EA-ADB8-3A53-F57824455F36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6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ATL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270605A-19CF-4CA5-2C11-8A672DABAC22}"/>
                </a:ext>
              </a:extLst>
            </p:cNvPr>
            <p:cNvGrpSpPr/>
            <p:nvPr/>
          </p:nvGrpSpPr>
          <p:grpSpPr>
            <a:xfrm>
              <a:off x="4885752" y="3818579"/>
              <a:ext cx="991947" cy="462224"/>
              <a:chOff x="1932123" y="3818374"/>
              <a:chExt cx="991947" cy="46222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E2532A1-A06C-8205-616C-7C02ACF48B63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0C84A73-D74F-CD2D-5267-61998FD0E552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54462AB-05EF-A12D-1381-64FC30FEEC13}"/>
                </a:ext>
              </a:extLst>
            </p:cNvPr>
            <p:cNvGrpSpPr/>
            <p:nvPr/>
          </p:nvGrpSpPr>
          <p:grpSpPr>
            <a:xfrm>
              <a:off x="5870295" y="3818579"/>
              <a:ext cx="991947" cy="462224"/>
              <a:chOff x="1932123" y="3818374"/>
              <a:chExt cx="991947" cy="46222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D02993B-54FE-9E40-9B59-F93A41E6531C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7BF20FB-7D47-8A23-BFBE-A6E94D0278A4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F508A65-EF62-9AEC-4FC9-09012A00B20C}"/>
                </a:ext>
              </a:extLst>
            </p:cNvPr>
            <p:cNvGrpSpPr/>
            <p:nvPr/>
          </p:nvGrpSpPr>
          <p:grpSpPr>
            <a:xfrm>
              <a:off x="6854838" y="3818579"/>
              <a:ext cx="991947" cy="462224"/>
              <a:chOff x="1932123" y="3818374"/>
              <a:chExt cx="991947" cy="46222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DEA4E64-1048-AF3F-7E2C-141F8756A43B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DE5031D-C30F-6E87-62D6-C0181981660C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469B2D3-B937-3438-BC6A-D486E32139D9}"/>
              </a:ext>
            </a:extLst>
          </p:cNvPr>
          <p:cNvSpPr txBox="1"/>
          <p:nvPr/>
        </p:nvSpPr>
        <p:spPr>
          <a:xfrm>
            <a:off x="987816" y="329606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D0ED5-4118-4292-B467-31C15EDB1829}"/>
              </a:ext>
            </a:extLst>
          </p:cNvPr>
          <p:cNvSpPr txBox="1"/>
          <p:nvPr/>
        </p:nvSpPr>
        <p:spPr>
          <a:xfrm>
            <a:off x="5599575" y="290019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B2B9B9-06D9-2B3B-D7C6-F64799C40E62}"/>
              </a:ext>
            </a:extLst>
          </p:cNvPr>
          <p:cNvGrpSpPr/>
          <p:nvPr/>
        </p:nvGrpSpPr>
        <p:grpSpPr>
          <a:xfrm>
            <a:off x="1385575" y="4290349"/>
            <a:ext cx="5914662" cy="462224"/>
            <a:chOff x="1932123" y="3818579"/>
            <a:chExt cx="5914662" cy="46222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BDD44DC-A177-F9FB-6FCF-24D16435B928}"/>
                </a:ext>
              </a:extLst>
            </p:cNvPr>
            <p:cNvGrpSpPr/>
            <p:nvPr/>
          </p:nvGrpSpPr>
          <p:grpSpPr>
            <a:xfrm>
              <a:off x="1932123" y="3818579"/>
              <a:ext cx="991947" cy="462224"/>
              <a:chOff x="1932123" y="3818374"/>
              <a:chExt cx="991947" cy="462224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C5A56F4-E557-9A87-0CB5-CE6D8D8E10F3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2D184AE-F5BB-B677-D3B7-2912D671D0B0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MSP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4681C2-FC7B-2E63-957E-D9000D5AA654}"/>
                </a:ext>
              </a:extLst>
            </p:cNvPr>
            <p:cNvGrpSpPr/>
            <p:nvPr/>
          </p:nvGrpSpPr>
          <p:grpSpPr>
            <a:xfrm>
              <a:off x="2916666" y="3818579"/>
              <a:ext cx="991947" cy="462224"/>
              <a:chOff x="1932123" y="3818374"/>
              <a:chExt cx="991947" cy="462224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4F28C61-A73D-B9E1-6676-D2560819A30D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D8C7ED4-0634-C2D7-5B77-5A8D16943D66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6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ATL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95639B0-38B9-FF08-7B72-128E0BFC97F1}"/>
                </a:ext>
              </a:extLst>
            </p:cNvPr>
            <p:cNvGrpSpPr/>
            <p:nvPr/>
          </p:nvGrpSpPr>
          <p:grpSpPr>
            <a:xfrm>
              <a:off x="3901209" y="3818579"/>
              <a:ext cx="991947" cy="462224"/>
              <a:chOff x="1932123" y="3818374"/>
              <a:chExt cx="991947" cy="462224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4DEFBB6-5530-9B35-95FB-33730B617F36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CD65DA-3A5A-A90D-6416-E70463ECF6F2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622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BOS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AA6C721-A8C9-912A-D8EA-27CD6C1266A0}"/>
                </a:ext>
              </a:extLst>
            </p:cNvPr>
            <p:cNvGrpSpPr/>
            <p:nvPr/>
          </p:nvGrpSpPr>
          <p:grpSpPr>
            <a:xfrm>
              <a:off x="4885752" y="3818579"/>
              <a:ext cx="991947" cy="462224"/>
              <a:chOff x="1932123" y="3818374"/>
              <a:chExt cx="991947" cy="462224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BE27E97-76DD-0DE4-401D-6EE30D69B614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2AB4553-17DC-67C7-A087-28E723AEFF27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???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CEFE410-ADAA-A07A-7400-015AC316EDA5}"/>
                </a:ext>
              </a:extLst>
            </p:cNvPr>
            <p:cNvGrpSpPr/>
            <p:nvPr/>
          </p:nvGrpSpPr>
          <p:grpSpPr>
            <a:xfrm>
              <a:off x="5870295" y="3818579"/>
              <a:ext cx="991947" cy="462224"/>
              <a:chOff x="1932123" y="3818374"/>
              <a:chExt cx="991947" cy="46222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0FF3D41-252D-46BF-C944-CEAC62100C11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9FE1BC5-88F2-D4F7-5FDE-FD7D0106B545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7B7C0AB-9FF3-8D5D-4DAE-D681482B35CE}"/>
                </a:ext>
              </a:extLst>
            </p:cNvPr>
            <p:cNvGrpSpPr/>
            <p:nvPr/>
          </p:nvGrpSpPr>
          <p:grpSpPr>
            <a:xfrm>
              <a:off x="6854838" y="3818579"/>
              <a:ext cx="991947" cy="462224"/>
              <a:chOff x="1932123" y="3818374"/>
              <a:chExt cx="991947" cy="46222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9CC9981-E531-24B5-70B0-D9C9A12D939D}"/>
                  </a:ext>
                </a:extLst>
              </p:cNvPr>
              <p:cNvSpPr/>
              <p:nvPr/>
            </p:nvSpPr>
            <p:spPr>
              <a:xfrm>
                <a:off x="1932123" y="3818374"/>
                <a:ext cx="991947" cy="4622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6093D27-EDA6-C7E4-194D-E596F5214D0D}"/>
                  </a:ext>
                </a:extLst>
              </p:cNvPr>
              <p:cNvSpPr txBox="1"/>
              <p:nvPr/>
            </p:nvSpPr>
            <p:spPr>
              <a:xfrm>
                <a:off x="2143724" y="3864820"/>
                <a:ext cx="530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???</a:t>
                </a:r>
              </a:p>
            </p:txBody>
          </p:sp>
        </p:grp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38E5322-A2A4-CFC7-F139-4C4DA63029AC}"/>
              </a:ext>
            </a:extLst>
          </p:cNvPr>
          <p:cNvSpPr txBox="1"/>
          <p:nvPr/>
        </p:nvSpPr>
        <p:spPr>
          <a:xfrm>
            <a:off x="923589" y="429034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25A488-74FF-A9FD-773F-FB57DF8BB45B}"/>
              </a:ext>
            </a:extLst>
          </p:cNvPr>
          <p:cNvSpPr txBox="1"/>
          <p:nvPr/>
        </p:nvSpPr>
        <p:spPr>
          <a:xfrm>
            <a:off x="4528535" y="3903863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end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12386BD2-D31F-761F-9730-7C134DDA517E}"/>
              </a:ext>
            </a:extLst>
          </p:cNvPr>
          <p:cNvSpPr/>
          <p:nvPr/>
        </p:nvSpPr>
        <p:spPr>
          <a:xfrm>
            <a:off x="3994915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6DAF07EA-6579-08B8-1979-AE6370D2A896}"/>
              </a:ext>
            </a:extLst>
          </p:cNvPr>
          <p:cNvSpPr/>
          <p:nvPr/>
        </p:nvSpPr>
        <p:spPr>
          <a:xfrm>
            <a:off x="2967663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3205DE79-6B56-D1C4-005F-0BFDC4616B30}"/>
              </a:ext>
            </a:extLst>
          </p:cNvPr>
          <p:cNvSpPr/>
          <p:nvPr/>
        </p:nvSpPr>
        <p:spPr>
          <a:xfrm>
            <a:off x="1940411" y="4862216"/>
            <a:ext cx="703385" cy="191011"/>
          </a:xfrm>
          <a:custGeom>
            <a:avLst/>
            <a:gdLst>
              <a:gd name="csX0" fmla="*/ 703385 w 703385"/>
              <a:gd name="csY0" fmla="*/ 20096 h 191011"/>
              <a:gd name="csX1" fmla="*/ 301451 w 703385"/>
              <a:gd name="csY1" fmla="*/ 190918 h 191011"/>
              <a:gd name="csX2" fmla="*/ 0 w 703385"/>
              <a:gd name="csY2" fmla="*/ 0 h 1910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3385" h="191011">
                <a:moveTo>
                  <a:pt x="703385" y="20096"/>
                </a:moveTo>
                <a:cubicBezTo>
                  <a:pt x="561033" y="107181"/>
                  <a:pt x="418682" y="194267"/>
                  <a:pt x="301451" y="190918"/>
                </a:cubicBezTo>
                <a:cubicBezTo>
                  <a:pt x="184220" y="187569"/>
                  <a:pt x="92110" y="93784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E98146C-B5AA-3FF9-957E-0BCC21F9476A}"/>
              </a:ext>
            </a:extLst>
          </p:cNvPr>
          <p:cNvGrpSpPr/>
          <p:nvPr/>
        </p:nvGrpSpPr>
        <p:grpSpPr>
          <a:xfrm>
            <a:off x="1307161" y="3037608"/>
            <a:ext cx="1106160" cy="886243"/>
            <a:chOff x="1838085" y="5759006"/>
            <a:chExt cx="743578" cy="876660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26ABFD3-7FB7-0C69-53C6-072C6C8FF63A}"/>
                </a:ext>
              </a:extLst>
            </p:cNvPr>
            <p:cNvCxnSpPr/>
            <p:nvPr/>
          </p:nvCxnSpPr>
          <p:spPr>
            <a:xfrm flipV="1">
              <a:off x="1838085" y="5841846"/>
              <a:ext cx="743578" cy="79382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316A3C5-88A0-44C3-F137-8B390878F6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6168" y="5759006"/>
              <a:ext cx="485495" cy="834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5195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0E4C-6990-68E8-EDC5-BD265307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5B2C65-AD01-A7BC-1BC9-B9F3881AC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65" y="2463896"/>
            <a:ext cx="8641997" cy="15951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22EFDC-343D-34E3-4E0A-F0FB9181472C}"/>
              </a:ext>
            </a:extLst>
          </p:cNvPr>
          <p:cNvSpPr txBox="1"/>
          <p:nvPr/>
        </p:nvSpPr>
        <p:spPr>
          <a:xfrm>
            <a:off x="9469735" y="4059072"/>
            <a:ext cx="117146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nullptr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FCABD-4184-049E-C8F7-A22D575CD4CB}"/>
              </a:ext>
            </a:extLst>
          </p:cNvPr>
          <p:cNvSpPr txBox="1"/>
          <p:nvPr/>
        </p:nvSpPr>
        <p:spPr>
          <a:xfrm>
            <a:off x="6096000" y="217127"/>
            <a:ext cx="31422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struct Node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string data;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  Node* next;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C87FB-FDFC-BCB6-EDF3-F66FBB5B64FC}"/>
              </a:ext>
            </a:extLst>
          </p:cNvPr>
          <p:cNvSpPr txBox="1"/>
          <p:nvPr/>
        </p:nvSpPr>
        <p:spPr>
          <a:xfrm>
            <a:off x="719296" y="1340511"/>
            <a:ext cx="269714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b="1" dirty="0"/>
              <a:t>head pointer </a:t>
            </a:r>
            <a:r>
              <a:rPr lang="en-US" dirty="0"/>
              <a:t>stores the address of the list’s first node.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1FA67-0611-A5A4-17AC-6CC97D60A087}"/>
              </a:ext>
            </a:extLst>
          </p:cNvPr>
          <p:cNvSpPr txBox="1"/>
          <p:nvPr/>
        </p:nvSpPr>
        <p:spPr>
          <a:xfrm>
            <a:off x="109205" y="2938318"/>
            <a:ext cx="152986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en-US" dirty="0"/>
              <a:t> has type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Node*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6DA8BE1-1606-94F7-13AA-2815E86A51D7}"/>
                  </a:ext>
                </a:extLst>
              </p14:cNvPr>
              <p14:cNvContentPartPr/>
              <p14:nvPr/>
            </p14:nvContentPartPr>
            <p14:xfrm>
              <a:off x="1847880" y="723960"/>
              <a:ext cx="6604200" cy="346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6DA8BE1-1606-94F7-13AA-2815E86A51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8520" y="714600"/>
                <a:ext cx="6622920" cy="348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5878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1A5B-080A-CA27-D4B7-969D821EA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806F1-3EF6-4191-AC82-5B78869AA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 problems 1, 2, and 3 </a:t>
            </a:r>
            <a:r>
              <a:rPr lang="en-US"/>
              <a:t>in the notes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40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376</Words>
  <Application>Microsoft Macintosh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Office Theme</vt:lpstr>
      <vt:lpstr>Introduction to Linked Lists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Practice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2026-05-12T03:18:48Z</dcterms:created>
  <dcterms:modified xsi:type="dcterms:W3CDTF">2026-05-14T19:45:41Z</dcterms:modified>
</cp:coreProperties>
</file>