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6" r:id="rId20"/>
    <p:sldId id="278" r:id="rId21"/>
    <p:sldId id="277" r:id="rId22"/>
    <p:sldId id="279" r:id="rId23"/>
    <p:sldId id="280" r:id="rId24"/>
    <p:sldId id="281" r:id="rId25"/>
    <p:sldId id="288" r:id="rId26"/>
    <p:sldId id="286" r:id="rId27"/>
    <p:sldId id="287" r:id="rId28"/>
    <p:sldId id="282" r:id="rId29"/>
    <p:sldId id="283" r:id="rId30"/>
    <p:sldId id="284" r:id="rId31"/>
    <p:sldId id="289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120B7-E79F-894A-85DF-E38C1A5747FE}" v="1501" dt="2026-06-25T21:10:11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8"/>
    <p:restoredTop sz="96301"/>
  </p:normalViewPr>
  <p:slideViewPr>
    <p:cSldViewPr snapToGrid="0">
      <p:cViewPr varScale="1">
        <p:scale>
          <a:sx n="127" d="100"/>
          <a:sy n="127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delSld modSld">
      <pc:chgData name="Toby Donaldson" userId="2e6e5431-bb17-4c41-9985-d39c50d83c73" providerId="ADAL" clId="{F31BC264-820E-54C4-A6D1-F92AF9CC222E}" dt="2026-06-25T21:10:11.171" v="430"/>
      <pc:docMkLst>
        <pc:docMk/>
      </pc:docMkLst>
      <pc:sldChg chg="addSp">
        <pc:chgData name="Toby Donaldson" userId="2e6e5431-bb17-4c41-9985-d39c50d83c73" providerId="ADAL" clId="{F31BC264-820E-54C4-A6D1-F92AF9CC222E}" dt="2026-06-25T19:44:55.810" v="424"/>
        <pc:sldMkLst>
          <pc:docMk/>
          <pc:sldMk cId="1410276536" sldId="264"/>
        </pc:sldMkLst>
        <pc:inkChg chg="add">
          <ac:chgData name="Toby Donaldson" userId="2e6e5431-bb17-4c41-9985-d39c50d83c73" providerId="ADAL" clId="{F31BC264-820E-54C4-A6D1-F92AF9CC222E}" dt="2026-06-25T19:44:55.810" v="424"/>
          <ac:inkMkLst>
            <pc:docMk/>
            <pc:sldMk cId="1410276536" sldId="264"/>
            <ac:inkMk id="4" creationId="{17E945FE-A1B5-B10F-4A30-87E6C702B098}"/>
          </ac:inkMkLst>
        </pc:inkChg>
      </pc:sldChg>
      <pc:sldChg chg="addSp">
        <pc:chgData name="Toby Donaldson" userId="2e6e5431-bb17-4c41-9985-d39c50d83c73" providerId="ADAL" clId="{F31BC264-820E-54C4-A6D1-F92AF9CC222E}" dt="2026-06-25T19:55:02.653" v="425"/>
        <pc:sldMkLst>
          <pc:docMk/>
          <pc:sldMk cId="3562035336" sldId="267"/>
        </pc:sldMkLst>
        <pc:inkChg chg="add">
          <ac:chgData name="Toby Donaldson" userId="2e6e5431-bb17-4c41-9985-d39c50d83c73" providerId="ADAL" clId="{F31BC264-820E-54C4-A6D1-F92AF9CC222E}" dt="2026-06-25T19:55:02.653" v="425"/>
          <ac:inkMkLst>
            <pc:docMk/>
            <pc:sldMk cId="3562035336" sldId="267"/>
            <ac:inkMk id="4" creationId="{7C81CEB9-9611-115F-B441-912E106C3F97}"/>
          </ac:inkMkLst>
        </pc:inkChg>
      </pc:sldChg>
      <pc:sldChg chg="addSp modSp mod">
        <pc:chgData name="Toby Donaldson" userId="2e6e5431-bb17-4c41-9985-d39c50d83c73" providerId="ADAL" clId="{F31BC264-820E-54C4-A6D1-F92AF9CC222E}" dt="2026-06-25T20:07:29.315" v="426"/>
        <pc:sldMkLst>
          <pc:docMk/>
          <pc:sldMk cId="1281296652" sldId="268"/>
        </pc:sldMkLst>
        <pc:spChg chg="mod">
          <ac:chgData name="Toby Donaldson" userId="2e6e5431-bb17-4c41-9985-d39c50d83c73" providerId="ADAL" clId="{F31BC264-820E-54C4-A6D1-F92AF9CC222E}" dt="2026-06-25T19:14:07.275" v="15" actId="20577"/>
          <ac:spMkLst>
            <pc:docMk/>
            <pc:sldMk cId="1281296652" sldId="268"/>
            <ac:spMk id="3" creationId="{20F24AE7-CF06-4D88-95F4-374AEAC68803}"/>
          </ac:spMkLst>
        </pc:spChg>
        <pc:inkChg chg="add">
          <ac:chgData name="Toby Donaldson" userId="2e6e5431-bb17-4c41-9985-d39c50d83c73" providerId="ADAL" clId="{F31BC264-820E-54C4-A6D1-F92AF9CC222E}" dt="2026-06-25T20:07:29.315" v="426"/>
          <ac:inkMkLst>
            <pc:docMk/>
            <pc:sldMk cId="1281296652" sldId="268"/>
            <ac:inkMk id="4" creationId="{2E286268-30D4-1457-3821-01EDDBBE649F}"/>
          </ac:inkMkLst>
        </pc:inkChg>
      </pc:sldChg>
      <pc:sldChg chg="modSp mod">
        <pc:chgData name="Toby Donaldson" userId="2e6e5431-bb17-4c41-9985-d39c50d83c73" providerId="ADAL" clId="{F31BC264-820E-54C4-A6D1-F92AF9CC222E}" dt="2026-06-25T19:14:42.943" v="18" actId="20577"/>
        <pc:sldMkLst>
          <pc:docMk/>
          <pc:sldMk cId="2491235032" sldId="269"/>
        </pc:sldMkLst>
        <pc:spChg chg="mod">
          <ac:chgData name="Toby Donaldson" userId="2e6e5431-bb17-4c41-9985-d39c50d83c73" providerId="ADAL" clId="{F31BC264-820E-54C4-A6D1-F92AF9CC222E}" dt="2026-06-25T19:14:42.943" v="18" actId="20577"/>
          <ac:spMkLst>
            <pc:docMk/>
            <pc:sldMk cId="2491235032" sldId="269"/>
            <ac:spMk id="3" creationId="{016B2C1F-6726-4C67-7E2F-39807B6ECA09}"/>
          </ac:spMkLst>
        </pc:spChg>
      </pc:sldChg>
      <pc:sldChg chg="addSp modSp">
        <pc:chgData name="Toby Donaldson" userId="2e6e5431-bb17-4c41-9985-d39c50d83c73" providerId="ADAL" clId="{F31BC264-820E-54C4-A6D1-F92AF9CC222E}" dt="2026-06-25T20:33:26.229" v="427"/>
        <pc:sldMkLst>
          <pc:docMk/>
          <pc:sldMk cId="1384467579" sldId="270"/>
        </pc:sldMkLst>
        <pc:spChg chg="mod">
          <ac:chgData name="Toby Donaldson" userId="2e6e5431-bb17-4c41-9985-d39c50d83c73" providerId="ADAL" clId="{F31BC264-820E-54C4-A6D1-F92AF9CC222E}" dt="2026-06-25T19:15:19.688" v="29" actId="20577"/>
          <ac:spMkLst>
            <pc:docMk/>
            <pc:sldMk cId="1384467579" sldId="270"/>
            <ac:spMk id="3" creationId="{AC293DA7-0287-11E0-52B2-FC1BEC470B47}"/>
          </ac:spMkLst>
        </pc:spChg>
        <pc:inkChg chg="add">
          <ac:chgData name="Toby Donaldson" userId="2e6e5431-bb17-4c41-9985-d39c50d83c73" providerId="ADAL" clId="{F31BC264-820E-54C4-A6D1-F92AF9CC222E}" dt="2026-06-25T20:33:26.229" v="427"/>
          <ac:inkMkLst>
            <pc:docMk/>
            <pc:sldMk cId="1384467579" sldId="270"/>
            <ac:inkMk id="4" creationId="{4E550B7E-3714-A19D-CB65-7A906BDD19A4}"/>
          </ac:inkMkLst>
        </pc:inkChg>
      </pc:sldChg>
      <pc:sldChg chg="del">
        <pc:chgData name="Toby Donaldson" userId="2e6e5431-bb17-4c41-9985-d39c50d83c73" providerId="ADAL" clId="{F31BC264-820E-54C4-A6D1-F92AF9CC222E}" dt="2026-06-25T20:33:35.110" v="428" actId="2696"/>
        <pc:sldMkLst>
          <pc:docMk/>
          <pc:sldMk cId="2062631403" sldId="271"/>
        </pc:sldMkLst>
      </pc:sldChg>
      <pc:sldChg chg="modSp mod">
        <pc:chgData name="Toby Donaldson" userId="2e6e5431-bb17-4c41-9985-d39c50d83c73" providerId="ADAL" clId="{F31BC264-820E-54C4-A6D1-F92AF9CC222E}" dt="2026-06-25T19:16:01.776" v="78" actId="20577"/>
        <pc:sldMkLst>
          <pc:docMk/>
          <pc:sldMk cId="106304998" sldId="272"/>
        </pc:sldMkLst>
        <pc:spChg chg="mod">
          <ac:chgData name="Toby Donaldson" userId="2e6e5431-bb17-4c41-9985-d39c50d83c73" providerId="ADAL" clId="{F31BC264-820E-54C4-A6D1-F92AF9CC222E}" dt="2026-06-25T19:16:01.776" v="78" actId="20577"/>
          <ac:spMkLst>
            <pc:docMk/>
            <pc:sldMk cId="106304998" sldId="272"/>
            <ac:spMk id="3" creationId="{CC43ED54-F3D4-9335-51BA-D2C54950CB19}"/>
          </ac:spMkLst>
        </pc:spChg>
      </pc:sldChg>
      <pc:sldChg chg="addSp">
        <pc:chgData name="Toby Donaldson" userId="2e6e5431-bb17-4c41-9985-d39c50d83c73" providerId="ADAL" clId="{F31BC264-820E-54C4-A6D1-F92AF9CC222E}" dt="2026-06-25T20:42:06.880" v="429"/>
        <pc:sldMkLst>
          <pc:docMk/>
          <pc:sldMk cId="3066134520" sldId="275"/>
        </pc:sldMkLst>
        <pc:inkChg chg="add">
          <ac:chgData name="Toby Donaldson" userId="2e6e5431-bb17-4c41-9985-d39c50d83c73" providerId="ADAL" clId="{F31BC264-820E-54C4-A6D1-F92AF9CC222E}" dt="2026-06-25T20:42:06.880" v="429"/>
          <ac:inkMkLst>
            <pc:docMk/>
            <pc:sldMk cId="3066134520" sldId="275"/>
            <ac:inkMk id="4" creationId="{421F7BF3-49F0-11BF-CFD6-4D2893D78AE9}"/>
          </ac:inkMkLst>
        </pc:inkChg>
      </pc:sldChg>
      <pc:sldChg chg="addSp modSp mod">
        <pc:chgData name="Toby Donaldson" userId="2e6e5431-bb17-4c41-9985-d39c50d83c73" providerId="ADAL" clId="{F31BC264-820E-54C4-A6D1-F92AF9CC222E}" dt="2026-06-25T21:10:11.171" v="430"/>
        <pc:sldMkLst>
          <pc:docMk/>
          <pc:sldMk cId="3429542438" sldId="281"/>
        </pc:sldMkLst>
        <pc:graphicFrameChg chg="modGraphic">
          <ac:chgData name="Toby Donaldson" userId="2e6e5431-bb17-4c41-9985-d39c50d83c73" providerId="ADAL" clId="{F31BC264-820E-54C4-A6D1-F92AF9CC222E}" dt="2026-06-25T19:19:50.324" v="85" actId="20577"/>
          <ac:graphicFrameMkLst>
            <pc:docMk/>
            <pc:sldMk cId="3429542438" sldId="281"/>
            <ac:graphicFrameMk id="4" creationId="{703ABB19-8049-6794-8BD9-5BC58C65BC49}"/>
          </ac:graphicFrameMkLst>
        </pc:graphicFrameChg>
        <pc:inkChg chg="add">
          <ac:chgData name="Toby Donaldson" userId="2e6e5431-bb17-4c41-9985-d39c50d83c73" providerId="ADAL" clId="{F31BC264-820E-54C4-A6D1-F92AF9CC222E}" dt="2026-06-25T21:10:11.171" v="430"/>
          <ac:inkMkLst>
            <pc:docMk/>
            <pc:sldMk cId="3429542438" sldId="281"/>
            <ac:inkMk id="5" creationId="{E0AD984C-C04D-439A-10BC-A9AD4317B9CC}"/>
          </ac:inkMkLst>
        </pc:inkChg>
      </pc:sldChg>
      <pc:sldChg chg="addSp">
        <pc:chgData name="Toby Donaldson" userId="2e6e5431-bb17-4c41-9985-d39c50d83c73" providerId="ADAL" clId="{F31BC264-820E-54C4-A6D1-F92AF9CC222E}" dt="2026-06-25T21:10:11.171" v="430"/>
        <pc:sldMkLst>
          <pc:docMk/>
          <pc:sldMk cId="3533994448" sldId="282"/>
        </pc:sldMkLst>
        <pc:inkChg chg="add">
          <ac:chgData name="Toby Donaldson" userId="2e6e5431-bb17-4c41-9985-d39c50d83c73" providerId="ADAL" clId="{F31BC264-820E-54C4-A6D1-F92AF9CC222E}" dt="2026-06-25T21:10:11.171" v="430"/>
          <ac:inkMkLst>
            <pc:docMk/>
            <pc:sldMk cId="3533994448" sldId="282"/>
            <ac:inkMk id="5" creationId="{760F771E-1279-1933-AD12-44B6BF9BF133}"/>
          </ac:inkMkLst>
        </pc:inkChg>
      </pc:sldChg>
      <pc:sldChg chg="addSp">
        <pc:chgData name="Toby Donaldson" userId="2e6e5431-bb17-4c41-9985-d39c50d83c73" providerId="ADAL" clId="{F31BC264-820E-54C4-A6D1-F92AF9CC222E}" dt="2026-06-25T21:10:11.171" v="430"/>
        <pc:sldMkLst>
          <pc:docMk/>
          <pc:sldMk cId="3911934222" sldId="283"/>
        </pc:sldMkLst>
        <pc:inkChg chg="add">
          <ac:chgData name="Toby Donaldson" userId="2e6e5431-bb17-4c41-9985-d39c50d83c73" providerId="ADAL" clId="{F31BC264-820E-54C4-A6D1-F92AF9CC222E}" dt="2026-06-25T21:10:11.171" v="430"/>
          <ac:inkMkLst>
            <pc:docMk/>
            <pc:sldMk cId="3911934222" sldId="283"/>
            <ac:inkMk id="4" creationId="{C9BBCE95-8E7C-A007-C387-CF9685115935}"/>
          </ac:inkMkLst>
        </pc:inkChg>
      </pc:sldChg>
      <pc:sldChg chg="add">
        <pc:chgData name="Toby Donaldson" userId="2e6e5431-bb17-4c41-9985-d39c50d83c73" providerId="ADAL" clId="{F31BC264-820E-54C4-A6D1-F92AF9CC222E}" dt="2026-06-25T19:19:35.464" v="79" actId="2890"/>
        <pc:sldMkLst>
          <pc:docMk/>
          <pc:sldMk cId="195942236" sldId="288"/>
        </pc:sldMkLst>
      </pc:sldChg>
      <pc:sldChg chg="modSp new mod">
        <pc:chgData name="Toby Donaldson" userId="2e6e5431-bb17-4c41-9985-d39c50d83c73" providerId="ADAL" clId="{F31BC264-820E-54C4-A6D1-F92AF9CC222E}" dt="2026-06-25T19:22:18.589" v="423" actId="20577"/>
        <pc:sldMkLst>
          <pc:docMk/>
          <pc:sldMk cId="1826432439" sldId="289"/>
        </pc:sldMkLst>
        <pc:spChg chg="mod">
          <ac:chgData name="Toby Donaldson" userId="2e6e5431-bb17-4c41-9985-d39c50d83c73" providerId="ADAL" clId="{F31BC264-820E-54C4-A6D1-F92AF9CC222E}" dt="2026-06-25T19:21:34.818" v="252" actId="20577"/>
          <ac:spMkLst>
            <pc:docMk/>
            <pc:sldMk cId="1826432439" sldId="289"/>
            <ac:spMk id="2" creationId="{72D2CBF6-6A18-29FE-570E-4AB3CA4A8891}"/>
          </ac:spMkLst>
        </pc:spChg>
        <pc:spChg chg="mod">
          <ac:chgData name="Toby Donaldson" userId="2e6e5431-bb17-4c41-9985-d39c50d83c73" providerId="ADAL" clId="{F31BC264-820E-54C4-A6D1-F92AF9CC222E}" dt="2026-06-25T19:22:18.589" v="423" actId="20577"/>
          <ac:spMkLst>
            <pc:docMk/>
            <pc:sldMk cId="1826432439" sldId="289"/>
            <ac:spMk id="3" creationId="{204BC151-44F5-8CC6-C5CA-99FF8017EB9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20:45:07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15152 8343 24575,'-20'0'0,"59"0"0,4 0 0,7 0 0,-15 0 0,2 0 0,3 0 0,0 0-820,8 0 1,2 0 0,1 0 0,0 0 494,-8 0 1,-1 0 0,1 0-1,0 0 1,0 0 324,0 0 0,0 1 0,-1-1 0,2 0 0,0-1 0,3-1 0,2-1 0,0-1 0,0 0 0,-2 2 0,4 0 0,-2 2 0,1-1 0,-1 0 0,-7-2 0,1-1 0,-1 1 0,0-1 0,-1 2-116,6 1 1,0 1 0,-2 1-1,0-1 116,-2 0 0,-1 0 0,0 0 0,0 0 0,-2 0 0,1 0 0,-2 0 0,0 0 141,6 0 1,-1 0-1,0 0-141,2 0 0,1 0 0,-3 0 0,-9 0 0,-2 0 0,1 0 0,5 0 0,0 0 0,3 0 0,-4 0 0,2 0 0,1 0 0,0 0 0,3 0 0,-1 0 0,2 0 0,0 0 175,4 0 1,1 0-1,0 0 1,-1 0-176,-3-1 0,0 1 0,-1 0 0,-2 1 0,3 4 0,-3 1 0,1-1 259,3-4 1,0 0-1,-2 1-259,-5 2 0,-2 2 0,2-1 0,-3 0 0,2-1 0,0 0 0,-1-1-227,7-1 0,0-2 0,2 2 227,-2 1 0,3 2 0,1-1 0,-1-1-546,1-1 0,-1-3 0,1 1 1,1-1 545,-6 1 0,0 0 0,2 0 0,0 0 0,3 0 0,-3 0 0,2 0 0,2 0 0,1 0 0,-1 0 0,-1 0 0,-2 0 0,-1 0 0,-2 0 0,-1 0 0,0 0 0,1 0 0,1 0-139,-1 0 0,2 0 0,1 0 1,-1 0-1,0 0 0,-2 0 1,-1 0 138,3 0 0,-2 0 0,-2 0 0,0 0 0,-1 0 0,7 0 0,-2 0 0,1 0 0,0 0 0,-6 0 0,1 0 0,0 0 0,0 0 0,1 0 0,4 0 0,2 0 0,-1 0 0,2 0 0,-1 0 0,-6 0 0,-1 0 0,1 0 0,0 0 0,1 0 0,2 0-428,0 0 1,1 0 0,1 0 0,1 0 0,0 0 0,1 0 0,0 0 427,-5 0 0,1 0 0,0 0 0,1 0 0,-1 0 0,1 0 0,1 0 0,-1 0-237,-1 0 0,0 0 0,0 0 0,1 0 0,0 0 0,0 0 0,-1 0 0,1 0 1,-1 0 236,4 0 0,0 0 0,-1 0 0,1 0 0,-1 0 0,0 0 0,0 0 0,-1 0 0,2 0 0,0 0 0,0 0 0,-1 0 0,0 0 0,-1 0 0,-1 0-12,1 0 0,0 0 0,-1 0 1,-1 0-1,-1 0 0,-1 0 12,0 0 0,-1-1 0,-1 0 0,0 2 0,0 0 86,3 4 1,1 2 0,0 0 0,-2 1 0,-1-3-87,0-3 0,-2-1 0,0 0 0,0 3 0,-3 3 0,0 3 0,1 1 0,1-1 0,1-1 0,1-4 0,2-1 0,1-1 0,0-1 0,0 0 0,-3 1 0,1 1 0,-2 0 0,-1 0 0,2 0 0,2 0 216,3-1 0,3 0 1,1 0-1,0 0 1,-1-1-1,-3 0-216,-4-2 0,-1 0 0,-2 0 0,0 0 0,-1 0 0,5 0 0,-1 0 0,-1 0 0,1 0 753,0 0 1,1 0-1,-1 0 1,-2 0-754,-1 0 0,-1 0 0,-1 0 655,3 0 1,1 0 0,-3 0-656,3 0 0,-2 0 861,2 0 0,0 0-861,-4 0 0,3 0 0,2 0 0,5 0 0,-2 0 0,-9 0 0,-2 0 0,3 0 539,-2-3 0,4-2 0,-2 0 0,-1 2-539,13 1 0,-2 0 0,-13-2 0,1-2 0,-2 0 513,12-2 0,-2 1-513,1 5 0,-3 0 84,-10-5 1,-2-2-85,4 1 0,1 0 0,12-1 0,0-1 0,-8 0 0,1 0 0,-3 0 0,3-1 0,0 1 0,-2 3 0,0 1 0,0-1 0,-1-4 0,0-2 0,0 2 0,1 3 0,1 3 0,-2-2 0,-2-1 0,-2-1 0,1 3-200,15 4 1,0 2 199,-13-3 0,0 0 0,0 1 0,13 2 0,0 0 0,-15 0 0,0 0 0,0 0 0,11 1 0,0-2 0,-4-7 0,0 0 0,-9 6 0,2 2 0,0-2 0,9-3 0,1-1 0,-1 2 0,-9 3 0,-1 1 0,1 1 0,14-1 0,1 0 0,-4 0 0,-8 0 0,-2 0 342,5 0 0,-2 0-342,-10 0 0,-1 0 0,7 0 0,-1 0 0,6 0 0,-4 0 0,-3 0 414,-28 0-414,11 0 0,-15 0 0,0 0 0,0-16 0,0-9 0,0-1 0,0-1 0,0-20 0</inkml:trace>
  <inkml:trace contextRef="#ctx0" brushRef="#br0" timeOffset="27100">6191 11412 24575,'36'0'0,"-1"0"0,-10 0 0,1 0 0,1 0 0,1 0 0,-1 0 0,1 0 0,1 0 0,0 0 0,-2 0 0,-1 0 0,6 0 0,-1 0 0,-4 0 0,1 0 0,7 0 0,-4 0 0,-7 0 0,23 0 0,-43 0 0,12 0 0,-16 16 0,0-12 0,0 12 0,0-16 0,0 0 0,0 0 0</inkml:trace>
  <inkml:trace contextRef="#ctx0" brushRef="#br0" timeOffset="32116">4392 11730 24575,'35'0'0,"1"0"0,-11 0 0,1 0 0,21 0 0,-20 0 0,-1 0 0,1 0 0,4 0 0,-27 0 0,12 16 0,-16-13 0,0 13 0,16-16 0,3 0 0,1 0 0,27 0 0,-24 0 0,2 0 0,1 0 0,10 0 0,-17 8 0,-3-6 0,-16 6 0,0-8 0,0 0 0,0 15 0,0-11 0,0 12 0,-16-16 0,12 0 0,-11 0 0,15 0 0,0 16 0,0-12 0,0 11 0,0-15 0,0 0 0,-16 0 0,12 0 0,-12 0 0,16 0 0,0-15 0,0 11 0,0-12 0,0 16 0,0 0 0</inkml:trace>
  <inkml:trace contextRef="#ctx0" brushRef="#br0" timeOffset="34499">7990 11483 24575,'34'0'0,"-1"0"0,0 0 0,4 0 0,3 0 0,3 0 0,-5 0 0,3 0 0,1 0 0,2 0 0,2 0 0,2 0-365,-7 0 1,2 0 0,2 1 0,0-1 0,2 1 0,1-1 0,0 0 0,0-1 0,0 0 66,-4-1 0,1 0 0,0 0 0,0 0 0,1-1 0,1 0 0,-1 0 0,1-1 1,1 1-1,-1-1 0,1 1 24,-1-1 1,1 0 0,0 0 0,1-1 0,0 1 0,1-1 0,-1 0 0,0 0 0,0 0 0,0 0 0,0 1 0,-1-1-25,2 0 0,1-1 0,-1 1 0,1 0 0,-1 0 0,0-1 0,-1 1 0,1-1 1,-1 1-1,-1-1 0,1 1 261,0-1 0,0 0 0,-1 0 1,1 0-1,-1 0 0,-1 0 0,1 0 1,-2 1-1,0-1 0,0 0 93,5 0 1,0-1 0,0 0-1,-2 0 1,0 1 0,-1 0-1,-2 1 1,-1 0-57,1 1 0,-2 2 0,-2 0 0,0 0 0,-2 0 0,1-2-52,2-1 0,1-2 1,-2 1-1,-2-1 0,-4 1 52,6 0 0,-5 0 0,-2 2 1638,2 3 0,-3-2-1493,-8-5 0,-1 1 3131,10 7-1221,-15 0 1221,11 0-2877,-43 15 311,24-11-710,-28 12 0,16-16 0,-15 0 0,11 16 0,-28-12 0,28 27 0,-27-27 0,11 19 0,-15-5 0,0-6 0,0 4 0,-1-1 0,17-11 0,-5 12 0,22-16 0,-21 0 0,19 0 0,-12 0 0,16-32 0,0 25 0,0-25 0</inkml:trace>
  <inkml:trace contextRef="#ctx0" brushRef="#br0" timeOffset="50415">7902 12541 24575,'36'0'0,"-8"0"0,2 0 0,5 0 0,3 0 0,9 0 0,4 0 0,-11 0 0,1 0 0,-1 0 0,-5 0 0,-1 0 0,-1 0 0,2 0 0,1 0 0,-3 0 0,7 0 0,-1 0 0,-3 0 0,-2 0 0,-6 0 0,-1 0 0,7 0 0,-1 0 0,6 0 0,-6 0 0,0 0 0,14 0 0,-20 0 0,-1 0 0,4 0 0,-1 0 0,-1 0 0,-1 0 0,0 0 0,1 0 0,6 0 0,-1 0 0,6 0 0,-6 0 0,0 0 0,7 0 0,-16 0 0,3 0 0,2 0 0,0 0 0,-1 0 0,1 0 0,10 0 0,1 0 0,-6 0 0,2 0 0,-3 0 0,3 0 0,-3 0 0,2 0 0,1 0 0,14 2 0,0-4 0,-19-5 0,0-1 0,12 5 0,0 2 0,-5-7 0,-1 0 0,-2 7 0,1 2 0,6-1 0,-2 0 0,-5 0 0,-2 0 0,-1 0 0,-5 0 0,-7 0 0,11 0 0,-27 0 0,27 0 0,-27 0 0,28 0 0,-28 0 0,11 0 0,1 0 0,-12 0 0,27 0 0,-27 0 0,28 0 0,-29 0 0,29 0 0,-28 0 0,-4 0 0,-4 0 0,-12 0 0,16 0 0,0 0 0,-16 0 0,13 0 0,-13 0 0</inkml:trace>
  <inkml:trace contextRef="#ctx0" brushRef="#br0" timeOffset="55900">11783 12471 24575,'43'0'0,"-4"0"0,6 0 0,-8 0 0,3 0 0,1 0-654,6 0 0,2 0 1,0 0 653,-4 0 0,-1 0 0,0 0 0,-3 0 0,0 0 0,-3 0 315,4 0 1,-2 0-316,-4 0 0,-2 0 162,-7 0 0,-3 0-162,12 0 0,-11 0 0,1 0 0,13 0 503,-10 0 0,1 0-503,7 0 0,6 0 0,-17 0 0,-1 0 0,14 0 0,-12 0 0,-3 0 0,-4 0 0,11 0 0,-27 0 0,-4-16 0,-4 12 0,-12-12 0</inkml:trace>
  <inkml:trace contextRef="#ctx0" brushRef="#br0" timeOffset="64533">4251 13705 24575,'25'0'0,"1"0"0,7 0 0,4 0 0,3 0 0,4 0 0,2 0-820,-7 0 1,1 0 0,1 0 0,2 0 607,-3 0 0,2 0 0,1 0 0,0 0 0,0 0-160,2 0 0,1 0 0,0 0 0,0 0 0,0 0 372,1 0 0,-1 0 0,0 0 0,1 0 0,-1 0 0,0 0 0,0 0 0,0 0 0,0 0 0,-1 0 0,-1 0 0,1 0 0,-1 0 0,-1 0 0,1 0-113,-3 0 0,-1 0 0,1 0 1,0 0-1,-1 0 113,2 0 0,0 0 0,1 0 0,-1 0 0,-1 0 0,8 0 0,0 0 0,0 0 0,0 0 0,-7 0 0,0 0 0,1 0 0,-1 0 0,-1 0 0,3 0 0,-1 0 0,-1 0 0,1 0-256,3 0 1,0 0 0,0 0 0,-3 0 255,0 0 0,-1 0 0,0 0 333,6 0 0,2-1 1,-3 2-334,-9 4 0,-2 1 0,0-1 0,2-3 0,0-2 0,-1 2 652,-1 3 1,-2 1-1,0-1-652,15-4 0,0-2 0,-14 1 0,0 0 0,1 0 0,2 0 0,0 0 0,0 0 0,-3 0 0,1 0 0,1 0 0,10 0 0,3 0 0,-2 0 0,-10 0 0,-1 0 0,1 0 0,5 0 0,1 0 0,-1 0 0,-2 0 0,-1 0 0,-2 0 0,6 0 0,-2 0 0,-7 0 0,0 0 0,-3 0 1090,-4 0 0,-1 0-1090,6 0 0,1 0 717,-3 0 0,1 0-717,2 0 0,4 0 0,2 0 0,4 0 0,-2 0 0,-1 0 0,0 0 0,-2 0 0,2 0 0,-4 0 0,0 0 0,-3 0 425,-6 0 1,-1 0-426,16 0 360,-25 0-360,-11 0 0,9 0 0,-12 0 0,12-16 0,-16 12 0,0-27 0,0 27 0,0-28 0,0 29 0,0-29 0,0 13 0,0-17 0,6 11 0,3-1 0,0-1 0,2-1 0,6-7 0,1 0 0,1 3 0,-2 1 0,-7 4 0,-1 1 0,7-17 0,-16 8 0,0 15 0,0-11 0,0 27 0,0-27 0,0 27 0,0-28 0,0-3 0,0-4 0,0 13 0,0 1 0,0-10 0,0-1 0,-16 17 0,12-13 0,-11 21 0,15-23 0,-16 7 0,12-8 0,-27-1 0,11 1 0,0 0 0,-11 15 0,27-11 0,-19 27 0,5-27 0,6 27 0,-19-12 0,27 16 0,-27 0 0,11 0 0,-15 0 0,9 0 0,1 0 0,-14 0 0,5 0 0,1 0 0,-6 0 0,6 0 0,-1 0 0,-13 0 0,13 0 0,-1 0 0,4 0 0,0 0 0,-4 0 0,-1 0 0,1 0 0,0 0 0,-1 0 0,1 0 0,0 0 0,0 0 0,3 0 0,1 0 0,-3 0 0,-1 0 0,-4 0 0,0 0 0,1 0 0,1 0 0,2 0 0,0 0 0,0 0 0,3 0 0,-7 0 0,7 0 0,-3 0 0,4 0 0,0 0 0,-5 0 0,-1 0 0,-10 0 0,0 0 0,10 0 0,0 0 0,4 0 0,-1 0 0,-1 0 0,-3 0 0,0 0 0,0 0 0,1 0 0,0 0 0,-1 0-197,-5 0 1,-1 0-1,2 0 197,6 0 0,1 0 0,0 0 0,-14 0 0,0 0 0,15 0 0,-1 0 0,0 0 0,-14 0 0,0 0 0,4 0 0,0 0 0,11 0 0,-1 0 0,2 0 0,-5 0 0,2 0 0,-4 0 0,1 0 0,4 0 0,2 0 0,2 0 0,-1 0 0,-11 0 0,0 0 0,5 0 0,1 0 295,-6 0 0,0 0-295,12 0 0,-1 0 0,-18 0 0,0 0 0,23 0 0,-1 0 0,-13 0 0,0 0 0,15 0 0,1 0 0,-1 0 0,-3 0 0,-13 0 0,-2 0 0,11 0 0,-1 0 0,-8 0 0,0 0 0,10 0 0,1 0 0,4 0 0,0 0 0,-7 0 0,1 0 0,6 0 0,-1 0 0,-7 0 0,-1 0 0,9 0 0,0 0 0,-3 0 0,1 0 0,2 0 0,1 0 0,-21 0 0,21 0 0,1 0 0,-10 0 0,-1 0 0,1 0 0,10 1 0,-1-2 0,-1-7 0,-1 0 0,1 6 0,-1 0 0,-1-6 0,0 1 0,2 6 0,1 2 0,-6-1 0,1 0 0,-8 0 0,-8 0 0,43 0 0,-28 0 0,28 0 0,-11 0 0,-1 0 0,12 15 0,-27-11 0,11 28 0,-5-22 0,-1-1 0,3 11 0,-24-4 0,43-16 0,-12 0 0,16 15 0,0-11 0,0 12 0,0-1 0,0-11 0,0 28 0,0-28 0,0 11 0,16 1 0,-12-12 0,11 12 0,1 15 0,-12-23 0,12 31 0,-16-37 0,15 22 0,-11-5 0,12 1 0,-16 11 0,0-27 0,0 27 0,0-11 0,0 15 0,0-10 0,0 1 0,0 1 0,0 1 0,0 14 0,0 2 0,0-3 0,0 1 0,0-8 0,0 1 0,0-1 0,0 8 0,0-1 0,0-7 0,0 1 0,0-2 0,0 5 0,0-2 0,0 0 0,0-1 0,0-4 0,0-3 0,0-7 0,0 18 0,0-19 0,0-1 0,0 13 0,0-28 0,0 11 0,0 1 0,0-12 0,0 12 0,0-16 0,0 0 0</inkml:trace>
  <inkml:trace contextRef="#ctx0" brushRef="#br0" timeOffset="81532">4533 13529 24575,'20'20'0,"-5"-5"0,1-15 0,-12 16 0,12-12 0,-8 12 0,-6-16 0,21 0 0,-19 0 0,27 0 0,-11 0 0,15 0 0,1 0 0,-1 0 0,-10 0 0,1 0 0,13 0 0,-13 0 0,-1 0 0,-6 0 0,13 0 0,-28 0 0,11 15 0,-15-11 0,0 12 0,0-16 0,0 0 0,0 0 0</inkml:trace>
  <inkml:trace contextRef="#ctx0" brushRef="#br0" timeOffset="85432">7867 13600 24575,'35'0'0,"1"0"0,-9 0 0,22 0 0,-2 0 0,-13 0 0,3 0 0,5 0 0,2 0 0,-7 0 0,0 0 0,7 0 0,-2 0 0,-9 0 0,-3 0 0,-3 0 0,-1 0 0,3 0 0,1 0 0,5 1 0,0-2 0,2-7 0,1 0 0,5 6 0,0 0 0,-6-5 0,-3-2 0,13-6 0,-6 13 0,-2 0 0,-4-14 0,-1 15 0,-1 2 0,2-1 0,1 0 0,-17 0 0,-3 0 0,-16 0 0,0 0 0,16 0 0,-13 0 0,13 0 0,-32 0 0,13 0 0,-13 0 0</inkml:trace>
  <inkml:trace contextRef="#ctx0" brushRef="#br0" timeOffset="91067">4286 14887 24575,'0'36'0,"0"-11"0,0 0 0,0 15 0,0 0 0,0 2 0,0-13 0,0 1 0,0 8 0,0 2 0,1 2 0,-2 0 0,-6-1 0,-1 1 0,6 3 0,0 0 0,-6-2 0,0 0 0,7 1 0,2-2 0,0-12 0,-2-1 0,-7 9 0,0-1 0,4 0 0,-4-8 0,1 1 0,7 9 0,0-13 0,0-1 0,0-6 0,0 13 0,0-13 0,0 17 0,0-17 0,0 13 0,15-28 0,-11 11 0,43-15 0,-6-7 0,5-1 0,-13 5 0,2 3 0,2-1-523,6-3 1,5 0 0,0-1 0,0 2 522,-5 2 0,-1 1 0,1 1 0,1-1 0,-4 0 0,0 0 0,1 0 0,0 0 0,1 0-499,2 0 1,1 0 0,1 0-1,-1 0 1,0 0 498,-1 0 0,-1 0 0,-1 0 0,1 0 0,1 0 0,1 0 0,2 1 0,-1-1 0,0 0 0,-1-1 0,-2-1 0,-1-2 0,1 0 0,-1 1 0,0 0 0,0 2 0,0 1 0,1 0 0,-2 0 0,1-3-374,5-3 0,0-3 1,0 0-1,0 2 374,-1 5 0,0 2 0,0 0 0,0-2 0,2-4 0,0-4 0,-1 1 0,0 3 0,-5 3 0,-2 3 0,1 0 0,1-1 0,4-3 0,3 0 0,-1-1 0,-1 2 0,-4 2 0,-1 1 0,-1 1 0,1-1 0,0 0 0,-1 0 0,1 0 0,2 0 0,1 0 0,4 0 0,1 0 0,-2 0 0,-3 0 0,-3 0 0,-3 0 0,0 0 0,2 0 0,1 0 0,4 0 0,-1 0 0,-1 0 0,-4 0-261,2 0 1,-5 0-1,2 0 261,-2 0 0,2 0 0,0 0 0,-1 0 0,3 0 0,-2 0 0,2 0 0,-3 0 0,2 0 0,-1 0 0,-1 0 0,2 0 0,-2 0 0,2 0 0,5 0 0,2 0 0,-2 0 397,-10 0 0,-2 0 0,1 0-397,4 0 0,2 0 0,1 0 0,8 0 0,0 0 0,-2 0 0,-12 0 0,-2 0 0,1 0 0,9 0 0,1 0 0,-5 0 1161,-11 0 0,-3 0-1161,18 0 889,-18 0 0,1 0-889,13 0 1086,-4-16-1086,-3 13 481,-13-13-481,16 16 0,-9 0 0,-1 0 0,15 0 0,-6 0 0,-2 0 0,-8 0 0,15 0 0,-21 0 0,25 0 0,-4 0 0,-14 0 0,1 0 0,9 0 0,0 0 0,1 0 0,-17-16 0,13 12 0,-13-11 0,16-1 0,1 12 0,-15-11 0,1-1 0,15-4 0,6 0 0,-23-11 0,11 27 0,-27-12 0,12 16 0,-16 0 0,15-7 0,-11 5 0,12-6 0,-16 8 0,0 0 0,0-16 0,0 12 0,0-43 0,0 8 0,0 5 0,0-3 0,0-6 0,0 0 0,0 14 0,0-1 0,0-11 0,0 0 0,0-6 0,0 13 0,0-1 0,0 4 0,0 0 0,0 3 0,0 1 0,0-6 0,0-1 0,0-1 0,0 0 0,0-3 0,0 1 0,0 1 0,0 2 0,0 7 0,0 3 0,0-4 0,0 11 0,0-7 0,0 20 0,0-12 0,-16 1 0,-19 11 0,-4-12 0,10 15 0,-1 2 0,3-1 0,1 0 0,-21 0 0,15 0 0,-2 0 0,-2 0 0,1 0 0,-2 1 0,-1-2 0,-5-6 0,0-1 0,12 6 0,0 0 0,-12-5 0,1-2 0,9 0 0,0 2 0,0 5 0,-3 2 0,3-2 0,-5-5 0,1-1 0,-9-1 0,-2 2 0,4 6 0,0-2 0,12-6 0,0-4 0,-2 4 0,-10 6 0,-4 4 0,3-3 0,6-8 0,2-2 0,-1 2 0,0 8 0,-1 2 0,2-2 0,-7-6 0,4 1 0,-7 7 0,7 0 0,-2 0 0,13 0 0,-1 0 0,-3 0 0,-2 0 0,1 0 0,1 0 0,-1 0 0,-15 0 0,-1 0 0,8 0 0,1 0 0,7 0 0,-2 0 0,0 0 0,1 0 0,0 0 0,0 0 0,-14 0 0,0 0-307,10 0 1,-2 0-1,1 0 307,2 0 0,0 0 0,-4 0 0,1 0 0,-5 0 0,-1 0 0,-1 0 0,3 0 0,-1 0 0,3 0 0,-1 0 0,-1 0-337,1 0 0,-2 0 1,0 0-1,1 0 0,2 0 337,2 0 0,2 0 0,2 0 0,-1 0 0,-7 0 0,2 0 0,-2 0-309,-2 0 1,0 0-1,0 0 309,2-1 0,1 1 0,0 1 0,2 3 0,0 3 0,2-3-120,-9-3 1,0 2 119,15 7 0,-1 2 0,2-2 0,-3-9 0,-2 2 0,-3 10 0,-3 5 0,3-2 0,1-5 0,0 1 0,-1 4 0,-3 2 0,4-1 0,2 2 0,1-3 393,-6-2 0,0 0-393,7 3 0,1-1 824,4-9 0,0-2-824,-4 3 0,1 0 523,3 0 0,-1-1-523,-11-5 0,0 0 144,14 6 1,-1 0-145,-12-7 0,2-2 0,1 1 0,9 7 0,1 2 0,-8-5 0,-6 11 0,2-13 0,-1-4 0,-5 2 0,-2 0 0,0 0 0,10 0 0,14 0 0,-1 0 0,-9 0 0,0 16 0,15-12 0,-3 12 0,21-16 0,-22 0 0,20 0 0,-27 0 0,27 0 0,-27 0 0,27 0 0,-28 0 0,13 0 0,-1 0 0,4 0 0,1 0 0,11 0 0,-12 0 0,0 0 0,12 0 0,-11 0 0</inkml:trace>
  <inkml:trace contextRef="#ctx0" brushRef="#br0" timeOffset="120599">9454 17145 24575,'20'0'0,"27"0"0,-21 0 0,3 0 0,3 0 0,4 0 0,2 0-1093,9 0 1,3 0 0,2 0 903,-6 0 0,3 0 0,0 0 0,1 0 189,-1 0 0,1 0 0,0 0 0,1 0 0,-9 0 0,1 0 0,0 0 0,-2 0 0,-1 0 0,0 0 0,-1 0 0,-2 0 0,0 0 360,11 0 0,-1 0 0,-5 0-360,-2 0 0,-5 0 348,-4 0 0,-3 0-348,5 0 0,-21 0 0,19 0 2112,-11 0-2112,15 0 72,-10 0 1,1 0-73,1 1 0,1-2 0,6-7 0,2 0 0,8 6 0,-1 0 0,-10-5 0,0-1 0,10-1 0,-1 2 0,-10 6 0,-2-2 0,9-13 0,9 16 0,-29 0 0,1 0 0,27 0 0,-24 0 0,9 0 0,3 0 0,-7 0 0,-1 0 0,12 0 0,-8 0 0,-31 0 0,0 0 0,0-15 0,0 42 0,0-35 0,0 55 0,0-43 0,0 12 0,8-16 0,-6 0 0,22 0 0,-5 0 0,12 0 0,5 0 0,0 0 0,2 0 0,-4 0 0,3 0 0,-2 0 0,15 0 0,-2 0 0,-10 0 0,-3 0 0,-5 0 0,-1 0 0,6 0 0,-16 0 0,-3 16 0,-16-12 0,-16 27 0,12-27 0,-11-4 0,15-35 0,0 1 0,0-3 0,0 0 0,0 0 0,0-7 0,0 1 0,0 14 0,0 3 0,0-9 0,0 20 0,0 30 0,0-11 0,0 12 0,0-16 0,0 0 0,-16 15 0,12-11 0,-11 12 0,15-16 0,0 0 0,-16 0 0,12 0 0,-12 0 0,16 0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20:50:52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17445 3457 24575,'34'0'0,"0"0"0,0 0 0,5 0 0,2 0 0,4 0 0,2 0 0,-3 0 0,2 0 0,1 0 0,3 0 0,1 0 0,1 0-365,-9 0 1,0 0 0,1 1 0,1-1 0,1 0 0,1 0 0,0 0 0,0 0 0,1-1 36,0 0 0,0 1 0,1-2 1,0 1-1,1 0 0,0-1 1,1 1-1,-1-2 0,2 1 1,-1 0 53,-6-1 1,2 0 0,0 0 0,0 0 0,0 0 0,0 0 0,1-1 0,-1 0 0,0 0 0,0 0 0,0-1 0,-1 0-25,3 0 0,-1-1 0,0 0 0,-1-1 0,1 0 0,-1 0 0,1 0 0,-1 0 1,-1 0-1,1 1 0,0-1 261,1 0 0,1 1 0,0 0 1,-1-1-1,1 1 0,-1 0 0,-1-1 1,0 0-1,-1 0 0,-1-1 88,5-1 0,-1-2 0,-1 0 0,0 0 0,-1 0 0,-1 0 0,-1 2 0,-2 0-51,3 1 0,-1 2 0,-2 0 0,0 0 0,-2 0 0,0-1-71,2-3 0,0-1 0,-1 0 0,-2 0 0,-2 3 71,9 0 0,-3 2 0,-2 0 0,5-3 0,-4 3 1638,-8 5 0,-3 2-1418,3-1 3056,0 0-1325,-15 0 1325,-5 0-2832,1 0 536,-12 0-980,27 0 0,-11 0 0,15 0 0,1 0 0,-1 0 0,0 0 0,0 0 0,-1 0 0,-1 0 0,2 0 0,6 0 0,-1 0 0,-9 0 0,-6 0 0,1 0 0,0 0 0,-1 0 0,14 0 0,-13 0 0,-1 0 0,10 0 0,-9 0 0,-1 0 0,15 0 0,-15 0 0,1 0 0,-1 0 0,0 0 0,15 0 0,8 0 0,2 0 0,-3 0 0,-5 0 0,-2 0 0,-5 0 0,1 15 0,-1-11 0,8 12 0,-21-16 0,17 0 0,-20 0 0,1 0 0,11 0 0,-27 0 0,28 0 0,-29 0 0,13 0 0,0 0 0,-12 0 0,11 0 0,1 0 0,-12 0 0,12 0 0,-16 15 0,0-11 0,0 12 0</inkml:trace>
  <inkml:trace contextRef="#ctx0" brushRef="#br0" timeOffset="51235">17692 6227 24575,'19'0'0,"13"0"0,-13 0 0,1 0 0,11 0 0,-11 0 0,0-16 0,11 12 0,-27-12 0,27 16 0,-11 0 0,-1 0 0,13 0 0,-28 0 0,11 0 0,-15 0 0</inkml:trace>
  <inkml:trace contextRef="#ctx0" brushRef="#br0" timeOffset="64617">4992 12224 24575,'25'0'0,"1"0"0,11 0 0,4 0 0,2 0 0,4 0 0,2 0-820,-4 0 1,2 0 0,1 0 0,0 0 559,-6 0 1,1 0-1,0 0 1,1 0 0,0 0-61,-3 0 0,1 0 0,0 0 1,0 0-1,0 0 0,0 0 320,5 0 0,-1 0 0,1 0 0,-1 0 0,1 0 0,-5 0 0,1 0 0,0 0 0,-1 0 0,1 0 0,-1 0 0,5 0 0,0 0 0,-1 0 0,0 0 0,-1 0-30,-2 0 1,0 0 0,0 0 0,-1 0 0,-1 0 29,6 0 0,0 0 0,-2 0 0,0 0-228,-4 0 1,-1 0 0,-1 0 0,0 0 227,6 0 0,-1 0 0,0 0 0,2 0 0,1 0 0,-3 0 0,-6 0 0,-3 0 0,2 0 456,3 0 1,1 0 0,0 0-457,-5 0 0,-1 0 0,-1 0 0,12-1 0,-1 2 0,2 5 0,0 3 0,-11 1 0,0 0 1237,4-1 1,-1 2-1238,-4 5 0,0-1 936,0-13 0,1 0-936,-1 14 0,0-1 655,0-12 0,1-2-655,7 7 0,0 0 0,-6-7 0,0-2 0,-4 1 0,2 0 0,-1 0 0,12 0 0,-1 0 0,3 0 0,2 0 0,-16-1 0,1 1 0,-1 1-160,15 6 1,0 2 159,-4-8 0,1-1 0,1 2-396,-4 8 1,-1 2 0,2-2 395,-6-7 0,1-3 0,1 0 0,0 1 0,-1 2 0,0 1 0,0 0 0,1 0 0,-2 1 0,0-1 0,0 0 0,0-1 0,2-1 0,0-2 0,0 0 0,-1 2 0,11 2 0,0 2 0,-1 0 0,-2-1 0,0 1 0,0-2 0,-8-2 0,0-2 0,1 1 0,-1 0 0,10 4 0,-1 1 0,0-1 0,-1-4 0,1-1 0,-2-1 0,-2 1 0,-1 0 0,-1 0 0,-6 0 0,-1 0 0,2 0 0,2 0 0,2 0 0,0 0 0,-1 0 0,5 0 0,-2 0 0,2 0-316,-3 0 1,2-1-1,0 1 1,-1 1 315,5 4 0,-1 1 0,-1-1 0,-2-4 0,1 0 0,-1 1 0,2 3 0,1 1 0,-1-2 0,-1-3 0,-1-1 0,1-1 245,-4 1 0,0 0 0,2 0-245,-5 0 0,2 0 0,-1 0 0,-3 0 0,14 0 0,-2 0 0,-8 0 0,1 0 0,-5 0 576,-7 0 0,-3 0-576,0 0 0,-1 0 0,1 0 0,-1 0 0,22 0 0,-11 0 0,5 0 0,-2 0 0,-2 1 0,0-2 0,6-2 0,5-3 0,-5 0 0,-5-4 0,-2 0 700,0 0 1,-1 0-701,0 1 0,-4 3 0,-7 6 0,23 0 0,-28 0 0,1 0 0,11 0 0,-11 0 0,15 0 0,1 0 0,-1 0 0,-16 0 0,13 0 0,3 0 0,4 0 0,4 0 0,-9 0 0,9 0 0,-4 0 0,-14-8 0,1 0 0,0 6 0,-1 0 0,14-14 0,-6 16 0,1 0 0,-7-7 0,1-1 0,7 6 0,0 0 0,-7-6 0,-1 0 0,-1 7 0,-1 2 0,10-1 0,1 0 0,-1 0 0,0 0 0,0 0 0,-15 0 0,11 0 0,-11 0 0,15 0 0,-15 0 0,11 0 0,-27-16 0,12 13 0,-16-13 0,0 16 0,0 0 0,-16 0 0,12-16 0,-11 12 0,-1-27 0,12 11 0,-12 1 0,16 3 0</inkml:trace>
  <inkml:trace contextRef="#ctx0" brushRef="#br0" timeOffset="-188148.73">17833 10001 24575,'0'20'0,"31"-4"0,8-15 0,9-2 0,-8 1 0,5 0 0,3 0 0,3 0-547,-6 0 1,3 0 0,1 0 0,3 0 0,0 0 0,2 0 181,-12 0 1,1 0 0,1 0 0,1 0 0,1 0 0,0 0 0,1 0 0,0 0 0,0 0 36,1 0 0,0 0 0,1 0 1,0 0-1,1 0 0,0 1 1,0-1-1,1-1 0,-1 1 1,1 0 62,-2-1 1,0 0-1,1-1 1,-1 1-1,1-1 1,0 1-1,1-1 1,-1 0-1,0 1 1,1-1 0,-1 1 169,-3 0 0,0 0 0,0 1 0,0 0 0,0-1 0,1 1 1,-1 0-1,0-1 0,1 0 0,-1-1 0,0 0 0,0-1 95,1-1 0,-1 0 0,0-1 0,1-1 0,-1 0 0,1 0 0,-1 0 0,0 0 0,0 0 0,0 0 0,-1 1 0,0 0-179,0 1 1,1 1 0,-1 0-1,0 0 1,0 1 0,0-1-1,-1 1 1,0-1 0,0 0-1,-1-1 1,-1-1 178,6-1 0,0-1 0,-1-1 0,-1 0 0,1 0 0,-2 0 0,0 0 0,0 1 0,-1 1 83,7-1 0,-1 2 0,0 0 1,-2 1-1,0-1 0,-1 0 0,-1 0-83,-2-1 0,-2 0 0,0 0 0,-1 0 0,0 0 0,1 1 238,4 1 0,1 0 0,0 1 1,0 0-1,-1 0 0,-2 0-238,-2 0 0,-2-1 0,-1 1 0,0 0 0,1 1 489,3 1 0,0 1 1,0 0-1,-1 0 0,-2 1-489,0-1 0,-2 0 0,0 0 0,-1 0 1092,9 0 0,-1 1 0,2-2-949,-2-2 0,3-2 0,-1 0 1,-3 2-144,-1 2 0,-3 0 0,3-1 0,-5-3 0,2-2 0,2-1 0,-3 1 0,-5 3 0,12 2 0,-3 0 1004,-10-3 0,1-2 0,-3 3-1004,3 3 0,-3 2 1388,-5-1 1,1 0-1389,7 0 0,1 0 873,0 0 0,-2 0-873,5 0 0,8 0 0,-27 0 0,-1 16 0,-3-12 0,-16 27 0,0-27 0,0 12 0,0-1 0,0-11 0,0 28 0,0-28 0,0 27 0,0-27 0,0 12 0,0-1 0,0-11 0,0 12 0,0-1 0,0-11 0,0 28 0,0-28 0,0 11 0,0-15 0,0 0 0,0 16 0,0-12 0,0 12 0,0-32 0,0-19 0,1 9 0,-2-3 0,-6-13 0,-2-2 0,8-3 0,-1 3 0,-7 14 0,2 2 0,7-19 0</inkml:trace>
  <inkml:trace contextRef="#ctx0" brushRef="#br0" timeOffset="162334.27">17480 13229 24575,'26'0'0,"-1"0"0,1 0 0,3 0 0,2 0 0,4 0 0,1 0 0,-1 0 0,1 0 0,3 0-640,-2 0 1,3 0 0,0 0-1,-1 0 640,10 0 0,-1 0 0,0 0 0,2 0 0,1 0 0,-3 0-28,-5 0 0,-2 0 1,-1 0 27,-2 0 0,0 0 0,0 0 0,-3 0 0,0 0 0,0 0 0,0 0 0,0 0 0,1 0 0,4 0 0,1 0 0,0 0 0,-4 0 0,-1 0 0,0 0 0,0 0 0,-1 0 0,0 0 202,0 0 0,0 0 1,-3 0-203,2 0 0,-1 0 0,17 0 0,0 0 0,-17 0 0,0 0 636,10 0 0,1 0-636,-9 0 0,0 0 370,1 0 0,-1 0-370,1 0 0,-2 0 11,-6 0 0,-1 0-11,7 0 0,-1 0 0,6 0 0,-14 0 0,1 0 0,-1 0 0,1 0 0,1 0 0,1 0 0,7 0 0,0 0 0,1 0 0,-1 0 0,-4 0 0,1 0 0,9 0 0,2 0 0,-2 0 0,0 0 0,-7 0 0,2 0 0,0 0-177,4 0 0,1 0 1,0 0 176,-5 0 0,1 0 0,-1 0 0,4 1 0,1-1 0,0-1 0,0-3 0,-1-3 0,0 2 0,-2 4 0,-2 0 0,0 0 0,13-8 0,0 2 0,2 6 0,-2 2 0,-16 0 0,1-2 0,-2-3 0,3-3 0,0 2 0,10 4 0,0-2 0,-10-6 0,0-4 0,1 4 0,-1 7 0,0 2 0,0-2 0,6-7 0,0-4 0,-1 4 0,-3 6 0,-1 3 0,1-1 0,0-4 0,0 0 0,2-1 0,2 2 0,2-1 0,0 1 0,-3 1 0,-1 2 0,-3 0 0,3-1 0,1-1 0,2-2 0,2 1 0,-2 1 0,-2 2 0,-1 1 0,-1 0 0,-2 1 0,-1-1 0,-2 0 0,1 0 0,11 0 0,1 0 0,-4 0 0,-4 0 0,-5 0 0,14 0 0,-14 0 0,-9 0 0,-20 15 530,11-11-530,-15 12 0,0 0 0,0-12 0,0 11 0,0-15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3T21:03:08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4604 8872 24575,'35'0'0,"0"0"0,1 0 0,-1 0 0,0 0 0,0 0 0,8 0 0,1 0 0,-7 0 0,0 0 0,7 0 0,-2 0 0,-10 0 0,-1 0 0,3-1 0,1 2 0,4 7 0,0 0 0,-1-6 0,-1 0 0,-2 6 0,0 0 0,-1-7 0,-1-2 0,-6 1 0,1 0 0,6 0 0,2 0 0,0 0 0,-1 0 0,-8 0 0,1 0 0,6 0 0,-2 0 0,7 0 0,-5 0 0,-1 0 0,6 0 0,-6 7 0,1 1 0,13-4 0,-20 4 0,-1 0 0,17-8 0,-8 0 0,1 0 0,-1 0 0,0 0 0,0 0 0,1 0 0,-1 0 0,0 0 0,0 0 0,1 0 0,-1 0 0,-10 0 0,1 0 0,13 0 0,2 0 0,0 0 0,3 0 0,-3 0 0,0 0 0,-2 0 0,-14 0 0,1 0 0,0 0 0,-1 0 0,6 0 0,2-7 0,-1-2 0,-1 5 0,-5-11 0,-1-1 0,11 12 0,-1-27 0,-15 27 0,11-12 0,-27 16 0,12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9:40:37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4498 11007 24575,'35'0'0,"-10"0"0,1 0 0,1 0 0,1 0 0,14 0 0,2 0 0,1 0 0,0 0 0,-10 0 0,1 0 0,-1 0 0,1 0 0,-1 0 0,0 0 0,14 0 0,0 0 0,-15 0 0,1 0 0,0 0-367,2 0 0,1 0 0,1 0 367,1 0 0,2 0 0,1 0-322,-5 0 0,1 0 0,1 0 0,0 0 322,0 0 0,0 0 0,0 0 0,1 0 0,1 0 0,0 0 0,0 0 0,0 0 0,-2 0 0,0 0 0,-1 0 0,1 0 0,1 0 0,1 0 0,-1 0 0,-1 0 0,9 0 0,-1 0 0,1 0 0,-11 0 0,2 0 0,0 0 0,-2 0 0,10 0 0,-1 0 0,-1 0-181,-3 0 1,-1 1 0,-1-2 180,-2-4 0,-1-1 0,-1 1 0,8 3 0,-2 0 0,-11-6 0,-2 0 371,4 7 0,-1 2-371,-6-1 0,1 0 0,14 0 0,2 0 0,1 0 0,0 0 0,-10 0 0,0 0 0,1 0 391,5 0 1,0 0-1,-1 0-391,6 0 0,2 0 0,-4 0 0,2 0 0,-3 0 0,0 0 0,0 0 0,-4 0 0,1 0 0,1 0 0,-3 1 0,0-1 0,-1-1 0,0-1 0,-1-1 0,1 1 0,4 1 0,0 0 0,-1 1 0,-4-2 0,-1-1 0,0 0 0,10-5 0,0 0 0,-12 6 0,1 2 0,1-2 0,0-3 0,0-1 0,0 1 0,-1 4 0,-1 2 0,2-1 0,9 0 0,3 0 0,-2 0-136,-6 0 0,0 0 0,0 0 136,8 0 0,0 0 0,0 0 0,-5 0 0,0 0 0,0 0 0,4 0 0,0 0 0,-1 0 0,-8 0 0,-1 0 0,1 0 0,5 0 0,2 0 0,-1 0 0,-6 0 0,-2 0 0,1 0-73,2 1 0,1 0 1,-2-3 72,8-5 0,0-1 0,-11 6 0,1 2 0,-2-2 0,3-6 0,2 0 0,-1 7 0,4 1 0,-1 1-293,-4-1 0,0 0 1,1 0 292,9 0 0,2 0 0,0 0 0,1 1 0,1-1 0,-1-1 0,0-3 0,-2-3 0,1 3 0,-3 2 0,-1 1 0,0 0 0,-3-4 0,0-2 0,-2 3 185,7 3 0,-2 2-185,0-1 0,-1 0 484,-8 0 1,0 0-485,8 1 0,1-2 0,0-7 0,2 0 0,2 6 0,2 0 0,-16-3 0,1-1 0,0 2 0,13 3 0,2 2 0,-15-1 0,0 0 0,0 0 0,1 0 0,0 0 0,-2 0 0,11 0 0,0 0 0,-10 0 0,0 0 0,-3 0 112,-2 0 0,-1 0-112,13 0 0,-2 0 955,0 0-955,-15 0 0,1 0 0,0 0 0,-2 0 0,8 0 0,1 0 0,-9 0 0,-5 0 0,17 0 0,-17 0 0,13 0 0,-29 0 0,13 0 0,-16 15 0,0-11 0,0 12 0,0-16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9:54:11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5680 10883 24575,'35'0'0,"0"0"0,-2 0 0,2 0 0,-1 0 0,12 0 0,2 0-771,-1 0 0,2 0 0,0 0 771,-6 0 0,-1 0 0,1 0 0,1 0 0,1 0 0,-1 0 209,-2 0 0,-1 0 1,-3 0-210,2 0 0,-5 0 203,-8 0 1,-3 0-204,7 0 0,-27 0 0,28 0 0,-2 0 0,6 0 0,-2 1 0,3-1 0,2-1-157,-3-2 0,2-1 1,1-1-1,1 2 157,3 1 0,2 3 0,-1-1 0,-2-3 0,6-7 0,-3-2 0,-1 2 27,-1 8 1,-1 2 0,-5-2-28,-7-6 0,-5 1 0,6 7 0,-31 0 0</inkml:trace>
  <inkml:trace contextRef="#ctx0" brushRef="#br0" timeOffset="2700">20814 11183 24575,'44'0'0,"0"0"0,0 0 0,0 0 0,2 0 0,2 0 0,1 0 0,3 0 0,2 0 0,-9 0 0,2 0 0,2 0 0,1 0 0,1 0 0,0 0 0,1 0 0,-1 0-365,-3 0 1,0 0 0,1 0 0,0 0 0,0 0 0,0 0 0,1 0 0,0 0 0,1 0 36,-2 0 0,0 0 0,1 0 1,0 0-1,1 0 0,-1 0 1,0 0-1,1 0 0,-1 0 1,0 0-1,-2 0 0,1 0 0,-1 0 1,0 0-1,0 0 0,0 0 1,0 0-1,0 0 0,1 0 1,1 0 192,-2 0 0,2 0 0,-1 0 0,2 0 0,-1 0 0,1 0 1,-1 0-1,-1 0 0,0 0 0,-1 0 0,-2 0 34,6 0 1,0 0 0,-2 0 0,-1 0 0,-1 0 0,1 0 0,-1 0 0,2 0 100,0 0 0,1 0 0,1 0 0,-1 0 0,0 0 0,-2 0 0,-2 0 0,-2 0 207,5 0 1,-4 0 0,-1 0 0,-2 0 0,0 0-208,2 0 0,-1 0 0,-2 0 0,-1 0-92,7 0 1,-1 0 0,-2 0 91,-7 0 0,0 0 0,-5 0 1638,-3 0 0,-1 0-1018,12 0 1,0 0 1017,-13 0 0,-1 0-1165,8 0 0,1 0-473,6 0 0,2 0 0,0 0 0,2 0 325,-7 0 1,2 0 0,1 0-326,2 0 0,0 0 0,1 0 0,2 0 0,0 0 0,2 0-268,-9 0 1,2 0-1,-1 0 1,1 0 267,-2 0 0,1 0 0,-1 0 0,-1 0 0,10 0 0,-1 0 0,0 0-156,-9 0 1,1 0-1,-1 0 1,-4 0 155,14 0 0,-4 0 0,-10 0 0,0 0 0,-3 0 0,0 0 0,-1 0 0,10 0 0,2 0 0,-2 0 0,1 0 0,-8 0 0,1 0 0,1 0 121,5 0 0,0 0 0,-1 0-121,-3 0 0,-1 0 0,1 0 0,3 0 0,2 0 0,-3 0 0,7 0 0,-2 0 507,-10 0 1,1 0-1,-2 0-507,6 0 0,-3 0 345,-4 0 1,-2 0-346,19 0 0,-21 0 0,7 0 655,-15 0-655,11 0 96,-11 0-96,15 0 0,0 0 0,1 0 0,-1 0 0,-10 0 0,1 0 0,13 0 0,-13 1 0,-1-2 0,10-15 0,1 12 0,-17-11 0,-3 15 0,-16 0 0,0 0 0,0 0 0</inkml:trace>
  <inkml:trace contextRef="#ctx0" brushRef="#br0" timeOffset="11916">15998 13300 24575,'34'0'0,"-1"0"0,5 0 0,3 0 0,2 0 0,2 0 0,1 0 0,4 0-656,-11 0 1,2 0-1,2 0 1,-1 0 0,-1 0 450,2 0 1,0 0-1,-1 0 1,2 0 204,-3 0 0,0 0 0,2 0 0,-1 0 0,-1 0 0,5 0 0,-1 0 0,0 0 0,-1 0 0,-2 0 0,-1 0 0,-1 0 0,-2 0 409,2 0 1,-2 0-1,-3 0-409,10 0 0,-5 0 677,7 0-677,-20 0 0,-3 0 0,-5 0 0,13 15 2158,-28-11-2158,11 12 0,-15-16 0,0 0 0</inkml:trace>
  <inkml:trace contextRef="#ctx0" brushRef="#br0" timeOffset="33066">5503 15998 24575,'36'0'0,"-1"0"0,1 0 0,-2 0 0,-6 0 0,-1 0 0,7 0 0,-1 0 0,-6 0 0,1 0 0,7 0 0,0 0 0,1 0 0,-1 0 0,0 0 0,1 0 0,-5 0 0,0 0 0,11 0 0,0 0 0,-1 0 0,1 0 0,3 0 0,0 0 0,-1 0 0,-2 0 0,-6 0 0,-1 0 0,0 0 0,0 0 0,1 0 0,-1 0 0,0 1 0,0-2 0,1-6 0,-1-1 0,0 7 0,1-2 0,-1-13 0,0 1 0,4 13 0,0 0 0,-2-14 0,-1 0 0,3 14 0,0 0 0,-3-13 0,-1-1 0,0 13 0,1 2 0,-1-7 0,0 0 0,1 9 0,-1-2 0,-7-6 0,-2-1 0,1 6 0,-3 0 0,12-14 0,-1 16 0,-15 0 0,-5 0 0,-15 0 0,0 0 0,0 0 0</inkml:trace>
  <inkml:trace contextRef="#ctx0" brushRef="#br0" timeOffset="34399">5715 17251 24575,'25'0'0,"1"0"0,0 0 0,3 0 0,12 0 0,4 0 0,3 0 0,2 0 0,-15 0 0,1 0 0,1 0 0,10 0 0,2 0 0,0 0 0,-6 0 0,0 0 0,0 0-461,4 0 1,0 0 0,0 0 460,0-1 0,-1 0 0,-1 3 0,-8 2 0,-2 3 0,2-2 0,9-5 0,2 0 0,-5 3 155,1 13 1,-1 0-156,-10-13 0,2-4 0,-3 3 0,0 5 0,-2 1 0,-1 1 0,-3-2 0,10-3 0,-21 12 0,-15-16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20:05:55.1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1976 11148 24575,'0'35'0,"0"0"0,0 7 0,0 3 0,0-11 0,0 1 0,0 1-517,0 5 1,0 2-1,0-1 517,0 0 0,0-1 0,0 1 0,0 2 0,0-1 0,0 0 0,0-7 0,0 0 0,0-1 0,0 4 0,0-1 0,0-1 251,0 9 1,0-2-252,0 0 0,0-2 128,-2-5 1,4-3-129,5-6 0,1-1 0,-6 7 0,0-1 0,14 6 395,-15-14 0,-2 1-395,1 9 0,16 0 0,-13-15 0,13 11 0,-16-27 0,0 12 0,0-1 0,16-11 0,-12 12 0,11-16 0,-15 0 0,16 0 0,4 0 0,15 0 0,-10-1 0,1 2 0,4 7 0,3 0 0,9-6 0,4 0 0,2 6 0,2-1-250,-10-5 0,1-3 1,-1 0 249,-3 1 0,-1 0 0,1 0 0,3 0 0,1 0 0,0 0 0,-6 0 0,0 0 0,0 0 0,1 0 0,-1 0 0,0 0 0,1 0 0,-1 0 0,0 0-19,15 0 0,-2 0 19,-3 0 0,-2 0 0,-3 0 0,-1 0 0,3 0 0,2 0 0,0 0 0,2 0 0,-11 0 0,0 0 0,1 0-144,-1 0 1,0 0-1,1 0 144,-1 0 0,0 0 0,1 0 0,-1 0 0,0 0 0,0 0 0,6 0 0,0 0 0,-1 0 0,-6 0 0,-1 0 0,2 0 0,9 0 0,2 0 0,-1 0 0,-5 0 0,-2 0 0,2 0 0,1 0 0,1 0 0,0 0 0,-1 0 0,-1 0 0,1 0 0,-1 0 0,1 0 0,-1 0 0,-3 1 0,-2-1 0,3-1-355,9-3 0,2-2 0,0 1 355,-6 3 0,-2 2 0,2-2 0,-6-4 0,0-3 0,1 0 0,-1 1 0,11 2 0,-1 0 0,-1-1 0,-3-4 0,-2-1 0,1 0 0,3 0 0,1 0 0,0 0 0,-4 1 0,0-1 0,-1 0 0,3 0 0,1 0 0,0 1 0,1-1 0,0 1 0,1-2 0,-11 1 0,1-1 0,0 0 0,2 0-252,4 3 0,1 1 0,1 0 1,-1-2 251,-2-1 0,-2-1 0,1-1 0,1 2 0,4 2 0,2 2 0,0 0 0,-2-1 0,-7 0 0,-2 0 0,1 0 0,1 1 0,7-1 0,2 0 0,1 0 0,-2 0 0,-4 1 0,0 0 0,-1-1 0,2-1 0,-3 0 0,1-1 0,1 0 0,-1 1 0,-2 1 0,2 2 0,-1 2 0,0 1 0,0-3 0,4-4 0,0-3 0,0 1 0,0 4 0,-5 6 0,0 3 0,0 1 0,-1-3 0,-1-5 0,0-2 0,0 0 0,1 2 0,0 5 0,0 2 0,1 0 0,-2-2 0,10-2 0,-1-3 0,0 3-335,0 3 0,0 2 0,0-1 335,0-5 0,1-1 0,-2 1 0,-6 4 0,-1 1 0,-1-3 52,3-6 0,0-4 1,-3 4-53,4 6 0,-2 2 478,4-7 0,-1 0-478,-7 4 0,-2 0 854,-6 3 1,-1 0-855,7-3 0,-1 1 1219,6 3-1219,-14 0 0,1 0 254,9 0-254,0 7 0,-9-7 0,-1 2 0,14 22 0,-14-14 0,1 0 0,1-2 0,-3 3 0,-4 6 0,0-3 0,5-11 0,1-2 0,1 15 0,6-16 0,-5 16 0,7-12 0,0 11 0,-10-13 0,1-4 0,13 2 0,-5-1 0,-1 2 0,6 15 0,-7-14 0,3 0 0,0 13 0,0 1 0,9-5 0,3-2 0,-13-3 0,2 0 0,-1 2 0,1 2 0,-1 2 0,0-3 0,11-7 0,-2 0 0,-3 6 0,-3-1 0,-11-6 0,-1-2 0,5 1 0,-3 0 0,-5 0 0,24 0 0,-27 0 0,15 0 0,0 0 0,1 0 0,-1 0 0,-10 0 0,1 0 0,1 0 0,1 0 0,6 0 0,2 0 0,0 0 0,-1 0 0,-7 0 0,-1 0 0,0 0 0,-3 0 0,-5 0 0,13 0 0,-29-15 0,13-5 0,-13-4 0,-6-3 0,-4 0 0,-2-1 0,0-10 0,-1-2 0,1 4 0,-2-1 0,-4-2 0,-1 0 0,6 11 0,0 1 0,1 1 0,-1 1 0,-22-10 0,28 0 0,-11-1 0,15 17 0,0-13 0,0 29 0,0-13 0,0 16 0,0-16 0,0 12 0,0-11 0,0-1 0,0-19 0,-8 8 0,0-1 0,6-7 0,0-1 0,-5 1 0,-2 0 0,1-1 0,1 1 0,5-2 0,0 4 0,-14-7 0,0 9 0,-3 31 0,-1 0 0,-11 0 0,-4 0 0,9 7 0,-3 2 0,-13-8 0,-2 2 0,-1 12 0,-1 1-447,10-13 0,-2-4 0,-1 3 447,2 4 0,-1 2 0,-1 1 0,-2-1-596,2-1 1,-1 0 0,-1 0-1,0 0 1,-2 0 595,3 0 0,-1-1 0,-1 0 0,0 1 0,-1 0 0,0 0 0,-2 1 0,-1 1 0,1 0 0,-2 1 0,2-2 0,-1-1 0,1-3 0,1 0 0,0-2 0,0 1 0,0 0 0,0 0 0,1 2 0,0 1 0,0 0 0,1 0 0,0-1 0,0-1 0,-2-2 0,1-2 0,0 0 0,0 0 0,1 1-295,1 2 0,0 1 0,1 0 1,0-1-1,2-1 295,-3-1 0,1-1 0,1-1 0,0 1-327,-11 0 1,1 0-1,-1 0 327,11 0 0,0 0 0,-1 0 0,1 0 0,-9 0 0,0 0 0,-1 0 0,10 0 0,0 0 0,-1 0 0,2 0 0,-10 0 0,1 0 0,1 0 0,1 0 0,1-1 0,-1 2 0,7 2 0,-1 2 0,0-1 0,0 0 0,-7-2 0,1-2 0,-1 2 0,-1 3 0,0 1 0,0-2 0,1-3 0,0-2 0,1 1 0,3 5 0,1 1 0,-1-1 0,-7-3 0,-2-2 0,2 2 0,1 2 0,1 2 0,-2 0 0,9-2 0,-2 0 0,1 0 0,0-1 0,-8-1 0,1-1 0,0 0 0,9 3 0,-1 0 0,1 1 0,0-2 0,-9-2 0,2-1 0,-1-1 0,0 1 0,0 0 0,0 0 0,-3 0 0,0 0 0,1 0 0,1 0 0,1 0 0,-1 0 0,-2 0 0,0 0 0,1 0 0,6 0 0,1 0 0,1 0 246,5 0 0,1 0 1,1 0-247,-1 0 0,0 0 0,3 0 0,-6 0 0,1 0 0,4 1 0,-3 0 0,3-3 1330,0-6 0,0 0-1330,-9 7 0,-1-2 0,4-11 0,0-3 0,2 7 0,-1 0 0,5 0 0,-1-2 0,0-1 555,-11-5 1,-1 1-556,7 5 0,-2 0 0,0 1 0,4-2 0,1 1 0,-1 1 0,-3 4 0,-1 2 0,1-2 0,3-4 0,2-1 0,1 3 651,-8 7 0,1 0-651,6-6 0,2 1 150,3 6 1,1 2-151,2-1 0,-1 0 0,-7 0 0,0 0 0,-1 0 0,1 0 329,0 0 1,0 0-330,-1 0 0,1 0 0,7 0 0,1 0 0,-6 0 0,-1 0 0,7 0 0,0 0 0,-9 0 0,1 0 0,8 0 0,-1 0 0,-5 0 0,0 0 0,1 0 0,1 0 0,-5 0 0,-1 0 0,-2 0 0,0 0 0,4 0 0,-1 0 0,-7 0 0,0 0 0,6 0 0,0 0 0,4 0 0,-2 0 0,1 0 0,-11 0 0,0 0 0,10 0 0,-1 0 0,1 0 0,-11 0 0,2 0 0,8 0 0,1 0 0,1-1 0,1 2 0,6 6 0,0 1 0,-12-5 0,-1-2 0,4 7 0,0 0 0,-4-7 0,1-2 0,10 1 0,3 0 0,-9 0 0,19 0 0,16 0 0,0 0 0</inkml:trace>
  <inkml:trace contextRef="#ctx0" brushRef="#br0" timeOffset="23934">2558 14993 24575,'43'0'0,"0"0"0,-9 0 0,1 0 0,2 0 0,3 0 0,2 0 0,1 0-730,-5 0 0,2 0 1,-1 0-1,1 0 730,-2 0 0,-1 0 0,1 0 0,2 0 0,6 0 0,2 0 0,1 0 0,-2 0-351,-4 0 0,0 1 0,0-1 0,0-1 351,5-2 0,1-2 0,-1 1 0,-1 0 0,-5 3 0,-2 1 0,-1-1 0,1-1 57,0-1 1,0-2-1,-1 1 1,-1 1-58,2 2 0,-1 1 0,0 1 0,2-1 0,0 0 0,-4 0 0,-3 0 0,-1 0 0,9 0 0,-2 0 1309,-1 0-1309,-12 0 0,-3 0 1879,-4 0-1879,11 15 905,-27-11-905,12 12 0,-16-16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20:15:28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23266 10707 24575,'0'35'0,"0"0"0,0 1 0,0-1 0,0-4 0,0 1 0,0 2 0,0 0 0,0-2 0,0-1 0,0-3 0,0-1 0,0-1 0,0-1 0,0 10 0,0 0 0,0-9 0,0-1 0,0 14 0,0-6 0,0 1 0,0-7 0,0 1 0,0 7 0,0 1 0,0-9 0,0 0 0,0 7 0,0-1 0,0-5 0,0-1 0,0 1 0,0-1 0,0-1 0,0-1 0,0 10 0,0-15 0,0-5 0,15-15 0,-11 0 0,28 0 0,-28 0 0,27 0 0,-27 0 0,27 0 0,-11 0 0,15 0 0,-3 0 0,3 0 0,1 0 0,2 0 0,1 0 0,3 0 0,-1 0 0,-4 0 0,0 0 0,-2 0 0,15 0 0,-2 0 0,-4 0 0,-3 0 0,-9 0 0,-2 0 0,-2 0 0,-1 0 0,7 0 0,-1 0 0,6 0 0,-13 0 0,-1 0 0,10 0 0,-15 0 0,11 0 0,-11 0 0,15 0 0,1 0 0,-5 0 0,4 0 0,1 0 0,3 0 0,-5 0 0,1 0 0,1 0 0,0 0 0,-1 0 0,0 0 0,15 0 0,-2 0 0,-4 0 0,0 0 0,5 0 0,-3 0 0,-16 0 0,-2 0 0,7 0 0,-3 0 0,3 0 0,-15 0 0,11 0 0,-27 0 0,12 0 0,-16 0 0,0 0 0,15 0 0,-11 0 0,43 0 0,-7 0 0,-6 0 0,2 0 0,-8 0 0,-1 0 0,-1 0 0,-1 0 0,10 0 0,-15 0 0,-4-15 0,-16 11 0,0-28 0,-16 28 0,12-27 0,-12-4 0,15 9 0,2-3 0,-1-13 0,0-2 0,0-1 0,0 0 0,0 10 0,0-1 0,0 1-137,0-1 0,0 1 0,0 0 137,0 0 0,0-1 0,0 1 0,0 0 0,0-1 0,0 1 0,0-14 0,0 0 0,0 15 0,0-1 0,0 0 0,0-14 0,0 0 0,0 14 0,0-1 0,0 2 0,0-12 0,0 1 0,2 1 0,-4 2 0,-5 14 0,-1 1 0,-1-8 0,-2 4 0,-9 7 0,5-23 0,15 43 411,-16-12-411,-4 32 0,-15 4 0,11-2 0,-3-1 0,-6-6 0,-4-2 0,4 1 0,-2 1 0,-3-1-685,0-4 1,-2-1-1,-3-1 1,-1 1 684,1-1 0,-2 0 0,-1 0 0,-2 0 0,1-1-547,4 0 1,1 0 0,-2 0 0,0 0 0,0-1 0,-2 0 520,3-1 1,-1 0 0,-1-1 0,-1 0 0,1 0-1,0-1 1,0 0 25,0-1 0,1 1 0,0-2 0,-1 1 0,1-1 0,0 1 0,0-1 0,0 1 0,1-1 0,-1 1 0,1-1 0,-1 1 0,1-2 0,0 1 0,-6-2 0,0-1 0,-1 0 0,2 0 0,0 0 0,2-1-262,-1 0 0,1 0 1,2-1-1,0 1 0,2 1 262,-4 0 0,2 1 0,1 1 0,1-1-48,-4-1 0,3 1 0,3 1 48,2 3 0,2 2 990,-8-1 1,5 0-991,16 0 3276,-24 0-2971,43 0 1550,-12 0-1855,16 15 228,0-11-228,16 12 0,-12 0 0,11-12 0,1 11 0,-12 1 0,12-12 0,-16 12 0,0-16 0</inkml:trace>
  <inkml:trace contextRef="#ctx0" brushRef="#br0" timeOffset="12233">4710 17145 8191,'0'20'0,"31"-5"1638,0-13 0,8-4-1460,-3 2 0,4 0 0,3 0 0,3 0-178,-4 0 0,2 0 0,3 0 0,1 0 0,1 0 0,1 0-205,-5 0 0,1 0 0,1 0 0,0 0 0,2 0 1,0 0-1,2 0 0,0 0 205,-8 0 0,1 0 0,0 0 0,2 0 0,-1 0 0,2 0 0,-1 0 0,1 0 0,-1 0 0,1 0 0,-1 0-63,2 0 0,-1 0 0,0 1 1,1-1-1,-1 0 0,1 0 0,0 0 1,0 0-1,1 0 0,-1 0 1,1-1 62,-1 1 0,1-1 0,-1 0 0,1-1 0,0 1 0,1 0 0,-1-1 0,0 1 0,0-1 0,0 1 0,0-1 0,-1 1 0,-1-1 0,-1 1 0,1-1 0,-1 1 0,0 0 0,0-1 0,-1 0 0,1 1 0,0-1 0,0 0 0,0 0 0,0 0 0,1 0 0,0-1 0,0 0 0,1 0 0,-1 0 0,1-1 0,-1 1 0,0 0 0,0 0 0,-1 0 0,0 0 0,0 1-148,3-1 0,1 1 1,-1 0-1,-1 1 1,1-1-1,-2 0 1,1 1-1,-1-1 0,1 0 1,-1-1 147,3 0 0,-1-1 0,1 1 0,0-2 0,-1 1 0,-1 1 0,0-1 0,-1 1 0,-1 1 124,4 0 1,0 1 0,-2 1-1,0 0 1,-1 0 0,0 0-1,0-1-124,-1-1 0,-1 0 0,1-1 0,-1 0 0,-1 1 0,0 0 0,-2 0 341,5 1 1,0 1-1,-3 1 1,1-1 0,-1 0-342,-1 1 0,0-1 0,-1 1 0,-1-2 0,-2 0 1000,10-3 0,-3-3 1,0 2-1001,-4 4 0,-2 1 0,-1-2 1638,7-7 0,-2 2-1172,4 6 0,-2 2-466,-10 0 0,1-2 0,-2-3 0,3-3 0,-1 2 1407,9 3 1,2 0-1408,-4-3 0,3-1 0,-1 2 0,-4 3 0,-1 1 0,1 1 115,-4-1 0,1 0 1,1 0-1,0 0-115,2 0 0,0 0 0,0 0 0,1 0 0,1 0 0,0 0 0,1 0 0,0 0 0,1 0 0,1 0 0,-1 0 0,-1 0 0,-4 0 0,-1 0 0,0 0 0,0 0 0,3-1 0,1 1 0,-1-1 0,0 3 0,-5 1 0,-1 1 0,1 1 0,1-2 0,1-1 0,0-2 0,2 1 0,1-1 0,-2 1-415,0 2 0,0 0 1,0 1-1,1 0 1,1-2 414,-1-1 0,1-1 0,1 0 0,1 0 0,0-1 0,-1 1 0,-1 0 0,0 0 0,-1 0 0,1 0 0,1 0 0,-1 0-457,3 0 0,1 0 0,0 0 0,0 0 0,0 0 0,0 0 457,-1 0 0,0 0 0,0 0 0,-1 0 0,1 0 0,-1 0 0,-3 0 0,0 0 0,0 0 0,0 0 0,-1 0 0,1 0-240,0 0 1,0 0 0,0 0-1,0 0 1,-1 0 0,1 0 239,4 0 0,-1 0 0,0 0 0,1 0 0,1 0 0,-3 0 0,1 0 0,0 0 0,1 0 0,-1 0 0,0 0-254,-1 0 1,-1 0 0,0 0 0,0 0 0,1 0 0,2 0 253,1 0 0,1 0 0,2 0 0,0 0 0,0 0 0,-1 0 0,0 0-129,-3 0 1,-1 0 0,0 0-1,0 0 1,0 0 0,0 0-1,2 0 129,-4 0 0,2 0 0,0-1 0,0 1 0,0 0 0,1 0 0,-1 0 0,1 1-120,1 0 1,1 1 0,0-1 0,0 1 0,0 1 0,0-1 0,0 0 0,-1 1 119,0-1 0,0 0 0,-1-1 0,1 1 0,0 1 0,0-1 0,0 1 0,2 1-148,-2 0 0,1 1 1,0 1-1,1-1 0,0 1 1,0 1-1,0-1 0,0 0 1,0 0 147,-2 0 0,1-1 0,-1 1 0,0-1 0,0 1 0,0 0 0,1 0 0,0 1 0,0 1-98,-2 0 0,1 2 0,0 0 1,0 1-1,0 0 0,1 0 1,0 0-1,-1-1 0,1 0 0,-1 0 98,1-1 0,-1-1 0,1 0 0,-1-1 0,1 0 0,0 1 0,0-1 0,0 1 0,0 0 0,0 0-63,-2 1 0,0 0 0,1 0 0,-1 1 0,0 0 0,1 0 0,-1 0 0,1-1 0,0 0 0,0 0 0,0-1 63,1 0 0,-1-1 0,1 0 0,0 0 0,0-1 0,0 1 0,1-1 0,-1 0 0,0-1 0,1 1 0,-1 0-35,1-1 0,1 1 0,-1 0 0,1-1 0,-1 0 0,1 0 0,0 0 0,0 0 1,0-1-1,0 0 0,0 1 35,-3-2 0,-1 1 0,1-1 0,0 1 0,1-1 0,-1 0 0,0 0 0,0-1 0,0 1 0,0-1 0,0 1 0,0-1-21,0 0 1,-1 0 0,1 0 0,-1-1 0,1 1 0,-1-1 0,0 0 0,1 0 0,-1 0-1,1 0 1,0 0 0,0 0 20,1-1 0,1 1 0,0-1 0,0 0 0,0 0 0,1 0 0,-1-1 0,0 1 0,0 0 0,0 0 0,-1 0 0,0 0 0,2 0 0,-1 0 0,0-1 0,0 1 0,-1 0 0,0 0 0,1 0 0,-1 0 0,1 0 0,0 0 0,0 1 0,-3-1 0,1 0 0,0 0 0,0 1 0,0-1 0,0 0 0,0 1 0,0-1 0,0 1 0,-1 0 0,-1 1 0,1-1 10,3 2 1,0 0 0,0 0-1,-1 0 1,0 1 0,-1-1-1,1 1 1,0 0 0,-1-1-1,2 1-10,-1-1 0,2 0 0,-1 0 0,0-1 0,1 1 0,-1 0 0,0 0 0,-1 0 0,0 1 0,0 0 0,0 1 0,1 0 0,-2 1 0,1 0 0,-1 0 0,0 0 0,0 0 0,0 0 0,0-1 0,0 0 0,0-1 0,0 1 0,1-1 0,-1 0 0,-1-1 0,1 1 0,-1-1 0,0 0 57,3 0 1,-1 0 0,-1 0-1,1-1 1,-1 0 0,0 1-1,0-1 1,1 0-58,-1 0 0,0 1 0,1-1 0,-1 0 0,0 0 0,0 0 0,0-1 0,-1 1 100,3-2 0,0 1 0,-1-1 0,0-1 0,0 1 0,0 0 0,1 0-100,0 0 0,1 0 0,0 0 0,0 0 0,0 0 0,0 0 0,0 0 0,-6 0 0,0 0 0,0 0 0,0 0 0,0 0 0,-1 0 0,1 0 0,0 0 0,3 0 0,0 0 0,0 1 0,-1-1 0,2 1 0,0-2 0,2 0 0,-4-1 0,2-1 0,1 0 0,1 0 0,0-1 0,0 0 0,-2 0 0,0 0 0,-2-1 0,2 0 0,-1 0 0,-1 0 0,-1-1 0,0 1 0,1-2 0,0 1 0,-2 0 0,1 0 0,1-1 0,-1 1 0,0-1 0,0 0 0,-3-1 0,-1 0 337,10-3 0,-3-1 1,-2-1-1,-1 1 1,0 1-338,5 1 0,0 0 0,-2 2 0,-2-1 701,-6 2 0,-1 1 1,-1-1-1,-2 0-701,7-4 0,-2-1 0,-3 3 1638,0 8 0,-6-2-1601,3-12 1,-19 15-1,-16 0 1</inkml:trace>
  <inkml:trace contextRef="#ctx0" brushRef="#br0" timeOffset="43114">24659 16175 24575,'20'0'0,"11"0"0,-27 0 0,27 0 0,5 0 0,-10 0 0,3 0 0,10 0 0,0 0 0,-10 0 0,-1 0 0,2 0 0,-1 0 0,6 0 0,-16 0 0,-3 0 0,0 0 0,-12 0 0,11 0 0,-15 0 0,16 0 0,-12 0 0,12 0 0,-16 0 0,15 0 0,5 0 0,15 0 0,-15 0 0,11 0 0,-27 16 0,12-13 0,-16 13 0,0-16 0,15 0 0,-11 16 0,12-12 0,-16 11 0,0-15 0</inkml:trace>
  <inkml:trace contextRef="#ctx0" brushRef="#br0" timeOffset="45164">21713 16175 24575,'26'0'0,"-1"0"0,2 0 0,1 0 0,15 0 0,1 0 0,-7 0 0,0 0 0,2 0 0,0 0 0,-3 0 0,-3 0 0,14 0 0,-12 0 0,-3 0 0,-9 0 0,24 0 0,-43 0 0,12 0 0,-16 0 0,16 0 0,-13 0 0,29 0 0,-13 0 0,17 0 0,-1 0 0,-15 0 0,-5 0 0,-15 0 0,0 0 0,-15 0 0,11 0 0,-12 0 0</inkml:trace>
  <inkml:trace contextRef="#ctx0" brushRef="#br0" timeOffset="48347">12647 16210 24575,'43'0'0,"-10"0"0,3 0 0,11 0 0,4 0-270,-15 0 0,1 0 0,0 0 270,-2 1 0,1-1 0,-2-1 0,11-7 0,-3 0 133,-14 7 1,-2-1-134,2-7 0,-5 2 134,-3 7-134,11 0 0,-27 0 0,12 0 0</inkml:trace>
  <inkml:trace contextRef="#ctx0" brushRef="#br0" timeOffset="50198">7973 15963 24575,'25'0'0,"18"0"0,-3 0 0,-15 0 0,1 0 0,9 0 0,0 0 0,0 0 0,-15 0 0,-4 0 0,-1 16 0,-11-12 0,28 11 0,-13 1 0,16-12 0,-15 27 0,11-27 0,-11 28 0,15-13 0,-15 1 0,11-4 0,-27-1 0,12-11 0,-16 12 0,0-16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20:41:52.2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6473 10848 24575,'20'0'0,"27"0"0,-21 0 0,3 0 0,14 0 0,4 0-479,-7 0 1,1 0 0,0 0 478,-4 0 0,-1 0 0,0 0 0,2 0 0,0 0 0,0 0 0,-3 0 0,0 0 0,-1 0 0,15 0 0,0 0 226,-4 0 1,0 0-227,-1 0 0,-2 0 120,-6 0 1,-1 0-121,0 0 0,0 0 0,1 0 0,-1 0 0,0 0 0,1 0 365,7 0 0,0 0-365,-6 0 0,0 0 5,-1 0 1,-1 0-6,-5 0 0,-1 0 0,-3-1 0,1 2 0,4 6 0,0 2 0,-3-7 0,-1 0 0,7 6 0,-1-1 0,6-7 0,-6 0 0,1 0 0,-7 0 0,0 0 0,9-1 0,-1 2 0,-7 7 0,-1 0 0,7-6 0,-1 0 0,6 13 0,-7-13 0,2-4 0,-6 2 0,-1 0 0,0 0 0,1 0 0,6 0 0,-1 0 0,6 0 0,-10 0 0,1 0 0,-4 0 0,1 0 0,3 0 0,2 0 0,4 0 0,-1 0 0,-7 0 0,-1 0 0,6 8 0,0 0 0,2-6 0,1 0 0,0 6 0,2 0 0,-4-7 0,1-2 0,-2 1 0,5 0 0,-1 0 0,-4 0 0,2 0 0,-1 0 0,4 0 0,-2 0 0,4 0 0,-1 0 0,-5 0 0,0 0 0,-2 0 0,-1 0 0,-4 0 0,1 0 0,6 0 0,-2 0 0,8 0 0,-7 0 0,0 0 0,7 0 0,-7 0 0,0 0 0,6 0 0,-7 0 0,3 0 0,8-1 0,0 2 0,-4 3 0,1 0 0,-2-3 0,3-1 0,-3 1 0,4 3 0,-1-1 0,-8-2 0,3-1 0,-2-1 0,16 1 0,-2 0 0,-2 0 0,-1 0 0,-2 0 0,0 0 0,1 0 0,-2 0 0,-13 0 0,1 0 0,11 0 0,0 0 0,-13 0 0,-1 0 0,7 0 0,3 0 0,-4 0 0,2 0 0,-2 0 0,2 0 0,1 0 0,2 0 0,2 0 0,-2 0 0,-4 0 0,-2 0 0,4 0 0,-1 0 0,-2 1 0,0-2 0,3-2 0,-1-1 0,2 3 0,1 0 0,5-3 0,0 0 0,-8 3 0,0 2 0,1-1 0,-1 0 0,-1 0 0,2 0 0,-2 0 0,1 0 0,-2 0 0,3 0 0,-1 0 0,16 0 0,-2 0 0,-2 0 0,-14 0 0,1 0 0,-7 0 0,0 0 0,1 0 0,-1 0 0,-1 0 0,-1 0 0,11 0 0,-17 0 0,12 0 0,5 0 0,3 0 0,-13 0 0,-1 0 0,10 0 0,-2 0 0,1 0 0,9 0 0,-9 0 0,-1 0 0,2 0 0,-10 0 0,1 0 0,13 0 0,-9 0 0,-1 0 0,-8 0 0,19 0 0,-37 0 0,29 0 0,-28 0 0,11 0 0,-15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20:58:21.6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5539 12047 24575,'27'0'0,"0"0"0,7 0 0,-1 0 0,-5 0 0,-1 0 0,1 0 0,-1 0 0,-1 1 0,-1-2 0,0-6 0,1-1 0,1 6 0,1 0 0,7-14 0,0 0 0,-4 14 0,1 0 0,9-13 0,2-1 0,-2 13 0,1 2 0,2-7 0,2 1 0,-12 6 0,1 2 0,-2-1 0,4-8 0,0 0 0,8 6 0,-4 0 0,-1-14 0,7 16 0,-44 0 0,13 0 0,0 0 0,-12 0 0,43 16 0,-8-12 0,-11 12 0,-1-1 0,8-11 0,-19 12 0,-16-16 0,0 15 0,0-11 0,0 12 0,0-16 0</inkml:trace>
  <inkml:trace contextRef="#ctx0" brushRef="#br0" timeOffset="1921">7902 11977 24575,'43'0'0,"-3"0"0,5 0 0,-13 0 0,2 0 0,2 0-657,1 0 1,2 0-1,2 0 1,-2 0 656,10 0 0,-2 0 0,2 0 0,-6 0 0,0 0 0,1 0 0,-1 0 0,-3 0 0,1 0 0,-1 0 0,0 0 0,-2 0 0,0 0 0,0 0 0,0 0 0,1 0 0,0 0 0,0 0 0,-1 0 0,8 0 0,-2 0 0,0 0 278,-8 0 1,0 0-1,1 0-278,8 0 0,1 0 0,-3 0 0,-4 0 0,0 0 144,-1 0 0,3 0 1,-2 0-145,6 0 0,0 0 0,4-1 0,0 2 0,-6 6 0,2 1 452,-9-6 1,1-1 0,0 0-453,-2 4 0,1 1 0,2-1 0,2-3 0,3-3 0,2 1 0,0-1 0,4 1 0,1 0 0,-1 0 0,-1 0-147,-8 0 1,-2 0 0,-1 0 0,1 0 146,11 0 0,0 0 0,-6 0 0,-7 0 0,-4 0 0,15 0 0,-11 0 0,-21 0 0,-15-16 0,0 12 0,0-11 0</inkml:trace>
  <inkml:trace contextRef="#ctx0" brushRef="#br0" timeOffset="6250">10830 12047 24575,'36'20'0,"2"-10"0,6-4 0,1-5 0,4-2 0,-4 1 0,4 0 0,-2 0 0,-5 0 0,0 0 0,-1 0 0,1 0 0,-1 0 0,-2 0 0,8 0 0,-4 0 0,-6-2 0,-3 4 0,-8 5 0,-1 1 0,10-4 0,0 12 0,8-16 0,-16 0 0,-1 0 0,21 0 0,-14 0 0,1 0 0,-6 0 0,-1 0 0,0 0 0,1 0 0,-3 0 0,1 0 0,-1 0 0,1 0 0,1 0 0,0 0 0,1 0 0,-1 0 0,0 0 0,-3 0 0,12 0 0,-1 0 0,-10 0 0,1 0 0,1 0 0,1 0 0,-1 0 0,1 0 0,6 1 0,-2-2 0,7-15 0,5 12 0,-11-11 0,-21 15 0,35 0 0,-8 0 0,-12 0 0,1 0 0,-1 0 0,-3 0 0,-5 0 0,13 0 0,-13 0 0,1 0 0,-4 0 0,-16 0 0,0 0 0,0 15 0,0-11 0,0 12 0,0-16 0</inkml:trace>
  <inkml:trace contextRef="#ctx0" brushRef="#br0" timeOffset="11155">13988 12047 24575,'35'0'0,"0"0"0,0 0 0,5 0 0,0 0 0,2 0 0,-4 0 0,1 0 0,1 0 0,0 0-820,2 0 1,1 0 0,0 0 0,1 0 696,4 0 1,0 0-1,1 0 1,0 0 122,1 0 0,0 0 0,0 0 0,0 0 0,-1 0 0,-1 0 0,1 0 0,1 0 0,-4 0 0,3 0 0,-1 0 0,-1 0 0,-2 0 0,0 0 0,-2 0 0,-2 0 0,1 0 0,0 0 0,1-1 0,-3 0 0,-4 3 585,1 6 1,-4 0-586,1-6 0,-1 0 308,-7 5 1,3 2-309,2-4 0,4 0 0,1 0 0,0 1 0,0 0 0,1 2 0,5 3 0,0 1 0,0 0 659,1 1 1,1-1 0,-2-2-660,-5-2 0,-1-2 0,-1 0 0,8 3 0,-4-2 0,-11-7 0,-5 0 0,-7 0 0,-16 0 0,16 0 0,-13 0 0,44 0 0,-5 0 0,3 0 0,2 0 0,4 0 0,-8 0 0,4 0 0,0 0 0,-9 0 0,1 0 0,-1 0 0,0 0 0,4 0 0,-2 0 0,3 0 0,-1 0 0,2 0 0,0 0 0,-3 0 0,0 0 0,-3 0 0,0 0 0,-2 0 0,0 0 0,-2 0 0,10 0 0,-2 0 0,2 0 0,-1 0 0,-6 0 0,0 0 0,-1 0 0,-1 0 0,-9 0 0,-1 0 0,-1 0 0,3 0 0,14 0 0,4 0 0,-3 0 0,2 0 0,-9 0 0,1 0 0,-3 0 0,0 0 0,-3 0 0,-3 0 0,-3 0 0,-5 0 0,13 0 0,-13 0 0,16 0 0,1 0 0,-17 0 0,-3 0 0</inkml:trace>
  <inkml:trace contextRef="#ctx0" brushRef="#br0" timeOffset="20950">19773 12188 24575,'43'0'0,"-1"0"0,0 0 0,1 0 0,-1 0 0,1 0 0,1 0 0,0 0 0,0 0 0,0 0 0,4 0 0,1 0 0,0 0 0,1 0 0,-1 0-547,-6 0 1,-1 0 0,1 0 0,0 0 0,1 0 0,0 0 77,-2 0 1,1 0 0,1 0 0,0 0 0,0 0 0,1 0 0,-1 0 73,1 1 1,1-1 0,-1 0 0,1 1 0,0-1 0,0-1 0,-1 0 394,0 0 0,0-1 0,-1 0 0,1 0 0,0-1 0,-1 0 0,2 1 0,1-1 0,1 0 0,1 1 0,-1-1 0,0 0 0,1 0 0,-1 0-188,0 0 0,0 1 0,-1-1 1,1 1-1,0-1 0,0 0 1,0 0 187,-5-1 0,1 0 0,-1 0 0,1 0 0,-1 0 0,1 0 0,0 0 0,0 0 0,1 1 0,0 0 0,0 1 0,1 0 0,-1 0 0,0-1 0,0 1 0,0 0 0,3-1 0,0 1 0,-1 0 0,0-1 0,1 0 0,0 0 0,1-1-264,-2-1 1,1-1 0,0 0 0,1-1 0,0 0 0,-1 1 0,-2 0 0,-1 2 263,2 1 0,-2 3 0,-1-1 0,-1 1 0,1-1 0,1-2 249,0-2 0,1-1 0,1-1 0,-1-1 0,-1 0 0,-2 1 1,-5 1-250,3 1 0,-4 0 0,-2 1 0,1-1 0,4-2 0,1 0 0,-2 0 0,-6 0 0,-2-3 0,-3 2 2560,19 8-2560,-47 2 3276,0 6-2708,0-8 2708,0 16-2234,0-12-776,0 27-266,0-27 0,0 27 0,0-27 0,0 28 0,31-28 0,-7 27 0,0-28 0,3-2 0,8 15 0,-16-1 0,-3-11 0,-16 12 0,0 0 0,0-12 0,0 11 0,0-15 0,0 0 0,-16-47 0,13 35 0,-13-35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21:03:46.7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14746 8802 24575,'40'0'0,"0"0"0,1 0 0,-1 0 0,6 0 0,0 0 0,7 0 0,-14 0 0,4 0 0,4 0 0,2 0 0,2 0 0,-1 0 0,0 0 0,-3 0-469,2 0 1,-1 0 0,-1 0 0,0 0 0,0 0 0,1 0 0,1 0 445,-1 0 0,1 0 0,0 0 0,1 0 0,0 0 0,0 0 1,-1 0-1,-2 0 23,2 0 0,0-1 0,-1 1 0,0-1 0,-1 1 0,-1 1 0,-2 0 76,1 1 0,-2 0 0,0 0 1,-1 1-1,-1 0 0,0 0-76,6 1 0,-2-1 0,1 1 0,-1 0 0,0 1 0,-1 1 0,-1 2 0,1 0 0,0-1 0,0-1 0,2-1 0,1-1 0,0-1 0,-2 0 0,-1 2 0,2 2 0,-3 2 0,0-1 0,2-1 0,-2-2 0,2-1 0,1-1 0,-3 1 0,-5 0 0,-2 2 0,-4 1 0,2 0 176,6-3 1,3 0 0,0-1 0,-4 1-177,9 5 0,-2-2 0,-3-5 0,2-2 0,-4 2 0,-2 6 0,-1-1 0,7-5 0,0-4 0,-9 2 0,-1 0 881,1 0 1,2 0-882,5 0 0,0 0 266,1 0 1,-2 0-267,-11 0 0,-3 0 0,-1 2 0,-3-4 0,8-13 0,-25-11 0,-7-11 0,-2-10 0,0-4 0,3 15 0,-1-5 0,0-5 0,0-2 0,0-3 0,0-2 0,0-1 0,0-1 0,0 1 0,0 0 0,0 1 0,-1 2-274,1 3 1,0 1 0,0 0 0,0 0 0,0 0 0,-1 1 0,1-2 0,0 0 0,-1 0 0,1-3 0,-1 0 0,1-3 177,-1 12 0,0-3 1,1-1-1,-1-1 0,0-1 1,0-1-1,0-1 0,0-1 1,0 0-1,0 0 0,0 1 1,0-1-1,1 1 0,-1 1 1,0 0-1,0 2 0,0 1 1,1 1-1,-1 3 0,1 1 96,0-16 0,-1 3 0,1 1 0,0 3 0,0 0 0,0 2 0,1 1 0,-1 0 0,0 0 0,0 0-217,0-7 0,0 0 0,0 0 0,0 1 0,0 2 0,0 2 1,0 4-1,0 5 217,0-19 0,0 8 0,0 12 0,0 4 0,-16 3 0,-3 13 0,-1-1 3276,-11 5-1951,11 15-163,-10 6 1,-7 3-1163,-5 0 0,-6 2 0,15-3 0,-5 3 0,-2 0 0,-2 0 0,-1-1 0,4-2 0,-1 0 0,-2-1 0,-1 1 0,-1-1 0,-1 1 0,-2 1-316,3-1 0,-1 2 0,-2-1 0,0 1 0,-1 0 0,-1 0 0,0 0 0,0 0 0,0-1 316,3-1 0,0 0 0,-1-1 0,1 0 0,-1 0 0,-1 1 0,1-1 0,0 0 0,0 1 0,0-1 0,-1 2 0,0-1 0,-1 1 0,0 0 0,0 0 0,1 0 0,0 0 0,2 0 0,0-1 0,2 0 0,-5 0 0,1 1 0,1-2 0,2 1 0,-1 0 0,1-1 0,-2 1 0,-2-1 0,-1 1 0,0-1 0,0 0 0,1 1 0,1-1 0,3 0-94,-2 0 1,2 1 0,2-1 0,0 0-1,-2-1 94,2-2 0,0 0 0,-2-1 0,1-1 0,3 1 0,2 0 0,-14 3 0,5 0 0,2-2 0,7-3 0,3-1 0,5-1 0,-4 1 0,10 8 0,-1 0 0,-2-7 0,1 2 0,0 12 0,-1 1 1384,-6-11 1,1 2-1385,12 8 0,3 3 271,-1 3 0,3 1-271,0 17 0,15-7 0,2 3 0,-1-3 0,0 1 0,0 4 0,0 0 0,0 3 0,0 1 0,0 2 0,0 5 0,0 2 0,0 1 0,0 0 0,0-11 0,0 1 0,0 0 0,0 0 0,0-1 0,0 9 0,0-1 0,0 0 0,0-2 0,0-7 0,0-1 0,0 0 0,0-1 0,0 12 0,0-2 0,0-2 0,0-8 0,0-2 0,0-1 0,0 1 0,0 0 0,0-3 0,0-2 0,0-1 0,0 5 0,0-1 0,0 2 0,0-15 0,0 11 0,0-11 0,1 13 0,-2 8 0,-3-3 0,-1 4 0,-1 1 0,1-4 0,0 1 0,0 0 0,0-2 0,-1 7 0,-1-1 0,0-3 0,-2 3 0,3-6 0,6-7 0,0-42 0,0 22 0,0-26 0,0-1 0,0 12 0,0-12 0,0 1 0,0 11 0,0-28 0,0 28 0,15-27 0,-11 27 0,12-12 0,-16 16 0,0 0 0,0-15 0,0 11 0,0-27 0,0 11 0,0 0 0,0 5 0</inkml:trace>
  <inkml:trace contextRef="#ctx0" brushRef="#br0" timeOffset="10250">9525 15998 24575,'25'0'0,"1"0"0,1 0 0,1 0 0,7 0 0,0 0 0,1 0 0,-1 0 0,-4 0 0,1 0 0,10-1 0,0 2 0,-8 7 0,-1 0 0,2-6 0,0 0 0,-9 5 0,-1 2 0,2-1 0,-3-1 0,0-3 0,23 12 0,-43-16 0,11 16 0,-15-12 0,0 11 0,0-15 0</inkml:trace>
  <inkml:trace contextRef="#ctx0" brushRef="#br0" timeOffset="12329">9560 14164 24575,'20'0'0,"11"0"0,-27 0 0,28 0 0,-13 0 0,13 0 0,3 0 0,8 0 0,-17 0 0,-1 0 0,6 0 0,-27 0 0,20 0 0,-7 0 0,11 1 0,3-2 0,-3-7 0,3 0 0,2 7 0,3 2 0,-3-5 0,-2-11 0,-3-1 0,1 15 0,-7-2 0,-22-13 0,-4 16 0,-12 0 0</inkml:trace>
  <inkml:trace contextRef="#ctx0" brushRef="#br0" timeOffset="14096">11218 15452 24575,'34'0'0,"-1"0"0,3 0 0,2 0 0,4 0 0,4 0 0,4 0 0,-11 0 0,3 0 0,2 0 0,1 0 0,0 0-394,-4 0 1,1 0 0,0 0-1,1 0 1,1 0 0,1 0 393,0 0 0,1 0 0,1 0 0,0 0 0,0 0 0,0 0 0,-1 0 0,4 0 0,0 0 0,-1 0 0,-1 0 0,1 0 0,-1 0 0,0 0 0,-1 0 0,0 0 0,0 0 0,-1 0 0,0 0 124,3 0 1,0 1-1,-1-1 1,-1 0-1,-1-1-124,1-3 0,0 0 0,-3-1 0,-2 2 0,2 2 0,-2 1 0,-7-3 210,-7-5 0,-5 0-210,9 8 0,-28 0 0,11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21:04:49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9596 6615 24575,'25'0'0,"1"0"0,0 0 0,2 0 0,7 0 0,1 0 0,3 0 0,0 0 0,5 0 0,1 0 0,-5 0 0,2 0 0,-8 0 0,1 0 0,-2 0 0,4 0 0,0 0 0,-4 0 0,2 0 0,-1 0 0,12 0 0,-2 0 0,0 0 0,2 0 0,-2 0 0,2 1 0,-2-2 0,0-7 0,2 0 0,-8 6 0,3 1 0,3 1 0,-1-1 0,3-2 0,-1-2 0,1 0 0,2 2-109,-6 2 1,2 1-1,0 0 1,1 1-1,-1-1 109,3 0 0,0 0 0,0 0 0,-1 0 0,-2 0 33,1 0 1,-2 0 0,-2 0-1,-1 0-33,7 0 0,-2 0 0,-2 0 0,7 0 0,-2 0 0,-8 0 0,2 0 0,-2 0 0,8 0 0,-2 0 0,-2 0 0,-2 0 0,-7 0 0,-3 0 409,7 0-409,-6 0 0,1 0 0,-7 0 0,0 0 0,1 0 0,-1 0 0,6 0 0,1 0 0,-3 0 0,1 0 0,4 0 0,0 0 0,-4 0 0,-1 0 0,3 0 0,-1 0 0,6 0 0,-14 0 0,1 0 0,9 0 0,0 16 0,1 4 0,-1-1 0,0 13 0,-15-29 0,-20 13 0,-4-16 0,-12 0 0,16 0 0</inkml:trace>
  <inkml:trace contextRef="#ctx0" brushRef="#br0" timeOffset="176150">3122 11642 24575,'0'25'0,"0"1"0,0 14 0,0 6 0,0 0 0,0 4 0,0 3-656,0-13 1,0 1-1,0 2 1,0 1 0,0 1 132,0-1 0,0 1 0,0 0 0,0 2 0,0 0 1,0 0 135,0-4 1,0 1-1,0 0 1,0 0 0,0 1-1,0-1 1,0 1 386,0 3 0,0-1 0,0 1 0,0 0 0,0 1 0,0-1 0,0 0 0,0-1 0,0 0 0,0 1 0,0-1 0,0 0 0,0 0 0,0-1 0,0 4 0,0-1 0,0 0 0,0 0 0,0 0 0,0-1 12,0-1 0,0 0 1,0 1-1,0-2 1,0-1-1,0-2-12,0 8 0,0-3 0,0-1 0,0-1-56,0-1 1,0 0 0,0-2 0,0-3 55,0-2 0,0-3 0,0-2 1158,0 3 1,0-2-1159,0-6 0,0-5 3276,0-3-2637,16-5 1998,19-15-2637,-5-6 0,3-3 0,2 0 0,2-2 0,-4 0 0,3-2 0,5 2-547,-5 4 1,4 0 0,3 1 0,1 0 0,1 1 0,-2 1 500,5-1 0,0 1 0,0 0 0,1 1 0,5-1 46,-14 1 0,3-1 0,0 1 0,2-1 0,1 1 0,1-1 0,1 1 0,1-1 0,-1 1 0,-4 0 0,0 0 0,1 0 0,1 0 0,1 0 0,0 0 0,0 0 0,1 0 0,0 0 0,0 0 0,0 0 0,1 0 0,-4 1 0,0-1 0,0 0 0,0 0 0,1 1 0,0-1 0,0 0 0,0 0 0,1 1 0,0-1 0,1 0 0,0 0 0,1 0 0,1 0-183,-6 0 1,1 1 0,1-1 0,0 0 0,1 0 0,0 0 0,0 0 0,1 0 0,0 0 0,0 0 0,0 0 0,0 0 0,0 0 0,0 1 0,0-1 0,0 0 0,-1 1 0,0-1 98,2 1 0,1-1 0,0 1 0,-1 0 0,1-1 0,0 1 0,0 0 0,0 0 0,-1 0 0,0 0 0,0 0 0,0 0 0,-1 0 0,0 0 0,-1 0 0,-1 1 0,0-1-169,6 0 1,-2 0 0,0 1 0,-1-1 0,0 0 0,-1 1 0,0 0 0,0-1 0,-1 1 0,0-1 0,0 1 0,0 0 0,0-1 197,2 1 0,-1-1 1,-1 1-1,0-1 1,0 1-1,0-1 1,0 1-1,0 0 1,0-1-1,0 1 1,1 0-1,0 1 55,1-1 0,2 1 0,-1-1 0,1 1 0,0 0 0,0 1 0,-1-1 0,1 0 0,-1 0 0,-1 0 0,0 1 0,-2-1-263,3 0 0,-1 0 0,-2 0 0,-1 0 0,1 0 0,-1 0 0,1 0 0,1 0 0,1 0 0,3 0 263,-7 0 0,1 0 0,1 0 0,1 0 0,0 0 0,1 0 0,1 0 0,0 1 0,0-1 0,1 0 0,0 0 0,0-1 0,0 1 0,0 0-58,-3-1 0,0 0 1,2 0-1,-1 1 0,2-2 1,-1 1-1,0 0 1,1 0-1,-1 0 0,1 0 1,-1-1-1,0 1 1,-1 0-1,0 0 0,-1 1 1,-1-1 57,5 0 0,-1 1 0,-2 0 0,1-1 0,-2 1 0,1 0 0,-1 0 0,1 0 0,-1 0 0,2-1 0,0 1 0,1 0 0,1-1-1,-6 0 0,1 1 0,0-1 0,1 0 0,0 0 0,1 0 0,0 0 0,0-1 0,0 1 0,1 0 0,-1 0 0,1 0 0,0 0 0,-1 0 0,0 1 0,0-1 0,0 0 1,0 1 0,-1 0 0,0-1 0,0 1 0,0 0 0,0 0 0,0 0 0,0 0 0,0 0 0,0 1 0,1-1 0,-1 0 0,0 0 0,1 0 0,0 0 0,-1 0 0,1 0 0,-1 0 0,0 0 0,1 0 0,-1 0 0,1 0 0,-1 0 0,1 0 0,0 0 0,0 0 0,-1 0 0,1 0 0,0 0 0,0 0 0,0 0 0,0 0 0,0 0 0,0 0 0,-1 0 0,1 0 0,0 0 0,0 0 0,0 0 0,0 0 0,0 0 0,0 0 0,0 0 0,1 0 0,-1 0 0,0 0 0,-1 0 0,1 0 0,0 0 0,0 0 0,0 0 0,-1 0 0,0 0 0,2 0 0,0 0 0,0 0 0,0 0 0,0 0 0,-1 0 0,1 0 0,-1 0 0,1 0 0,-1 0 0,0 0 0,1 0 0,-1 0 0,0 0 0,0 0 0,0 0 0,0 0 0,-1 0 0,0 0 0,0 0 0,0 0 0,0 0 0,-1 0 0,1 0 0,-1 0 0,1 0 0,-1 0 0,1 0 0,0 0 0,-1 0 0,1 0 0,0 0 0,0 0 0,0 0 0,0 0 0,1 0 0,-1 0 0,1 0 0,-1 0 0,0 0 0,1 0 0,-1 0 0,1 0 0,0 0 0,0 0 0,0 0 0,1 0 0,0 0 0,0 0 0,0 0 0,1 0 0,-3 0 0,1 0 0,0 1 0,0-1 0,1 0 0,0 0 0,0 1 0,0-1 0,1 0 0,-1 0 0,1 1 0,0-1 0,0 0 0,-1 0 0,1 0 0,-1-1 0,0 1 0,0 0 0,-1-1 0,0 0 0,0 0 0,1 0 0,-1 0 0,1 0 0,0-1 0,-1 1 0,1-1 0,-1 0 0,1 0 0,-2 0 0,1 0 0,-1 1 0,0-1 0,0 0 0,-1 0 0,-1 0 0,0 0 0,-1 1 0,-1-1 0,10 0 0,-1 1 0,-1-1 0,-1 1 0,0 0 0,-1 0 0,-1 0 0,0-1 0,0 0 0,-1 0 0,0 0 0,0-1 0,-1-1 0,4 0 0,0-1 0,-1-1 0,0 0 0,0 0 0,-1-1 0,-1 1 0,-1-1 0,0 0 0,-1 1 0,-2 0 67,6-1 1,-3 0-1,0 1 1,-1-1-1,-1 1 1,-1-1-1,1 0 1,0-1-68,-2 0 0,-1-1 0,0 1 0,0-1 0,0-1 0,0 1 0,2 0 0,2 0 93,-3 1 1,2 1-1,1-1 1,1 0 0,0 1-1,1-1 1,0 0-1,0 0 1,-1 0 0,0 0-94,0-1 0,0 1 0,0-1 0,0-1 0,0 1 0,0 0 0,0 0 0,0 0 0,-1 1 0,0 0 233,4 0 1,-1 0-1,0 0 1,0 1 0,-1 0-1,0 0 1,0 0 0,0 0-1,-1-1-233,2 0 0,0-1 0,0-1 0,0 1 0,-2 0 0,0 1 0,-2 1 0,-2 1 655,8 0 0,-3 1 1,-2 2-1,0 0 0,2 0-545,-3 0 0,1 0 0,1 0 1,0 0-1,-3 1 0,-3 0-110,2 1 0,-5 2 0,1-1 0,2 0 0,5 0 0,3 0 0,1 0 0,-1 0 0,-4 0 0,7 0 0,-5 0 0,1 0 0,-9 0 0,0 0 0,-1 0 0,-1 0 0,6 0 0,-2 0 0,-3 0 1638,-3 0 0,0 0-1420,4 0 1,4 0 0,4 0-219,-5 0 0,2 0 0,3 0 0,2 0 0,5 0-328,-14 0 0,2 0 0,3 0 1,2 0-1,1 0 0,0 0 1,1 0-1,0 0 0,0 0 1,-2 0 318,1 0 0,-1 0 1,0 0-1,0 0 1,0 0-1,1 0 0,0 0 1,0 0-1,2 0 1,0 0-153,-5 0 1,0 0-1,1 1 1,0-1-1,1 0 1,0 0-1,1 0 1,0 0-1,0 0 1,1 0-1,-1 0 1,1 0-1,1-1 161,-4 1 0,2-1 0,-1 1 0,1-1 0,1 1 0,0-1 0,0 0 0,0 0 0,0 0 0,0 0 0,0 0 0,0-1 0,0 1 0,-1-1 0,1 0 0,-2-1 0,1 0 0,-1 0 0,-1 0 0,1-1 0,0 1 0,-1-1 0,1 0 0,0 0 0,0 0 0,1 0 0,0 1 0,0-1 0,1 1 0,0 1 0,-3-1 0,1 1 0,1 1 0,0-1 0,0 1 0,1 0 0,1 0 0,-1 0 0,1 0 0,-1 0 0,0 0 0,0 0 0,0-1 0,-1 1 0,-1-1 0,0 0 0,-1 0 0,0-1 0,4 0 0,-1-1 0,0-1 0,-1 1 0,0-1 0,-1 0 0,0-1 0,0 1 0,-1 0 0,0 0 0,0 1 0,-1-1 0,0 2 0,0-1 0,7 1 0,0 1 0,-1 0 0,0 0 0,0 0 0,-1 1 0,0 0 0,-2 0 0,-1-1 0,-1 1 0,-1-1 0,9-1 0,-1 0 0,-2 1 0,-1-1 0,-2 0 0,-1 0 0,-1 0 0,6 0 0,-1 0 0,-1 0 0,-3 0 0,0 0 0,2-2 0,-1 1 0,-2 0 0,-3 1 0,1 1 0,-3 2 0,-1-2 0,-2-2 0,-1-1 0,-6-2 0,16-8 3276,-47 11-1417,0-28 1417,0 28-1574,0-27-1702,0-4 0,7 3 0,4-7 0,3-8-365,-4 13 1,3-4 0,1-5 0,1-3 0,1-1 0,0-1 0,1 1 0,-1 1 0,0 3-64,1-4 0,1 2 1,-1 2-1,0-1 1,1-1-1,1-1 0,0-3 428,-2 7 0,0-2 0,1-2 0,1-1 0,0 0 0,0-1 0,-1 0 0,1 0 0,-2 1 0,0 2 0,-1 1-128,2-6 1,-1 0 0,-1 2 0,-1 0 0,0 0 0,0 2 0,-1 2 0,0 0 127,1-3 0,0 3 0,-1 0 0,0 2 0,-2-1 0,0 0-108,-1 1 0,-2-2 1,0 0-1,-1 1 1,0 4-1,-2 4 108,1-2 0,-2 4 0,-1 3 0,-4-1 0,0 4 0,0-13 3276,-16 5-1016,-19 19-866,-4 16-1394,14 0 0,-1 0 502,-9 0 0,-5 0-502,-1 5 0,-5 1 0,-6-1 0,11-3 0,-4-1 0,-3-1 0,-2 0 0,-1 0 0,0 1-410,7 0 0,0 1 1,-1 1-1,0-1 1,-2 0-1,-1 0 0,-1 0 1,-2 0 406,8-2 1,-2 1-1,-1-1 1,-1 0 0,-1 0-1,0 0 1,-2 0-1,1-1 1,-2 1 0,1 0-1,0 0 1,-1 0-233,4 0 1,-1 0 0,-1 0 0,0 0 0,0 0 0,-1 0 0,0 0 0,0 0 0,0 0 0,0 0 0,0 0 0,0 0 0,0 0 0,0 0 61,1 0 1,0 0 0,0 0-1,0 0 1,0 0 0,0 0 0,0 0-1,0 0 1,0 0 0,0 0 0,0 0-1,-1 0 1,1 0 0,0 0-23,2 0 1,0 0-1,0 0 1,0 0-1,0 0 1,0 0 0,0 0-1,-1 0 1,1 0-1,0 0 1,-1 0 0,1 0-1,-1 0 1,0 0-1,0 0 195,1 0 0,0 0 0,-1 0 0,-1 0 0,1 0 0,-1 0 0,1 0 0,-1 0 0,1 0 0,-1 0 0,2 0 0,-1 0 0,2 0 0,0 0 0,1 0 0,1 0-237,-6 0 1,3-1-1,0 1 1,1 0-1,1 0 1,0 0-1,0 0 1,0 0 0,0 0-1,-1 0 1,-1 0-1,0 1 237,-1-1 0,-1 1 0,-1-1 0,0 1 0,0 0 0,0 0 0,-1 0 0,0 0 0,1 0 0,0 1 0,0 0 0,1 0 0,0 0 0,0 1 0,-1 1 0,1 0 0,-1 0 0,1 1 0,0-1 0,1 1 0,0 0 0,1-1 0,1 1 0,1-1 0,1 0-114,-9 1 0,3-1 1,2 0-1,0 0 0,0 0 1,0 1-1,-1-1 0,-3 2 114,7-1 0,-1 0 0,-1 1 0,0 1 0,-2-1 0,1 1 0,-1-1 0,0 1 0,1-2 0,0 1 0,1-2 107,-3 0 0,1 0 0,-1-1 0,1 0 0,0 0 0,0-1 0,0 0 0,0 0 0,-1 0 0,0 1-107,2-1 0,0 0 0,0-1 0,1 1 0,-2-1 0,1 1 0,-1-1 0,-1 1 0,0 0 0,0 0 0,-2 0 0,5 1 0,-1 0 0,-1 0 0,0 0 0,0 1 0,-2 0 0,1 0 0,-1-1 0,1 1 0,-1 0 0,0-1 0,1 1 0,0-1 0,0-1 26,2 1 0,-1-1 0,1-1 0,-1 1 0,1-1 0,-1 0 0,1 1 0,0-1 0,0 0 0,0 1 0,0-1 0,0 1 0,0 0 0,1 1-26,-2 0 0,0 0 0,-1 1 0,1 0 0,1 1 0,-1-1 0,0 1 0,1-1 0,0 0 0,0 1 0,0-2 0,1 1 0,0-1 0,-1-1 0,1 1 0,0-1 0,0-1 0,0 1 0,1-1 0,-1 1 0,2-1 0,-1 0 0,1 1 0,0-1 0,0 0 168,-4 1 0,1 0 0,1-1 0,0 1 0,0-1 0,0 1 1,0-1-1,0 1 0,0 0 0,-1-1-168,2 0 0,0 1 0,-1-1 0,1 0 0,-1 0 0,0 0 0,0 1 0,0-1 0,0 1 0,-1 0 0,0 0 0,3 0 0,-1 0 0,0 1 0,0 0 0,0 0 0,-1 0 0,1 0 0,-1 0 0,1 0 0,0 1 0,0-1 0,1 0-36,-3 0 0,1 0 1,0 1-1,0-1 1,0 0-1,0 0 0,1 1 1,-1-1-1,1 1 1,-1 1-1,0-1 36,1 1 0,-1 1 0,0-1 0,1 1 0,-1 1 0,1-1 0,-1 0 0,1 1 0,-1-1 0,0 1 0,0-1 0,-1 0 0,-1 0 0,0 1 0,0-1 0,0 0 0,0 1 0,0-1 0,0 1 0,1-1 0,0 1 0,0-1 25,2 1 0,1 0 0,0 0 0,0 0 0,1 0 0,-1 0 0,0 0 0,1 0 1,-2 0-1,1-1 0,-1 0-25,1-1 0,-1 1 0,0-1 0,-1 0 0,1-1 0,-1 1 0,0 0 0,1-1 0,0 0 0,1 0 0,0 0 0,2 0 111,-6 0 1,1 0 0,2 1 0,-1-2 0,2 1 0,-1 0 0,1-1 0,-1-1 0,1 0-112,-5 0 0,0-2 0,0 0 0,1 0 0,-1-1 0,0 1 0,0-1 0,-1 1 0,7 0 0,0 0 0,0 0 0,-1 0 0,0 0 0,0 0 0,-1 0 0,1 0 0,-1 0 0,-1 0-22,2 0 1,-1 0 0,0 0 0,0 0 0,-1 0 0,0 0-1,0 0 1,0 0 0,-1 0 0,0 0 0,0 0 21,0 0 0,0 0 0,-1 0 0,-1 0 0,0 0 0,1 0 0,-1 0 0,0 0 0,1 0 0,1 0 0,0 0 0,1 0 0,-4 0 0,1 0 0,1 0 0,0 0 0,0 0 0,1 0 0,0 0 0,0 0 0,1 0 0,0 0 344,-3 0 1,0 0-1,0 0 1,1 0-1,0 0 1,0 0-1,2 0 1,0 0-1,1 0-344,-6 0 0,1 0 0,1 0 0,1 0 0,1 0 0,2 0 0,1 0 0,-6 0 0,3 0 0,2 0 0,0 0 0,1 0 0,-5 0 0,1 0 0,1 0 0,-1 0 0,2 0 0,-1-1 0,1 1 0,3 1 0,0 4 0,2 1 0,-1-1 528,5-4 0,-1 0 1,0-1-1,2 2-528,-3 2 0,1 2 0,0-1 543,-1 1 1,-2 0 0,-1-2-544,3-2 0,-2-2 0,-1 1 0,-1 0 0,4 2 0,-1 1 0,-1 1 0,-1-2 0,0-2 74,1-4 0,0-1 0,-1-2 0,0-1 0,0 1 0,1 0-74,-4 1 0,2 1 0,-1 0 0,1-1 0,-1 0 0,0-1 0,-1-1 0,0 0 0,-1-1 0,0 1 73,6-1 1,-1 0 0,0-1 0,0 1-1,0 0 1,-2 1-74,-1 2 0,-1 1 0,0 1 0,-2 0 0,0 0 0,-1-2 0,6 0 0,-2-2 0,-1 0 0,0 0 0,-1 0 0,1 0 0,0 1 0,1 1 0,-5 1 0,1 1 0,0 0 0,0 1 0,1 0 0,1 0 0,0-2 0,-4 0 0,1-2 0,1 0 0,0 0 0,2 1 0,3 1 0,-9 2 0,4 2 0,1 0 0,2-2 0,6-1 0,2-2 0,0 1 0,1 0 0,-12 3 0,1 2 0,0-1 0,8 0 0,0 0 0,-1 0 0,-1 0 0,-4 1 0,-1-1 0,-1 1 0,1-3 0,-1-1 0,0-1 0,0-1 0,0 2 0,0 1 0,0 2 0,0-1 0,0 0 0,0-3 0,1 0 0,0-1 0,1 2-177,4 2 1,0 1-1,2 1 1,1-1 176,-5 0 0,1 0 0,1 0 920,-3 0 0,1 0 0,-1 0-920,-2 0 0,-1 0 0,-2 0 0,7 0 0,-1 0 0,-2 0 0,-1 0 0,3 0 0,-2 1 0,0-1 0,-2 0 0,1-1-18,4-1 0,0 0 1,-1-1-1,0-1 0,-1 2 1,-1-1 17,1 2 0,0 1 0,-2 1 0,0-1 0,0 0 0,1-1 0,2-1 0,-1-2 0,1-2 0,2 0 0,-1 0 0,0 0 0,-1 2 0,1 2 0,-3 2 0,-1 1 0,1 0 0,2-1 0,2-1 0,4-2 0,-11-6 0,5-3 0,-4 2 0,3 5 0,-6 1 0,-1 2 0,1-2 0,3-1-96,3-3 0,2-1 0,0-1 0,-2 2 96,-2 3 0,-1 2 0,-3 0 0,1 0 0,1-3 0,1-2 0,-1-2 0,1-1 0,1 1 0,0 2 0,3 5 0,0 3 0,1 0 0,0-1 0,1-2 0,-8-8 0,0-2 0,3-1 0,2 5 269,3 5 1,3 4 0,2 0-270,-7-1 0,4 2 0,-3 3 0,23 11 1354,-11 1-1354,12 4 215,-6-4 0,-1 3-215,6-1 0,0-1 0,-15 3 0,4-5 0,11 1 0,1-12 0,-13 12 0,13-16 0,-1 15 0,-11-11 0,11 12 0,-15 0 0,15-13 0,-11 13 0,11-16 0,-4-1 0,-3 2 0,0 7 0,-1 0 0,1-7 0,-1 2 0,2 13 0,2-1 0,-12-11 0,17 12 0,-13-16 0,13 15 0,-17-11 0,17 12 0,-5-16 0,22 16 0,-21-12 0,19 11 0,-12-15 0,16 0 0,-15 16 0,11-12 0,-12 12 0,16-16 0,0 0 0,-16 15 0,12-11 0,-11 12 0,15-16 0,-16 0 0,12 0 0,-12 0 0,16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C33E-6421-001F-2552-FBAF73D1A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D2ED8-A083-8F2A-3C66-403F7DC55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5B92-BFEF-D62C-A5DA-8674CC52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8C5D5-2684-319E-E749-27B1743A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2AA2-6E1F-B68B-3150-B61888C6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3CD87-76C7-FA9E-02B7-3F3C1DBC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808E-2A80-1C91-48C0-B79E8F291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ADC8-458C-A579-07AA-936EA950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422EF-184C-16F1-E414-B616182F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47E2-3C5A-631B-D342-6895C625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9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A0C2-FFE6-0288-4BE9-7F6C466C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9FB25-0E6F-9B2E-F8A9-79AFE2892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7A592-D52F-B6C3-F6A8-416192C5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1D570-B5F1-B133-018E-35216E73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D6505-E94B-0C65-7040-B917FAB4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5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1009-61EB-6DEE-F8B4-DCF27F2C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712E4-0D21-5648-62D7-CBB444C91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3169C-121C-B425-6209-E0BE1605B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6878C-47C2-6E60-0672-9A89B23F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E3C7B-147F-809F-61C9-C0DB96AA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E4512-7284-EBAE-9691-2926A90A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3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75A1-8D74-A241-91DE-8A624AEF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351D9-4BCA-4069-1AFB-FA7E1708C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412C2-4DF9-EDE2-0E9C-1148DDF2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20E72-3299-6375-909F-DDD8186D9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67C14-5244-94F0-C9E8-639D1DAB2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6A688D-30E8-90FD-6CB4-BC25BD0B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055B7-119E-E057-5F1C-1EE11C12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9155D-B0B9-8208-0A01-9480B9A5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0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E1FD-A2FC-81FA-C453-C227FA7A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18D583-2377-3E13-AA19-AA3AC883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1B43F-48F2-B756-FA35-877D22695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E54B9-6D8A-0E90-BD4F-409E9C12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1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B19D86-8E20-CD77-1F80-5651F9AD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FE015-D9E2-4DFF-1464-11881C1C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120D0-097C-24AA-0161-A3AFB0E1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22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6188-E448-A378-3AC0-2F067057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432D-A4AB-1FF7-5D58-E3886C91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27735-57B3-7D20-790B-4611A43C9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AC7E7-AA54-BF34-682B-7519C4BEB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283AE-DB60-D141-7E8C-6457CF1C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58A39-A42E-E492-C19F-89D2F110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3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BC11-3AC6-9190-2648-7B1C9764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28340-EE3A-8C86-0703-D830078D5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362A5-FC07-F961-0AC7-6705DE9E6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1C3B8-4F51-01DE-430F-63C4B2CE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4129B-A642-B29F-647C-E4F70D0B6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A4C7D-3B1E-CF9B-6ACC-72EE5B06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2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6E3F-7B29-B605-8FC4-02CD600B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0EEF1-D245-9C75-3D2B-CFDEF5322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AB5F2-5ABD-A762-0078-9A426E9AF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84CE-AC4E-4BAC-D040-D008F301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9613B-67D6-7C5E-C635-819F01C9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9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C8768-883D-DA07-6DE0-9F3209A02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65955-971F-7191-C3BA-F66519D5A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28BE7-C91A-BEA1-6324-2B9B787C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D6B9-5BDF-22C6-5119-DFC1DBC9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18872-35A8-9E25-1626-D4D44048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42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A8239-DA68-EC19-D151-9A0867843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265B-06CC-F360-F6E0-DEE840D10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75655-A024-82FE-A710-7FBA3F09B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B3F0-1EE5-4D45-9882-6059E7C6D02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BD266-8302-9CC8-B5FE-887D44F14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BE9A6-8B2E-C1B8-530A-D05A84B7C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BC786-1332-CC46-BE31-C0E12D1537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53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3A52-9C4F-676A-549D-DDD6E2B61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Maps and Hashing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07A4-06A5-9E02-14AC-D090833681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Chp</a:t>
            </a:r>
            <a:r>
              <a:rPr lang="en-US" dirty="0"/>
              <a:t> 9.1, 9.2 of textbook</a:t>
            </a:r>
          </a:p>
          <a:p>
            <a:r>
              <a:rPr lang="en-US" dirty="0"/>
              <a:t>(we are skipping </a:t>
            </a:r>
            <a:r>
              <a:rPr lang="en-US" dirty="0" err="1"/>
              <a:t>skiplists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95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20EE-AE82-843D-CF1A-7293AA07E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AA14A-0A73-A031-2FCF-8946584D64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Why are heaps height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The Map ADT</a:t>
                </a:r>
              </a:p>
              <a:p>
                <a:r>
                  <a:rPr lang="en-US" dirty="0"/>
                  <a:t>Hash tables</a:t>
                </a:r>
              </a:p>
              <a:p>
                <a:r>
                  <a:rPr lang="en-US" dirty="0"/>
                  <a:t>Bucket arrays</a:t>
                </a:r>
              </a:p>
              <a:p>
                <a:r>
                  <a:rPr lang="en-US" dirty="0"/>
                  <a:t>Hash functions</a:t>
                </a:r>
              </a:p>
              <a:p>
                <a:r>
                  <a:rPr lang="en-US" dirty="0"/>
                  <a:t>Hash codes</a:t>
                </a:r>
              </a:p>
              <a:p>
                <a:pPr lvl="1"/>
                <a:r>
                  <a:rPr lang="en-US" dirty="0"/>
                  <a:t>Polynomial hash codes</a:t>
                </a:r>
              </a:p>
              <a:p>
                <a:r>
                  <a:rPr lang="en-US" dirty="0"/>
                  <a:t>Collision resolution schemes</a:t>
                </a:r>
              </a:p>
              <a:p>
                <a:pPr lvl="1"/>
                <a:r>
                  <a:rPr lang="en-US" dirty="0"/>
                  <a:t>Linear probing</a:t>
                </a:r>
              </a:p>
              <a:p>
                <a:pPr lvl="1"/>
                <a:r>
                  <a:rPr lang="en-US" dirty="0"/>
                  <a:t>Quadratic probing</a:t>
                </a:r>
              </a:p>
              <a:p>
                <a:pPr lvl="1"/>
                <a:r>
                  <a:rPr lang="en-US" dirty="0"/>
                  <a:t>Double hashing</a:t>
                </a:r>
              </a:p>
              <a:p>
                <a:pPr lvl="1"/>
                <a:r>
                  <a:rPr lang="en-US" dirty="0"/>
                  <a:t>Load factors and rehashing</a:t>
                </a:r>
              </a:p>
              <a:p>
                <a:pPr lvl="1"/>
                <a:r>
                  <a:rPr lang="en-US" dirty="0"/>
                  <a:t>Deletion with tombstones</a:t>
                </a:r>
              </a:p>
              <a:p>
                <a:r>
                  <a:rPr lang="en-US" dirty="0"/>
                  <a:t>Hash tables in practice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AA14A-0A73-A031-2FCF-8946584D64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742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2E61BC-3BAE-3BB0-49D9-78488839A3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Are Heaps height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2E61BC-3BAE-3BB0-49D9-78488839A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0F48B-B380-4251-F7BA-F921B6C0BB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b="1" dirty="0"/>
                  <a:t>perfect binary tree </a:t>
                </a:r>
                <a:r>
                  <a:rPr lang="en-US" dirty="0"/>
                  <a:t>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can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nodes</a:t>
                </a:r>
              </a:p>
              <a:p>
                <a:pPr lvl="1"/>
                <a:r>
                  <a:rPr lang="en-US" dirty="0"/>
                  <a:t>Check this by counting nodes in examples … the pattern should be clear</a:t>
                </a:r>
              </a:p>
              <a:p>
                <a:r>
                  <a:rPr lang="en-US" dirty="0"/>
                  <a:t>A </a:t>
                </a:r>
                <a:r>
                  <a:rPr lang="en-US" b="1" dirty="0"/>
                  <a:t>complete binary tree </a:t>
                </a:r>
                <a:r>
                  <a:rPr lang="en-US" dirty="0"/>
                  <a:t>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has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nodes</a:t>
                </a:r>
              </a:p>
              <a:p>
                <a:r>
                  <a:rPr lang="en-US" dirty="0"/>
                  <a:t>Therefore: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CA" b="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CA" b="0" dirty="0"/>
              </a:p>
              <a:p>
                <a:r>
                  <a:rPr lang="en-US" dirty="0"/>
                  <a:t>Take log base 2 of all terms of the inequality to get: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0F48B-B380-4251-F7BA-F921B6C0BB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91824A-8A1B-1E60-E3EE-6E03EA2819D3}"/>
                  </a:ext>
                </a:extLst>
              </p:cNvPr>
              <p:cNvSpPr txBox="1"/>
              <p:nvPr/>
            </p:nvSpPr>
            <p:spPr>
              <a:xfrm>
                <a:off x="5034225" y="3214138"/>
                <a:ext cx="2331218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number of nodes in a complete binary tree 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91824A-8A1B-1E60-E3EE-6E03EA281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225" y="3214138"/>
                <a:ext cx="2331218" cy="923330"/>
              </a:xfrm>
              <a:prstGeom prst="rect">
                <a:avLst/>
              </a:prstGeom>
              <a:blipFill>
                <a:blip r:embed="rId4"/>
                <a:stretch>
                  <a:fillRect l="-1630" t="-1351" r="-1087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17E68C73-5AB0-5278-E90B-0B41FBD4AECD}"/>
              </a:ext>
            </a:extLst>
          </p:cNvPr>
          <p:cNvSpPr/>
          <p:nvPr/>
        </p:nvSpPr>
        <p:spPr>
          <a:xfrm>
            <a:off x="2461847" y="3214138"/>
            <a:ext cx="2572378" cy="615849"/>
          </a:xfrm>
          <a:custGeom>
            <a:avLst/>
            <a:gdLst>
              <a:gd name="csX0" fmla="*/ 2572378 w 2572378"/>
              <a:gd name="csY0" fmla="*/ 123480 h 615849"/>
              <a:gd name="csX1" fmla="*/ 1115367 w 2572378"/>
              <a:gd name="csY1" fmla="*/ 33045 h 615849"/>
              <a:gd name="csX2" fmla="*/ 0 w 2572378"/>
              <a:gd name="csY2" fmla="*/ 615849 h 6158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572378" h="615849">
                <a:moveTo>
                  <a:pt x="2572378" y="123480"/>
                </a:moveTo>
                <a:cubicBezTo>
                  <a:pt x="2058237" y="37232"/>
                  <a:pt x="1544097" y="-49016"/>
                  <a:pt x="1115367" y="33045"/>
                </a:cubicBezTo>
                <a:cubicBezTo>
                  <a:pt x="686637" y="115106"/>
                  <a:pt x="343318" y="365477"/>
                  <a:pt x="0" y="615849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F191AF-5649-3F68-B501-31D02B1B4660}"/>
                  </a:ext>
                </a:extLst>
              </p:cNvPr>
              <p:cNvSpPr txBox="1"/>
              <p:nvPr/>
            </p:nvSpPr>
            <p:spPr>
              <a:xfrm>
                <a:off x="5034224" y="5525981"/>
                <a:ext cx="2572377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means </a:t>
                </a:r>
                <a:r>
                  <a:rPr lang="en-US" b="1" dirty="0"/>
                  <a:t>floor</a:t>
                </a:r>
                <a:r>
                  <a:rPr lang="en-US" dirty="0"/>
                  <a:t>, i.e. chop of any digits after the decimal.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F191AF-5649-3F68-B501-31D02B1B4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224" y="5525981"/>
                <a:ext cx="2572377" cy="923330"/>
              </a:xfrm>
              <a:prstGeom prst="rect">
                <a:avLst/>
              </a:prstGeom>
              <a:blipFill>
                <a:blip r:embed="rId5"/>
                <a:stretch>
                  <a:fillRect l="-490" t="-2703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EB0B142-5E2D-AFFE-F254-245268BE1A52}"/>
                  </a:ext>
                </a:extLst>
              </p14:cNvPr>
              <p14:cNvContentPartPr/>
              <p14:nvPr/>
            </p14:nvContentPartPr>
            <p14:xfrm>
              <a:off x="1492200" y="2908440"/>
              <a:ext cx="9156960" cy="3283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EB0B142-5E2D-AFFE-F254-245268BE1A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82840" y="2899080"/>
                <a:ext cx="9175680" cy="330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84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25DA-8535-8DC4-20D1-A6E16163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Map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DABEA-989D-0642-33F8-AFA91FA2C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9119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The Map ADT specifies a mini “database”</a:t>
            </a:r>
          </a:p>
          <a:p>
            <a:r>
              <a:rPr lang="en-US" dirty="0"/>
              <a:t>It stores (</a:t>
            </a:r>
            <a:r>
              <a:rPr lang="en-US" b="1" dirty="0"/>
              <a:t>key</a:t>
            </a:r>
            <a:r>
              <a:rPr lang="en-US" dirty="0"/>
              <a:t>, </a:t>
            </a:r>
            <a:r>
              <a:rPr lang="en-US" b="1" dirty="0"/>
              <a:t>value</a:t>
            </a:r>
            <a:r>
              <a:rPr lang="en-US" dirty="0"/>
              <a:t>) pairs</a:t>
            </a:r>
          </a:p>
          <a:p>
            <a:pPr lvl="1"/>
            <a:r>
              <a:rPr lang="en-US" dirty="0"/>
              <a:t>You can assume </a:t>
            </a:r>
            <a:r>
              <a:rPr lang="en-US" b="1" dirty="0"/>
              <a:t>key</a:t>
            </a:r>
            <a:r>
              <a:rPr lang="en-US" dirty="0"/>
              <a:t> is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/>
              <a:t>, but as we will see it can be any “</a:t>
            </a:r>
            <a:r>
              <a:rPr lang="en-US" dirty="0" err="1"/>
              <a:t>hashable</a:t>
            </a:r>
            <a:r>
              <a:rPr lang="en-US" dirty="0"/>
              <a:t>” type</a:t>
            </a:r>
          </a:p>
          <a:p>
            <a:pPr lvl="1"/>
            <a:r>
              <a:rPr lang="en-US" dirty="0"/>
              <a:t>We assume </a:t>
            </a:r>
            <a:r>
              <a:rPr lang="en-US" b="1" dirty="0"/>
              <a:t>value</a:t>
            </a:r>
            <a:r>
              <a:rPr lang="en-US" dirty="0"/>
              <a:t> of any type </a:t>
            </a:r>
            <a:r>
              <a:rPr lang="en-US" b="1" dirty="0"/>
              <a:t>T</a:t>
            </a:r>
          </a:p>
          <a:p>
            <a:r>
              <a:rPr lang="en-US" dirty="0"/>
              <a:t>You add/remove/retrieve by using the key</a:t>
            </a:r>
          </a:p>
          <a:p>
            <a:r>
              <a:rPr lang="en-US" dirty="0"/>
              <a:t>If done right, it can be extremely fast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B3D97-1BDE-EFF6-5B04-2B72BD728F88}"/>
              </a:ext>
            </a:extLst>
          </p:cNvPr>
          <p:cNvSpPr txBox="1"/>
          <p:nvPr/>
        </p:nvSpPr>
        <p:spPr>
          <a:xfrm>
            <a:off x="6256774" y="723482"/>
            <a:ext cx="53490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size()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is_empty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// O(1) as usual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returns the value associated with key;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error if there is no such key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T find(key)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// returns value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puts (key, value) in the map;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if key is already in the map,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overwrite the value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put(key, T value)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removes the pair associated with key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from the map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remove(key)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00107-ACD1-1101-E3EF-622D76E1C60B}"/>
              </a:ext>
            </a:extLst>
          </p:cNvPr>
          <p:cNvSpPr txBox="1"/>
          <p:nvPr/>
        </p:nvSpPr>
        <p:spPr>
          <a:xfrm>
            <a:off x="6400799" y="5015547"/>
            <a:ext cx="527538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Designing a good practical map ADT is surprisingly challenging. A significant (and popular) feature of Python is that maps are part of the base language instead of an add-on from a library. So Python’s maps tend to be easier to use than C++ maps.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09B81F-34B5-494F-C2AD-A9154B3EA1D5}"/>
                  </a:ext>
                </a:extLst>
              </p14:cNvPr>
              <p14:cNvContentPartPr/>
              <p14:nvPr/>
            </p14:nvContentPartPr>
            <p14:xfrm>
              <a:off x="1797120" y="1098360"/>
              <a:ext cx="7080840" cy="3664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09B81F-34B5-494F-C2AD-A9154B3EA1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760" y="1089000"/>
                <a:ext cx="7099560" cy="368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880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58DE-F9F0-644F-884F-3BF2BC2A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79D6A-3225-46B7-2319-DE3375188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03382" cy="4351338"/>
          </a:xfrm>
        </p:spPr>
        <p:txBody>
          <a:bodyPr>
            <a:normAutofit/>
          </a:bodyPr>
          <a:lstStyle/>
          <a:p>
            <a:r>
              <a:rPr lang="en-US" dirty="0"/>
              <a:t>An array of (key, value) pairs</a:t>
            </a:r>
          </a:p>
          <a:p>
            <a:r>
              <a:rPr lang="en-US" dirty="0"/>
              <a:t>Unordered pairs:</a:t>
            </a:r>
          </a:p>
          <a:p>
            <a:pPr lvl="1"/>
            <a:r>
              <a:rPr lang="en-US" dirty="0"/>
              <a:t>find(key):</a:t>
            </a:r>
          </a:p>
          <a:p>
            <a:pPr lvl="1"/>
            <a:r>
              <a:rPr lang="en-US" dirty="0"/>
              <a:t>put(key, value): </a:t>
            </a:r>
          </a:p>
          <a:p>
            <a:pPr lvl="1"/>
            <a:r>
              <a:rPr lang="en-US" dirty="0"/>
              <a:t>remove: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718EE-B7E6-0C95-3886-C60D4209607C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D25C60-32F9-071D-F50E-40A66A963423}"/>
                  </a:ext>
                </a:extLst>
              </p14:cNvPr>
              <p14:cNvContentPartPr/>
              <p14:nvPr/>
            </p14:nvContentPartPr>
            <p14:xfrm>
              <a:off x="1657440" y="3181320"/>
              <a:ext cx="972000" cy="3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D25C60-32F9-071D-F50E-40A66A9634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8080" y="3171960"/>
                <a:ext cx="99072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84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8FB64-39C6-4E2E-F106-C4C99C1B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38C3-92F1-5D0F-716E-C8B3613B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8069D-59BB-37CE-9B9E-FCDA76E53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array of (key, value) pairs</a:t>
                </a:r>
              </a:p>
              <a:p>
                <a:r>
                  <a:rPr lang="en-US" dirty="0"/>
                  <a:t>Unordered pairs: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using linear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8069D-59BB-37CE-9B9E-FCDA76E53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  <a:blipFill>
                <a:blip r:embed="rId2"/>
                <a:stretch>
                  <a:fillRect l="-146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26FDBF4-3E7C-8DA3-A4A4-D7B6DD288C57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546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02A3-FB7D-EA29-0A4F-14BE7F72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F84B-7B4A-4D28-1D55-6D810BF8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9064F9-0FA7-A5F3-1220-228881F04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array of (key, value) pairs</a:t>
                </a:r>
              </a:p>
              <a:p>
                <a:r>
                  <a:rPr lang="en-US" dirty="0"/>
                  <a:t>Unordered pairs: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linear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Ordering the pairs alphabetically by keys:</a:t>
                </a:r>
              </a:p>
              <a:p>
                <a:pPr lvl="1"/>
                <a:r>
                  <a:rPr lang="en-US" dirty="0"/>
                  <a:t>find(key):</a:t>
                </a:r>
              </a:p>
              <a:p>
                <a:pPr lvl="1"/>
                <a:r>
                  <a:rPr lang="en-US" dirty="0"/>
                  <a:t>put(key, value):</a:t>
                </a:r>
              </a:p>
              <a:p>
                <a:pPr lvl="1"/>
                <a:r>
                  <a:rPr lang="en-US" dirty="0"/>
                  <a:t>remove: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9064F9-0FA7-A5F3-1220-228881F04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  <a:blipFill>
                <a:blip r:embed="rId2"/>
                <a:stretch>
                  <a:fillRect l="-146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412F4C-B059-24ED-6844-12C47455E49E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637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401E-A9EC-48B0-428C-4DA2623A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7256-7AFF-3DFE-4207-EC63287B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Map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39F9F-9565-3837-BDF2-6988C58794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array of (key, value) pairs</a:t>
                </a:r>
              </a:p>
              <a:p>
                <a:r>
                  <a:rPr lang="en-US" dirty="0"/>
                  <a:t>Unordered pairs: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linear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Ordering the pairs alphabetically by keys:</a:t>
                </a:r>
              </a:p>
              <a:p>
                <a:pPr lvl="1"/>
                <a:r>
                  <a:rPr lang="en-US" dirty="0"/>
                  <a:t>find(key):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using binary search</a:t>
                </a:r>
              </a:p>
              <a:p>
                <a:pPr lvl="1"/>
                <a:r>
                  <a:rPr lang="en-US" dirty="0"/>
                  <a:t>put(key, value):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  <a:p>
                <a:pPr lvl="1"/>
                <a:r>
                  <a:rPr lang="en-US" dirty="0"/>
                  <a:t>remove: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CA" b="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highlight>
                      <a:srgbClr val="FFFF00"/>
                    </a:highlight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39F9F-9565-3837-BDF2-6988C58794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3382" cy="4351338"/>
              </a:xfrm>
              <a:blipFill>
                <a:blip r:embed="rId2"/>
                <a:stretch>
                  <a:fillRect l="-146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0523DD3-CC0D-0CA7-C225-70A6EE88F6AA}"/>
              </a:ext>
            </a:extLst>
          </p:cNvPr>
          <p:cNvSpPr txBox="1"/>
          <p:nvPr/>
        </p:nvSpPr>
        <p:spPr>
          <a:xfrm>
            <a:off x="7661031" y="1614611"/>
            <a:ext cx="44564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{("hamburger", 4.99),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("hot dog", 3.99),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("soup", 3.99),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("fries", 1.99)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476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42B94-C408-8274-3924-8085E3D5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DD7D5-C8B0-75F5-A5CD-D4C47BDC01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Hash tables </a:t>
                </a:r>
                <a:r>
                  <a:rPr lang="en-US" dirty="0"/>
                  <a:t>are an efficient and popular way to implement maps</a:t>
                </a:r>
              </a:p>
              <a:p>
                <a:pPr lvl="1"/>
                <a:r>
                  <a:rPr lang="en-US" dirty="0"/>
                  <a:t>In practice, they can achieve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performance for find/put/remove</a:t>
                </a:r>
              </a:p>
              <a:p>
                <a:r>
                  <a:rPr lang="en-US" dirty="0"/>
                  <a:t>The main idea</a:t>
                </a:r>
              </a:p>
              <a:p>
                <a:pPr lvl="1"/>
                <a:r>
                  <a:rPr lang="en-US" dirty="0"/>
                  <a:t>Essentially store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US" dirty="0"/>
                  <a:t>) at location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/>
                  <a:t>hash function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returns a numeric value of where the value is stored in the array</a:t>
                </a:r>
              </a:p>
              <a:p>
                <a:pPr lvl="1"/>
                <a:r>
                  <a:rPr lang="en-US" dirty="0"/>
                  <a:t>It’s possible two different keys could have the same hash value</a:t>
                </a:r>
              </a:p>
              <a:p>
                <a:pPr lvl="1"/>
                <a:r>
                  <a:rPr lang="en-US" dirty="0"/>
                  <a:t>So somehow a hash table must deal with such </a:t>
                </a:r>
                <a:r>
                  <a:rPr lang="en-US" b="1" dirty="0"/>
                  <a:t>collisions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3DD7D5-C8B0-75F5-A5CD-D4C47BDC0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E945FE-A1B5-B10F-4A30-87E6C702B098}"/>
                  </a:ext>
                </a:extLst>
              </p14:cNvPr>
              <p14:cNvContentPartPr/>
              <p14:nvPr/>
            </p14:nvContentPartPr>
            <p14:xfrm>
              <a:off x="1619280" y="3892320"/>
              <a:ext cx="3003840" cy="70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E945FE-A1B5-B10F-4A30-87E6C702B0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9920" y="3882960"/>
                <a:ext cx="3022560" cy="8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027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C576-EB87-7173-4935-50E4D214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FF9F6-78FA-F77D-D83E-9A4AFFE6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 array of “buckets”</a:t>
            </a:r>
          </a:p>
          <a:p>
            <a:pPr lvl="1"/>
            <a:r>
              <a:rPr lang="en-US" dirty="0"/>
              <a:t>E.g. the buckets could be implemented as linked lists</a:t>
            </a:r>
          </a:p>
          <a:p>
            <a:r>
              <a:rPr lang="en-US" dirty="0"/>
              <a:t>Each location of the array can store 0 or more items</a:t>
            </a:r>
          </a:p>
          <a:p>
            <a:pPr lvl="1"/>
            <a:r>
              <a:rPr lang="en-US" dirty="0"/>
              <a:t>If the bucket is big, maybe spend a lot time searching it</a:t>
            </a:r>
          </a:p>
          <a:p>
            <a:pPr lvl="1"/>
            <a:r>
              <a:rPr lang="en-US" dirty="0"/>
              <a:t>If the array is big, could be a lot of wasted space</a:t>
            </a:r>
          </a:p>
          <a:p>
            <a:pPr lvl="1"/>
            <a:r>
              <a:rPr lang="en-US" dirty="0"/>
              <a:t>Requires keys are index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0C6E5-053F-64FF-4F6F-67DE9F999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176" y="4396669"/>
            <a:ext cx="8192149" cy="23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1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34C70F-00DD-4A6B-BDCE-E3B2D757998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Hash Functions: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434C70F-00DD-4A6B-BDCE-E3B2D7579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A60F1-5994-CD78-80F5-609E10202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831" y="1805528"/>
                <a:ext cx="6939224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A hash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converts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r>
                  <a:rPr lang="en-US" dirty="0"/>
                  <a:t> to an integer</a:t>
                </a:r>
              </a:p>
              <a:p>
                <a:pPr lvl="1"/>
                <a:r>
                  <a:rPr lang="en-US" dirty="0"/>
                  <a:t>The key could be string, another number, a record, etc.</a:t>
                </a:r>
              </a:p>
              <a:p>
                <a:r>
                  <a:rPr lang="en-US" dirty="0"/>
                  <a:t>Two main goals for a good hash function for maps</a:t>
                </a:r>
              </a:p>
              <a:p>
                <a:pPr lvl="1"/>
                <a:r>
                  <a:rPr lang="en-US" dirty="0"/>
                  <a:t>Fast</a:t>
                </a:r>
              </a:p>
              <a:p>
                <a:pPr lvl="1"/>
                <a:r>
                  <a:rPr lang="en-US" dirty="0"/>
                  <a:t>Produces a wide variety of values (that look random)</a:t>
                </a:r>
              </a:p>
              <a:p>
                <a:r>
                  <a:rPr lang="en-US" dirty="0"/>
                  <a:t>We also need a </a:t>
                </a:r>
                <a:r>
                  <a:rPr lang="en-US" b="1" dirty="0"/>
                  <a:t>compression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returns an integer, which could be negative or outside the bounds of the underlying array</a:t>
                </a:r>
              </a:p>
              <a:p>
                <a:pPr lvl="1"/>
                <a:r>
                  <a:rPr lang="en-US" dirty="0"/>
                  <a:t>The compression function “squishes”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be in the range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, the index values of the array</a:t>
                </a:r>
              </a:p>
              <a:p>
                <a:pPr lvl="1"/>
                <a:r>
                  <a:rPr lang="en-US" dirty="0"/>
                  <a:t>E.g.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𝑐𝑜𝑚𝑝𝑟𝑒𝑠𝑠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BA60F1-5994-CD78-80F5-609E10202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831" y="1805528"/>
                <a:ext cx="6939224" cy="4351338"/>
              </a:xfrm>
              <a:blipFill>
                <a:blip r:embed="rId3"/>
                <a:stretch>
                  <a:fillRect l="-1280" t="-2624" r="-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0B8C2F8-88E9-65B4-2E6F-A2A6C391F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055" y="1690688"/>
            <a:ext cx="49022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1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1C65-E6DF-47A1-339C-89942902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DAD8A-E502-74B9-B16B-C881D940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common hash function strategy for </a:t>
            </a:r>
            <a:r>
              <a:rPr lang="en-US" b="1" dirty="0"/>
              <a:t>strings</a:t>
            </a:r>
            <a:r>
              <a:rPr lang="en-US" dirty="0"/>
              <a:t> is</a:t>
            </a:r>
          </a:p>
          <a:p>
            <a:pPr lvl="1"/>
            <a:r>
              <a:rPr lang="en-US" dirty="0"/>
              <a:t>Convert the characters to their Unicode/ASCII code values</a:t>
            </a:r>
          </a:p>
          <a:p>
            <a:pPr lvl="1"/>
            <a:r>
              <a:rPr lang="en-US" dirty="0"/>
              <a:t>Somehow combine those values with a mathematical formula to get the hash value</a:t>
            </a:r>
          </a:p>
          <a:p>
            <a:r>
              <a:rPr lang="en-US" dirty="0"/>
              <a:t>E.g.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"SPOT"</a:t>
            </a:r>
            <a:r>
              <a:rPr lang="en-US" dirty="0"/>
              <a:t> has these character values: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{83, 80, 79, 84}</a:t>
            </a:r>
          </a:p>
          <a:p>
            <a:r>
              <a:rPr lang="en-CA" dirty="0"/>
              <a:t>You could just add them up</a:t>
            </a:r>
          </a:p>
          <a:p>
            <a:pPr lvl="1"/>
            <a:r>
              <a:rPr lang="en-CA" dirty="0"/>
              <a:t>h(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"SPOT")</a:t>
            </a:r>
            <a:r>
              <a:rPr lang="en-US" dirty="0">
                <a:cs typeface="Consolas" panose="020B0609020204030204" pitchFamily="49" charset="0"/>
              </a:rPr>
              <a:t> = 83 + 80 + 79 + 84 = 326</a:t>
            </a:r>
          </a:p>
          <a:p>
            <a:r>
              <a:rPr lang="en-US" dirty="0">
                <a:cs typeface="Consolas" panose="020B0609020204030204" pitchFamily="49" charset="0"/>
              </a:rPr>
              <a:t>But permutations of strings have the same hash value</a:t>
            </a:r>
          </a:p>
          <a:p>
            <a:pPr lvl="1"/>
            <a:r>
              <a:rPr lang="en-CA" dirty="0"/>
              <a:t>h(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"POTS")</a:t>
            </a:r>
            <a:r>
              <a:rPr lang="en-US" dirty="0">
                <a:cs typeface="Consolas" panose="020B0609020204030204" pitchFamily="49" charset="0"/>
              </a:rPr>
              <a:t> = 84 + 80 + 79 + 83 = 326</a:t>
            </a:r>
          </a:p>
          <a:p>
            <a:pPr lvl="1"/>
            <a:r>
              <a:rPr lang="en-CA" dirty="0"/>
              <a:t>h(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"POST")</a:t>
            </a:r>
            <a:r>
              <a:rPr lang="en-US" dirty="0">
                <a:cs typeface="Consolas" panose="020B0609020204030204" pitchFamily="49" charset="0"/>
              </a:rPr>
              <a:t> = 80 + 79 + 83 + 84 = 326</a:t>
            </a:r>
          </a:p>
          <a:p>
            <a:pPr marL="457200" lvl="1" indent="0">
              <a:buNone/>
            </a:pPr>
            <a:endParaRPr lang="en-US" dirty="0">
              <a:cs typeface="Consolas" panose="020B0609020204030204" pitchFamily="49" charset="0"/>
            </a:endParaRPr>
          </a:p>
          <a:p>
            <a:pPr lvl="1"/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81CEB9-9611-115F-B441-912E106C3F97}"/>
                  </a:ext>
                </a:extLst>
              </p14:cNvPr>
              <p14:cNvContentPartPr/>
              <p14:nvPr/>
            </p14:nvContentPartPr>
            <p14:xfrm>
              <a:off x="1981080" y="3892680"/>
              <a:ext cx="8204760" cy="2356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81CEB9-9611-115F-B441-912E106C3F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1720" y="3883320"/>
                <a:ext cx="8223480" cy="237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2035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E568-4989-0549-CE21-667A3FE9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24AE7-CF06-4D88-95F4-374AEAC68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 instead of adding the individual character values, a </a:t>
                </a:r>
                <a:r>
                  <a:rPr lang="en-US" b="1" dirty="0"/>
                  <a:t>polynomial hash code</a:t>
                </a:r>
                <a:r>
                  <a:rPr lang="en-US" dirty="0"/>
                  <a:t> function is often used: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the numeric values of the characters of the string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CA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a fixed constant value that you choose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24AE7-CF06-4D88-95F4-374AEAC68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286268-30D4-1457-3821-01EDDBBE649F}"/>
                  </a:ext>
                </a:extLst>
              </p14:cNvPr>
              <p14:cNvContentPartPr/>
              <p14:nvPr/>
            </p14:nvContentPartPr>
            <p14:xfrm>
              <a:off x="710640" y="3975120"/>
              <a:ext cx="3456360" cy="1423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286268-30D4-1457-3821-01EDDBBE64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280" y="3965760"/>
                <a:ext cx="3475080" cy="144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1296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FB99B-B191-E054-0759-2C10497E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7591-0503-B968-9C64-15A9E9E32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B2C1F-6726-4C67-7E2F-39807B6ECA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 instead of adding the individual character values, a </a:t>
                </a:r>
                <a:r>
                  <a:rPr lang="en-US" b="1" dirty="0"/>
                  <a:t>polynomial hash code</a:t>
                </a:r>
                <a:r>
                  <a:rPr lang="en-US" dirty="0"/>
                  <a:t> function is often used: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Notice that if you do all the multiplications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terms, you do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+2+1=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−2)(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, which is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it is possible to do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multiplications 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6B2C1F-6726-4C67-7E2F-39807B6ECA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235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1DDD7-EEB7-A191-D8B7-1250C988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5C1B-D9EB-783B-CA96-B6E7DAA1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Hash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93DA7-0287-11E0-52B2-FC1BEC470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So instead of adding the individual character values, a </a:t>
                </a:r>
                <a:r>
                  <a:rPr lang="en-US" b="1" dirty="0"/>
                  <a:t>polynomial hash code</a:t>
                </a:r>
                <a:r>
                  <a:rPr lang="en-US" dirty="0"/>
                  <a:t> function is often used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CA" b="1" dirty="0"/>
                  <a:t>Horner’s rule </a:t>
                </a:r>
                <a:r>
                  <a:rPr lang="en-CA" dirty="0"/>
                  <a:t>evaluates a polynomial doing only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/>
                  <a:t> comparisons for the powers. The idea to is evaluate the powers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dirty="0"/>
                  <a:t> as you go. It is equivalent to evaluating the polynomial like this: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CA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93DA7-0287-11E0-52B2-FC1BEC470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550B7E-3714-A19D-CB65-7A906BDD19A4}"/>
                  </a:ext>
                </a:extLst>
              </p14:cNvPr>
              <p14:cNvContentPartPr/>
              <p14:nvPr/>
            </p14:nvContentPartPr>
            <p14:xfrm>
              <a:off x="1695600" y="3701880"/>
              <a:ext cx="8801280" cy="2706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550B7E-3714-A19D-CB65-7A906BDD19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6240" y="3692520"/>
                <a:ext cx="8820000" cy="27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4467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E288-9E00-06B1-6C7B-E3A21290A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Hash Code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43ED54-F3D4-9335-51BA-D2C54950CB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For strings: replace multiplication with bit-shifting</a:t>
                </a:r>
              </a:p>
              <a:p>
                <a:r>
                  <a:rPr lang="en-US" dirty="0"/>
                  <a:t>For floating point types: treat the bits of the numbers like they are characters and use a string hash function</a:t>
                </a:r>
              </a:p>
              <a:p>
                <a:pPr lvl="1"/>
                <a:r>
                  <a:rPr lang="en-US" dirty="0"/>
                  <a:t>Converting the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float</a:t>
                </a:r>
                <a:r>
                  <a:rPr lang="en-US" dirty="0"/>
                  <a:t> to an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en-US" dirty="0"/>
                  <a:t> would not result in varied hash functions</a:t>
                </a:r>
              </a:p>
              <a:p>
                <a:r>
                  <a:rPr lang="en-US" b="1" dirty="0"/>
                  <a:t>Cryptographic hash functions</a:t>
                </a:r>
              </a:p>
              <a:p>
                <a:pPr lvl="1"/>
                <a:r>
                  <a:rPr lang="en-US" dirty="0"/>
                  <a:t>Designed for privacy and security applications</a:t>
                </a:r>
              </a:p>
              <a:p>
                <a:pPr lvl="1"/>
                <a:r>
                  <a:rPr lang="en-US" dirty="0"/>
                  <a:t>Tend to be too slow for general-purpose map data structures</a:t>
                </a:r>
              </a:p>
              <a:p>
                <a:pPr lvl="2"/>
                <a:r>
                  <a:rPr lang="en-US" dirty="0"/>
                  <a:t>But do have uses, e.g. Git version control stores files using a cryptographic hash function</a:t>
                </a:r>
              </a:p>
              <a:p>
                <a:pPr lvl="1"/>
                <a:r>
                  <a:rPr lang="en-US" dirty="0"/>
                  <a:t>But they give varied values that look essentially random, and 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there is practically no way to determine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They’re implementation is more elaborate, and designed to thwart hackers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43ED54-F3D4-9335-51BA-D2C54950CB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04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31B7-8385-3CFB-4C29-ABCAD0D6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Resolutions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81F7E-27A4-9785-D266-24A57BCC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do when two keys hash to the same location?</a:t>
            </a:r>
          </a:p>
          <a:p>
            <a:pPr lvl="1"/>
            <a:r>
              <a:rPr lang="en-US" dirty="0"/>
              <a:t>Could use a bucket array</a:t>
            </a:r>
          </a:p>
          <a:p>
            <a:r>
              <a:rPr lang="en-US" dirty="0"/>
              <a:t>If we store the values directly in an array, there are some common ways to resolve collisions</a:t>
            </a:r>
          </a:p>
          <a:p>
            <a:pPr lvl="1"/>
            <a:r>
              <a:rPr lang="en-US" dirty="0"/>
              <a:t>Linear probing</a:t>
            </a:r>
          </a:p>
          <a:p>
            <a:pPr lvl="1"/>
            <a:r>
              <a:rPr lang="en-US" dirty="0"/>
              <a:t>Quadratic probing</a:t>
            </a:r>
          </a:p>
          <a:p>
            <a:pPr lvl="1"/>
            <a:r>
              <a:rPr lang="en-US" dirty="0"/>
              <a:t>Double hashing</a:t>
            </a:r>
          </a:p>
          <a:p>
            <a:r>
              <a:rPr lang="en-US" dirty="0"/>
              <a:t>We now assume a single array of size N that stores the values</a:t>
            </a:r>
          </a:p>
        </p:txBody>
      </p:sp>
    </p:spTree>
    <p:extLst>
      <p:ext uri="{BB962C8B-B14F-4D97-AF65-F5344CB8AC3E}">
        <p14:creationId xmlns:p14="http://schemas.microsoft.com/office/powerpoint/2010/main" val="2271822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34DB-9ED4-F417-2D9C-3CB0711C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4FAD-A12D-070E-4693-DD63C7D9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F838A-F174-3505-6C5B-5F8374E2A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When there’s already a key at a location in the array, do a linear search (to the right) to find the next free location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linear probing </a:t>
                </a:r>
                <a:r>
                  <a:rPr lang="en-US" dirty="0"/>
                  <a:t>to insert these values: 5, 8, 15, 6, 12,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)+3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F838A-F174-3505-6C5B-5F8374E2A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50AE41-DA4B-3C4D-7AE2-0C23C822C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06337"/>
              </p:ext>
            </p:extLst>
          </p:nvPr>
        </p:nvGraphicFramePr>
        <p:xfrm>
          <a:off x="413098" y="494378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1F7BF3-49F0-11BF-CFD6-4D2893D78AE9}"/>
                  </a:ext>
                </a:extLst>
              </p14:cNvPr>
              <p14:cNvContentPartPr/>
              <p14:nvPr/>
            </p14:nvContentPartPr>
            <p14:xfrm>
              <a:off x="2330280" y="3904920"/>
              <a:ext cx="2603880" cy="4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1F7BF3-49F0-11BF-CFD6-4D2893D78A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0920" y="3895560"/>
                <a:ext cx="262260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6134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74CA-D392-80A3-347A-BD000823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776D-4B71-49E6-1D22-4370386B7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5BAD2-402F-BEF2-240B-A9E9BE62B9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When there’s already a key at a location in the array, do a linear search (to the right) to find the next free location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linear probing </a:t>
                </a:r>
                <a:r>
                  <a:rPr lang="en-US" dirty="0"/>
                  <a:t>to insert these values: 5, 8, 15, 6, 12,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)+3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D5BAD2-402F-BEF2-240B-A9E9BE62B9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5629C-D6FC-6A4B-CCEF-43A1717BD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96913"/>
              </p:ext>
            </p:extLst>
          </p:nvPr>
        </p:nvGraphicFramePr>
        <p:xfrm>
          <a:off x="413098" y="494378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757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77E-12EB-8417-D902-D87A38C96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C973-DAE5-3AD8-D142-6297EDB0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D64849-B137-714A-F6DC-CB81CDA419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When there’s already a key at a location in the array, do a linear search (to the right) to find the next free location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linear probing </a:t>
                </a:r>
                <a:r>
                  <a:rPr lang="en-US" dirty="0"/>
                  <a:t>to insert these values: 5, 8, 15, 6, 12,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)+3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D64849-B137-714A-F6DC-CB81CDA419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5AC55B-9FB1-D688-7667-33EAA3E97A43}"/>
              </a:ext>
            </a:extLst>
          </p:cNvPr>
          <p:cNvGraphicFramePr>
            <a:graphicFrameLocks noGrp="1"/>
          </p:cNvGraphicFramePr>
          <p:nvPr/>
        </p:nvGraphicFramePr>
        <p:xfrm>
          <a:off x="413098" y="4943789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B408F30-7E2C-F9CA-C2E6-CC4DFFA2E39F}"/>
              </a:ext>
            </a:extLst>
          </p:cNvPr>
          <p:cNvSpPr txBox="1"/>
          <p:nvPr/>
        </p:nvSpPr>
        <p:spPr>
          <a:xfrm>
            <a:off x="8832501" y="4533226"/>
            <a:ext cx="32757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Problem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linear probing</a:t>
            </a:r>
            <a:r>
              <a:rPr lang="en-US" dirty="0"/>
              <a:t> tends to cause values to cluster, known as </a:t>
            </a:r>
            <a:r>
              <a:rPr lang="en-US" b="1" dirty="0"/>
              <a:t>primary clustering</a:t>
            </a:r>
            <a:r>
              <a:rPr lang="en-US" dirty="0"/>
              <a:t>. Clusters significantly degrade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353740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675B-933C-2420-AB47-3E46790A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05CF-5BAD-47B8-3FB1-194E09F3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55DB3-82FD-8C68-43E7-F3A52B47BE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go in quadratic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quadratic probing </a:t>
                </a:r>
                <a:r>
                  <a:rPr lang="en-US" dirty="0"/>
                  <a:t>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B55DB3-82FD-8C68-43E7-F3A52B47B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F5F22A-A5B1-926D-3C85-9C8B14DB0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944736"/>
              </p:ext>
            </p:extLst>
          </p:nvPr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839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3787-5D74-6649-FD5B-2AAE16DE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E04F-036E-87D2-F273-5DB58F1F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8F387-5FBF-1583-8C90-6588BA6BE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go in quadratic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quadratic probing </a:t>
                </a:r>
                <a:r>
                  <a:rPr lang="en-US" dirty="0"/>
                  <a:t>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18F387-5FBF-1583-8C90-6588BA6BE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111684-EDEA-B482-1038-B62E6715C17B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59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52315-5932-7629-EEBB-913C64EC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1D19-54AC-CA3C-A3AB-052CDE0A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9717F-0332-6B48-3CBC-3FDCA2E83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go in quadratic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quadratic probing </a:t>
                </a:r>
                <a:r>
                  <a:rPr lang="en-US" dirty="0"/>
                  <a:t>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CA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19717F-0332-6B48-3CBC-3FDCA2E83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643A7A-671F-3559-72DE-3BCA7B54B5B1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4B99D3-4F33-0912-8FBE-8DF65DE2A607}"/>
              </a:ext>
            </a:extLst>
          </p:cNvPr>
          <p:cNvSpPr txBox="1"/>
          <p:nvPr/>
        </p:nvSpPr>
        <p:spPr>
          <a:xfrm>
            <a:off x="8721969" y="4533226"/>
            <a:ext cx="33862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Problem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quadratic probing</a:t>
            </a:r>
            <a:r>
              <a:rPr lang="en-US" b="1" dirty="0"/>
              <a:t> </a:t>
            </a:r>
            <a:r>
              <a:rPr lang="en-US" dirty="0"/>
              <a:t>avoids primary clustering, but can still have patterns called </a:t>
            </a:r>
            <a:r>
              <a:rPr lang="en-US" b="1" dirty="0"/>
              <a:t>secondary clustering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667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B8FA-9C90-B6CA-94A3-67015799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9D2F-4CBC-E2D2-F03C-5A3D0EC52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Double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AB1B5-D4B3-96D4-39F8-EB9368572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use another hash function (that can’t ever return 0) for the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double hashing </a:t>
                </a:r>
                <a:r>
                  <a:rPr lang="en-US" dirty="0"/>
                  <a:t>with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)=5 –(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5)</m:t>
                    </m:r>
                  </m:oMath>
                </a14:m>
                <a:r>
                  <a:rPr lang="en-US" dirty="0"/>
                  <a:t> 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AB1B5-D4B3-96D4-39F8-EB9368572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3ABB19-8049-6794-8BD9-5BC58C65B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449666"/>
              </p:ext>
            </p:extLst>
          </p:nvPr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AD984C-C04D-439A-10BC-A9AD4317B9CC}"/>
                  </a:ext>
                </a:extLst>
              </p14:cNvPr>
              <p14:cNvContentPartPr/>
              <p14:nvPr/>
            </p14:nvContentPartPr>
            <p14:xfrm>
              <a:off x="1994040" y="4282560"/>
              <a:ext cx="6972480" cy="118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AD984C-C04D-439A-10BC-A9AD4317B9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4680" y="4273200"/>
                <a:ext cx="6991200" cy="1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9542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714E-2C60-0657-7B6F-FCB00BF0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ED9E-B1EB-CF6B-76CC-D5ADAA1D1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</a:t>
            </a:r>
            <a:r>
              <a:rPr lang="en-US" dirty="0">
                <a:solidFill>
                  <a:srgbClr val="FF0000"/>
                </a:solidFill>
              </a:rPr>
              <a:t>Double 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F18FD-3BA0-BC1D-D0BE-BC2DCCF9FC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</p:spPr>
            <p:txBody>
              <a:bodyPr/>
              <a:lstStyle/>
              <a:p>
                <a:r>
                  <a:rPr lang="en-US" dirty="0"/>
                  <a:t>Like linear probing, but use another hash function (that can’t ever return 0) for the steps</a:t>
                </a:r>
              </a:p>
              <a:p>
                <a:pPr lvl="1"/>
                <a:r>
                  <a:rPr lang="en-US" dirty="0"/>
                  <a:t>If the search goes off the end of the array, wrap-around to the beginning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en-US" dirty="0"/>
                  <a:t>, and use </a:t>
                </a:r>
                <a:r>
                  <a:rPr lang="en-US" dirty="0">
                    <a:solidFill>
                      <a:srgbClr val="FF0000"/>
                    </a:solidFill>
                  </a:rPr>
                  <a:t>double hashing </a:t>
                </a:r>
                <a:r>
                  <a:rPr lang="en-US" dirty="0"/>
                  <a:t>with</a:t>
                </a:r>
                <a:br>
                  <a:rPr lang="en-US" dirty="0"/>
                </a:b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)=5 –(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5)</m:t>
                    </m:r>
                  </m:oMath>
                </a14:m>
                <a:r>
                  <a:rPr lang="en-US" dirty="0"/>
                  <a:t> to insert these values: 5, 4, 11, 7, 14</a:t>
                </a:r>
              </a:p>
              <a:p>
                <a:pPr lvl="1"/>
                <a:r>
                  <a:rPr lang="en-US" dirty="0"/>
                  <a:t>Try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3⋅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… (wrap-around if needed)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BF18FD-3BA0-BC1D-D0BE-BC2DCCF9F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118164"/>
              </a:xfrm>
              <a:blipFill>
                <a:blip r:embed="rId2"/>
                <a:stretch>
                  <a:fillRect l="-1086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2EC323-9544-A5E2-039F-A375728A7832}"/>
              </a:ext>
            </a:extLst>
          </p:cNvPr>
          <p:cNvGraphicFramePr>
            <a:graphicFrameLocks noGrp="1"/>
          </p:cNvGraphicFramePr>
          <p:nvPr/>
        </p:nvGraphicFramePr>
        <p:xfrm>
          <a:off x="203200" y="4901050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42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27AD-4B98-2685-09C0-855C03AC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with Tombstones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411E-57EE-090F-208F-5BB8AD9A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hash table that uses linear probing or variations, you can’t just delete items</a:t>
            </a:r>
          </a:p>
          <a:p>
            <a:r>
              <a:rPr lang="en-US" dirty="0"/>
              <a:t>Deleting an item breaks the chain of items needed to find/put other items</a:t>
            </a:r>
          </a:p>
          <a:p>
            <a:r>
              <a:rPr lang="en-US" dirty="0"/>
              <a:t>Standard solution: </a:t>
            </a:r>
            <a:r>
              <a:rPr lang="en-US" b="1" dirty="0"/>
              <a:t>tombstones</a:t>
            </a:r>
          </a:p>
          <a:p>
            <a:pPr lvl="1"/>
            <a:r>
              <a:rPr lang="en-US" dirty="0"/>
              <a:t>When you delete an item, but a tombstone in its place, i.e. mark it as deleted but not empty so that find/put keeps working</a:t>
            </a:r>
          </a:p>
          <a:p>
            <a:pPr lvl="1"/>
            <a:r>
              <a:rPr lang="en-US" dirty="0"/>
              <a:t>Over time tombstones can degrade performance, and so you may need to re-hash the table occasionally</a:t>
            </a:r>
          </a:p>
        </p:txBody>
      </p:sp>
    </p:spTree>
    <p:extLst>
      <p:ext uri="{BB962C8B-B14F-4D97-AF65-F5344CB8AC3E}">
        <p14:creationId xmlns:p14="http://schemas.microsoft.com/office/powerpoint/2010/main" val="3102504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1E54-F259-50F2-46DE-9E1A91C9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94B4-47D6-F612-D86B-BE31F718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with Tombstones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860A86-30F3-3AE4-9FE3-2D36B28AC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510455"/>
              </p:ext>
            </p:extLst>
          </p:nvPr>
        </p:nvGraphicFramePr>
        <p:xfrm>
          <a:off x="1090803" y="2039702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C34C011-1DCA-A05B-4288-99D49FFA5CE6}"/>
              </a:ext>
            </a:extLst>
          </p:cNvPr>
          <p:cNvSpPr txBox="1"/>
          <p:nvPr/>
        </p:nvSpPr>
        <p:spPr>
          <a:xfrm>
            <a:off x="9787094" y="2505670"/>
            <a:ext cx="220058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delete 8 and replace it with an empty slot, then you can’t find 15!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E9EC2-CCED-BE04-FEAF-F89AF9DF18C8}"/>
              </a:ext>
            </a:extLst>
          </p:cNvPr>
          <p:cNvSpPr txBox="1"/>
          <p:nvPr/>
        </p:nvSpPr>
        <p:spPr>
          <a:xfrm>
            <a:off x="2558980" y="1467692"/>
            <a:ext cx="1634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h(k) = k mod 7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B1AC49-E946-3396-A6B3-9009294A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622194"/>
              </p:ext>
            </p:extLst>
          </p:nvPr>
        </p:nvGraphicFramePr>
        <p:xfrm>
          <a:off x="1090803" y="3263744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7C5887-766B-D890-B20A-45CD021AC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72380"/>
              </p:ext>
            </p:extLst>
          </p:nvPr>
        </p:nvGraphicFramePr>
        <p:xfrm>
          <a:off x="1090802" y="4822914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p:sp>
        <p:nvSpPr>
          <p:cNvPr id="7" name="Delay 6">
            <a:extLst>
              <a:ext uri="{FF2B5EF4-FFF2-40B4-BE49-F238E27FC236}">
                <a16:creationId xmlns:a16="http://schemas.microsoft.com/office/drawing/2014/main" id="{E0B7FB12-38EE-5A86-E557-4992EAFA9898}"/>
              </a:ext>
            </a:extLst>
          </p:cNvPr>
          <p:cNvSpPr/>
          <p:nvPr/>
        </p:nvSpPr>
        <p:spPr>
          <a:xfrm rot="16200000">
            <a:off x="2715129" y="5270916"/>
            <a:ext cx="277352" cy="238784"/>
          </a:xfrm>
          <a:prstGeom prst="flowChartDela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A59A8-6D9B-258F-C224-09AA39433572}"/>
              </a:ext>
            </a:extLst>
          </p:cNvPr>
          <p:cNvSpPr txBox="1"/>
          <p:nvPr/>
        </p:nvSpPr>
        <p:spPr>
          <a:xfrm>
            <a:off x="2973197" y="5805796"/>
            <a:ext cx="33745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Instead, flag it has “deleted” but not empty, so that the chain of elements is not broken.</a:t>
            </a:r>
          </a:p>
        </p:txBody>
      </p:sp>
    </p:spTree>
    <p:extLst>
      <p:ext uri="{BB962C8B-B14F-4D97-AF65-F5344CB8AC3E}">
        <p14:creationId xmlns:p14="http://schemas.microsoft.com/office/powerpoint/2010/main" val="200806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806C-8F07-C125-3625-EB3035D8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Factors and Rehashing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A6DE2A-2BD8-50ED-44F2-CF1134FC8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1583"/>
                <a:ext cx="10515600" cy="17543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Load factor </a:t>
                </a:r>
                <a:r>
                  <a:rPr lang="en-US" dirty="0"/>
                  <a:t>of a hash table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containing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keys: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A6DE2A-2BD8-50ED-44F2-CF1134FC8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1583"/>
                <a:ext cx="10515600" cy="1754325"/>
              </a:xfrm>
              <a:blipFill>
                <a:blip r:embed="rId2"/>
                <a:stretch>
                  <a:fillRect l="-1206" t="-5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F02DA4-BA3F-F812-4F00-2C25BBC54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424045"/>
              </p:ext>
            </p:extLst>
          </p:nvPr>
        </p:nvGraphicFramePr>
        <p:xfrm>
          <a:off x="1810936" y="3670647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6769902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1222775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7864616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2753438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623136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6061301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572298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024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8301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693F77-BD6E-6B8B-2DFE-1D9DD6B9E6F0}"/>
                  </a:ext>
                </a:extLst>
              </p:cNvPr>
              <p:cNvSpPr txBox="1"/>
              <p:nvPr/>
            </p:nvSpPr>
            <p:spPr>
              <a:xfrm>
                <a:off x="1810936" y="4656101"/>
                <a:ext cx="3162998" cy="909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693F77-BD6E-6B8B-2DFE-1D9DD6B9E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936" y="4656101"/>
                <a:ext cx="3162998" cy="909031"/>
              </a:xfrm>
              <a:prstGeom prst="rect">
                <a:avLst/>
              </a:prstGeom>
              <a:blipFill>
                <a:blip r:embed="rId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19F2A2-381D-29AE-28A9-CBE1DF2F498B}"/>
              </a:ext>
            </a:extLst>
          </p:cNvPr>
          <p:cNvSpPr txBox="1"/>
          <p:nvPr/>
        </p:nvSpPr>
        <p:spPr>
          <a:xfrm>
            <a:off x="8430567" y="4533226"/>
            <a:ext cx="3677696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 of Thumb</a:t>
            </a:r>
            <a:br>
              <a:rPr lang="en-US" b="1" dirty="0"/>
            </a:br>
            <a:r>
              <a:rPr lang="en-US" dirty="0"/>
              <a:t>When load factors is </a:t>
            </a:r>
            <a:r>
              <a:rPr lang="en-US" b="1" dirty="0"/>
              <a:t>over 0.5</a:t>
            </a:r>
            <a:r>
              <a:rPr lang="en-US" dirty="0"/>
              <a:t>, performance may degrade. Therefore, re-make the table by doubling the size of the underlying array and re-hashing all the values.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0F771E-1279-1933-AD12-44B6BF9BF133}"/>
                  </a:ext>
                </a:extLst>
              </p14:cNvPr>
              <p14:cNvContentPartPr/>
              <p14:nvPr/>
            </p14:nvContentPartPr>
            <p14:xfrm>
              <a:off x="3429000" y="1994040"/>
              <a:ext cx="3386880" cy="3803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0F771E-1279-1933-AD12-44B6BF9BF1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9640" y="1984680"/>
                <a:ext cx="3405600" cy="382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3994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D506-9BA0-4858-C663-8F9E9A77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Factors and Rehashing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8DD844-2DBD-B199-2373-1AEA9F891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load factor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US" dirty="0"/>
                  <a:t> is generally a good sign that performance has degraded</a:t>
                </a:r>
              </a:p>
              <a:p>
                <a:r>
                  <a:rPr lang="en-US" dirty="0"/>
                  <a:t>In fact, for some collision resolution schemes hashing can get stuck in an </a:t>
                </a:r>
                <a:r>
                  <a:rPr lang="en-US" b="1" dirty="0"/>
                  <a:t>infinite loop </a:t>
                </a:r>
                <a:r>
                  <a:rPr lang="en-US" dirty="0"/>
                  <a:t>trying to find a free space!</a:t>
                </a:r>
              </a:p>
              <a:p>
                <a:r>
                  <a:rPr lang="en-US" b="1" dirty="0"/>
                  <a:t>Trade-off</a:t>
                </a:r>
                <a:r>
                  <a:rPr lang="en-US" dirty="0"/>
                  <a:t>: more hash table memory = more speed</a:t>
                </a:r>
              </a:p>
              <a:p>
                <a:r>
                  <a:rPr lang="en-US" b="1" dirty="0"/>
                  <a:t>Important</a:t>
                </a:r>
                <a:r>
                  <a:rPr lang="en-US" dirty="0"/>
                  <a:t>: the load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can be greater than 1 for some hash tables!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8DD844-2DBD-B199-2373-1AEA9F891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BBCE95-8E7C-A007-C387-CF9685115935}"/>
                  </a:ext>
                </a:extLst>
              </p14:cNvPr>
              <p14:cNvContentPartPr/>
              <p14:nvPr/>
            </p14:nvContentPartPr>
            <p14:xfrm>
              <a:off x="1123920" y="2368080"/>
              <a:ext cx="10293840" cy="2883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BBCE95-8E7C-A007-C387-CF96851159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4560" y="2358720"/>
                <a:ext cx="10312560" cy="29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1934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55C16-8EDA-5D14-49CB-8C34F1A1C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FDCC-9749-9260-1C9F-A1C94D0D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Factors and Rehashing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FD305C-B261-F718-F9AE-1C6A5B9E5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4330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Important</a:t>
                </a:r>
                <a:r>
                  <a:rPr lang="en-US" dirty="0"/>
                  <a:t>: the load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can be greater than 1 for hash tables with buckets!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FD305C-B261-F718-F9AE-1C6A5B9E5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43307"/>
              </a:xfrm>
              <a:blipFill>
                <a:blip r:embed="rId2"/>
                <a:stretch>
                  <a:fillRect l="-1206" t="-10667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0DD81E-0F3F-04B4-0A27-D34EE15C568D}"/>
                  </a:ext>
                </a:extLst>
              </p:cNvPr>
              <p:cNvSpPr txBox="1"/>
              <p:nvPr/>
            </p:nvSpPr>
            <p:spPr>
              <a:xfrm>
                <a:off x="6750817" y="3561729"/>
                <a:ext cx="2895601" cy="90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CA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CA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0DD81E-0F3F-04B4-0A27-D34EE15C5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817" y="3561729"/>
                <a:ext cx="2895601" cy="900246"/>
              </a:xfrm>
              <a:prstGeom prst="rect">
                <a:avLst/>
              </a:prstGeom>
              <a:blipFill>
                <a:blip r:embed="rId3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I generated image">
            <a:extLst>
              <a:ext uri="{FF2B5EF4-FFF2-40B4-BE49-F238E27FC236}">
                <a16:creationId xmlns:a16="http://schemas.microsoft.com/office/drawing/2014/main" id="{BA09D6AE-BBA6-3681-5509-4E3237FDE8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25" t="19613" r="31221"/>
          <a:stretch>
            <a:fillRect/>
          </a:stretch>
        </p:blipFill>
        <p:spPr>
          <a:xfrm>
            <a:off x="1101969" y="2768932"/>
            <a:ext cx="4994031" cy="340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08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CBF6-6A18-29FE-570E-4AB3CA4A8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Puzzle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BC151-44F5-8CC6-C5CA-99FF8017E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many people need to be in room so there is a better than 50% chance that two more people have the same birthday?</a:t>
            </a:r>
          </a:p>
        </p:txBody>
      </p:sp>
    </p:spTree>
    <p:extLst>
      <p:ext uri="{BB962C8B-B14F-4D97-AF65-F5344CB8AC3E}">
        <p14:creationId xmlns:p14="http://schemas.microsoft.com/office/powerpoint/2010/main" val="1826432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EAC3-0566-A092-C360-4A847D35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5AFFD-E1CB-3B4C-C845-241CA852F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Hash tables and maps are very common in practice</a:t>
            </a:r>
          </a:p>
          <a:p>
            <a:r>
              <a:rPr lang="en-US" dirty="0"/>
              <a:t>When implemented well, they can have excellent performance</a:t>
            </a:r>
          </a:p>
          <a:p>
            <a:pPr lvl="1"/>
            <a:r>
              <a:rPr lang="en-US" dirty="0"/>
              <a:t>They beat binary search</a:t>
            </a:r>
          </a:p>
          <a:p>
            <a:r>
              <a:rPr lang="en-US" dirty="0"/>
              <a:t>But the details matter, and they can be subtle, e.g.</a:t>
            </a:r>
          </a:p>
          <a:p>
            <a:pPr lvl="1"/>
            <a:r>
              <a:rPr lang="en-US" dirty="0"/>
              <a:t>The constants in hash functions can make a big difference</a:t>
            </a:r>
          </a:p>
          <a:p>
            <a:pPr lvl="1"/>
            <a:r>
              <a:rPr lang="en-US" dirty="0"/>
              <a:t>Prime table sizes are usually used to avoid loops and clusters</a:t>
            </a:r>
          </a:p>
          <a:p>
            <a:pPr lvl="1"/>
            <a:r>
              <a:rPr lang="en-US" dirty="0"/>
              <a:t>Experiments are generally needed to know if one hashing approach is better than another</a:t>
            </a:r>
          </a:p>
          <a:p>
            <a:r>
              <a:rPr lang="en-US" dirty="0"/>
              <a:t>We’ve only scratched the surface of hashing!</a:t>
            </a:r>
          </a:p>
          <a:p>
            <a:pPr lvl="1"/>
            <a:r>
              <a:rPr lang="en-US" dirty="0"/>
              <a:t>Many other ideas and schemes and approaches --- a vast and rich topic of study!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387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2900</Words>
  <Application>Microsoft Macintosh PowerPoint</Application>
  <PresentationFormat>Widescreen</PresentationFormat>
  <Paragraphs>383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Consolas</vt:lpstr>
      <vt:lpstr>Office Theme</vt:lpstr>
      <vt:lpstr>Maps and Hashing</vt:lpstr>
      <vt:lpstr>Topics</vt:lpstr>
      <vt:lpstr>Why Are Heaps height log⁡n? </vt:lpstr>
      <vt:lpstr>The Map ADT</vt:lpstr>
      <vt:lpstr>Simple Map Implementation</vt:lpstr>
      <vt:lpstr>Simple Map Implementation</vt:lpstr>
      <vt:lpstr>Simple Map Implementation</vt:lpstr>
      <vt:lpstr>Simple Map Implementation</vt:lpstr>
      <vt:lpstr>Hash Tables</vt:lpstr>
      <vt:lpstr>Bucket Array</vt:lpstr>
      <vt:lpstr>Hash Functions: h(key)</vt:lpstr>
      <vt:lpstr>String Hash Functions</vt:lpstr>
      <vt:lpstr>String Hash Functions</vt:lpstr>
      <vt:lpstr>String Hash Functions</vt:lpstr>
      <vt:lpstr>String Hash Functions</vt:lpstr>
      <vt:lpstr>Other Hash Code Strategies</vt:lpstr>
      <vt:lpstr>Collision Resolutions Schemes</vt:lpstr>
      <vt:lpstr>Collision Resolution: Linear Probing</vt:lpstr>
      <vt:lpstr>Collision Resolution: Linear Probing</vt:lpstr>
      <vt:lpstr>Collision Resolution: Linear Probing</vt:lpstr>
      <vt:lpstr>Collision Resolution: Quadratic Probing</vt:lpstr>
      <vt:lpstr>Collision Resolution: Quadratic Probing</vt:lpstr>
      <vt:lpstr>Collision Resolution: Quadratic Probing</vt:lpstr>
      <vt:lpstr>Collision Resolution: Double Hashing</vt:lpstr>
      <vt:lpstr>Collision Resolution: Double Hashing</vt:lpstr>
      <vt:lpstr>Deletion with Tombstones</vt:lpstr>
      <vt:lpstr>Deletion with Tombstones</vt:lpstr>
      <vt:lpstr>Load Factors and Rehashing</vt:lpstr>
      <vt:lpstr>Load Factors and Rehashing</vt:lpstr>
      <vt:lpstr>Load Factors and Rehashing</vt:lpstr>
      <vt:lpstr>Performance Puzzle</vt:lpstr>
      <vt:lpstr>Hash Tables in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2026-06-23T20:15:10Z</cp:lastPrinted>
  <dcterms:created xsi:type="dcterms:W3CDTF">2026-06-22T23:17:30Z</dcterms:created>
  <dcterms:modified xsi:type="dcterms:W3CDTF">2026-06-25T21:10:12Z</dcterms:modified>
</cp:coreProperties>
</file>