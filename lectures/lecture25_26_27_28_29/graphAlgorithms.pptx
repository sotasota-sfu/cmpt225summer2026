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30" r:id="rId2"/>
    <p:sldId id="344" r:id="rId3"/>
    <p:sldId id="362" r:id="rId4"/>
    <p:sldId id="364" r:id="rId5"/>
    <p:sldId id="365" r:id="rId6"/>
    <p:sldId id="361" r:id="rId7"/>
    <p:sldId id="363" r:id="rId8"/>
    <p:sldId id="333" r:id="rId9"/>
    <p:sldId id="334" r:id="rId10"/>
    <p:sldId id="338" r:id="rId11"/>
    <p:sldId id="340" r:id="rId12"/>
    <p:sldId id="341" r:id="rId13"/>
    <p:sldId id="335" r:id="rId14"/>
    <p:sldId id="336" r:id="rId15"/>
    <p:sldId id="337" r:id="rId16"/>
    <p:sldId id="339" r:id="rId17"/>
    <p:sldId id="343" r:id="rId18"/>
    <p:sldId id="342" r:id="rId19"/>
    <p:sldId id="358" r:id="rId20"/>
    <p:sldId id="359" r:id="rId21"/>
    <p:sldId id="331" r:id="rId22"/>
    <p:sldId id="348" r:id="rId23"/>
    <p:sldId id="350" r:id="rId24"/>
    <p:sldId id="360" r:id="rId25"/>
    <p:sldId id="345" r:id="rId26"/>
    <p:sldId id="351" r:id="rId27"/>
    <p:sldId id="352" r:id="rId28"/>
    <p:sldId id="353" r:id="rId29"/>
    <p:sldId id="354" r:id="rId30"/>
    <p:sldId id="346" r:id="rId31"/>
    <p:sldId id="355" r:id="rId32"/>
    <p:sldId id="356" r:id="rId33"/>
    <p:sldId id="347" r:id="rId34"/>
    <p:sldId id="35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A897E4-CE12-5544-B326-78E4C3705915}" v="140" dt="2026-07-23T18:55:32.377"/>
    <p1510:client id="{E3D1058C-109E-1D48-9CF3-7A827F44201B}" v="1" dt="2026-07-22T21:42:06.9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78"/>
    <p:restoredTop sz="96301"/>
  </p:normalViewPr>
  <p:slideViewPr>
    <p:cSldViewPr snapToGrid="0">
      <p:cViewPr varScale="1">
        <p:scale>
          <a:sx n="127" d="100"/>
          <a:sy n="127" d="100"/>
        </p:scale>
        <p:origin x="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7-23T18:55:32.377" v="8902" actId="14100"/>
      <pc:docMkLst>
        <pc:docMk/>
      </pc:docMkLst>
      <pc:sldChg chg="addSp">
        <pc:chgData name="Toby Donaldson" userId="2e6e5431-bb17-4c41-9985-d39c50d83c73" providerId="ADAL" clId="{F31BC264-820E-54C4-A6D1-F92AF9CC222E}" dt="2026-07-21T20:39:27.273" v="8727"/>
        <pc:sldMkLst>
          <pc:docMk/>
          <pc:sldMk cId="1196827455" sldId="331"/>
        </pc:sldMkLst>
        <pc:inkChg chg="add">
          <ac:chgData name="Toby Donaldson" userId="2e6e5431-bb17-4c41-9985-d39c50d83c73" providerId="ADAL" clId="{F31BC264-820E-54C4-A6D1-F92AF9CC222E}" dt="2026-07-21T20:39:27.273" v="8727"/>
          <ac:inkMkLst>
            <pc:docMk/>
            <pc:sldMk cId="1196827455" sldId="331"/>
            <ac:inkMk id="3" creationId="{FCDEFB8C-AAC5-0E23-20F5-0E9C2406C606}"/>
          </ac:inkMkLst>
        </pc:inkChg>
      </pc:sldChg>
      <pc:sldChg chg="addSp">
        <pc:chgData name="Toby Donaldson" userId="2e6e5431-bb17-4c41-9985-d39c50d83c73" providerId="ADAL" clId="{F31BC264-820E-54C4-A6D1-F92AF9CC222E}" dt="2026-07-16T20:42:20.346" v="8138"/>
        <pc:sldMkLst>
          <pc:docMk/>
          <pc:sldMk cId="636794550" sldId="335"/>
        </pc:sldMkLst>
        <pc:inkChg chg="add">
          <ac:chgData name="Toby Donaldson" userId="2e6e5431-bb17-4c41-9985-d39c50d83c73" providerId="ADAL" clId="{F31BC264-820E-54C4-A6D1-F92AF9CC222E}" dt="2026-07-16T20:42:20.346" v="8138"/>
          <ac:inkMkLst>
            <pc:docMk/>
            <pc:sldMk cId="636794550" sldId="335"/>
            <ac:inkMk id="20" creationId="{8DEC4ABA-CEBB-85DE-B906-73414BDD3FF2}"/>
          </ac:inkMkLst>
        </pc:inkChg>
      </pc:sldChg>
      <pc:sldChg chg="addSp">
        <pc:chgData name="Toby Donaldson" userId="2e6e5431-bb17-4c41-9985-d39c50d83c73" providerId="ADAL" clId="{F31BC264-820E-54C4-A6D1-F92AF9CC222E}" dt="2026-07-16T20:19:57.611" v="8137"/>
        <pc:sldMkLst>
          <pc:docMk/>
          <pc:sldMk cId="2066028283" sldId="338"/>
        </pc:sldMkLst>
        <pc:inkChg chg="add">
          <ac:chgData name="Toby Donaldson" userId="2e6e5431-bb17-4c41-9985-d39c50d83c73" providerId="ADAL" clId="{F31BC264-820E-54C4-A6D1-F92AF9CC222E}" dt="2026-07-16T20:19:57.611" v="8137"/>
          <ac:inkMkLst>
            <pc:docMk/>
            <pc:sldMk cId="2066028283" sldId="338"/>
            <ac:inkMk id="20" creationId="{BCDC119B-A562-6AF4-670E-A03299B0D894}"/>
          </ac:inkMkLst>
        </pc:inkChg>
      </pc:sldChg>
      <pc:sldChg chg="modSp">
        <pc:chgData name="Toby Donaldson" userId="2e6e5431-bb17-4c41-9985-d39c50d83c73" providerId="ADAL" clId="{F31BC264-820E-54C4-A6D1-F92AF9CC222E}" dt="2026-07-13T03:56:34.353" v="7167" actId="113"/>
        <pc:sldMkLst>
          <pc:docMk/>
          <pc:sldMk cId="113554270" sldId="341"/>
        </pc:sldMkLst>
        <pc:spChg chg="mod">
          <ac:chgData name="Toby Donaldson" userId="2e6e5431-bb17-4c41-9985-d39c50d83c73" providerId="ADAL" clId="{F31BC264-820E-54C4-A6D1-F92AF9CC222E}" dt="2026-07-13T03:56:21.219" v="7166" actId="113"/>
          <ac:spMkLst>
            <pc:docMk/>
            <pc:sldMk cId="113554270" sldId="341"/>
            <ac:spMk id="6" creationId="{DE83E81C-23DB-DAAE-031F-816F86E7F952}"/>
          </ac:spMkLst>
        </pc:spChg>
        <pc:spChg chg="mod">
          <ac:chgData name="Toby Donaldson" userId="2e6e5431-bb17-4c41-9985-d39c50d83c73" providerId="ADAL" clId="{F31BC264-820E-54C4-A6D1-F92AF9CC222E}" dt="2026-07-13T03:56:34.353" v="7167" actId="113"/>
          <ac:spMkLst>
            <pc:docMk/>
            <pc:sldMk cId="113554270" sldId="341"/>
            <ac:spMk id="7" creationId="{9854CEA9-7FD8-7B9C-7DD7-494AEC31B947}"/>
          </ac:spMkLst>
        </pc:spChg>
      </pc:sldChg>
      <pc:sldChg chg="modSp mod">
        <pc:chgData name="Toby Donaldson" userId="2e6e5431-bb17-4c41-9985-d39c50d83c73" providerId="ADAL" clId="{F31BC264-820E-54C4-A6D1-F92AF9CC222E}" dt="2026-07-13T03:55:18.398" v="7165" actId="1076"/>
        <pc:sldMkLst>
          <pc:docMk/>
          <pc:sldMk cId="3063263042" sldId="344"/>
        </pc:sldMkLst>
        <pc:picChg chg="mod">
          <ac:chgData name="Toby Donaldson" userId="2e6e5431-bb17-4c41-9985-d39c50d83c73" providerId="ADAL" clId="{F31BC264-820E-54C4-A6D1-F92AF9CC222E}" dt="2026-07-13T03:55:18.398" v="7165" actId="1076"/>
          <ac:picMkLst>
            <pc:docMk/>
            <pc:sldMk cId="3063263042" sldId="344"/>
            <ac:picMk id="4" creationId="{B48E462E-65C4-D6C8-CDE0-008FE89F1885}"/>
          </ac:picMkLst>
        </pc:picChg>
      </pc:sldChg>
      <pc:sldChg chg="addSp modSp mod">
        <pc:chgData name="Toby Donaldson" userId="2e6e5431-bb17-4c41-9985-d39c50d83c73" providerId="ADAL" clId="{F31BC264-820E-54C4-A6D1-F92AF9CC222E}" dt="2026-07-21T18:13:20.574" v="8192" actId="14100"/>
        <pc:sldMkLst>
          <pc:docMk/>
          <pc:sldMk cId="1356079609" sldId="345"/>
        </pc:sldMkLst>
        <pc:spChg chg="add mod">
          <ac:chgData name="Toby Donaldson" userId="2e6e5431-bb17-4c41-9985-d39c50d83c73" providerId="ADAL" clId="{F31BC264-820E-54C4-A6D1-F92AF9CC222E}" dt="2026-07-21T18:13:09.005" v="8190" actId="1076"/>
          <ac:spMkLst>
            <pc:docMk/>
            <pc:sldMk cId="1356079609" sldId="345"/>
            <ac:spMk id="3" creationId="{344AE491-5888-1EEB-BD8F-3EB93B4522EF}"/>
          </ac:spMkLst>
        </pc:spChg>
        <pc:cxnChg chg="add mod">
          <ac:chgData name="Toby Donaldson" userId="2e6e5431-bb17-4c41-9985-d39c50d83c73" providerId="ADAL" clId="{F31BC264-820E-54C4-A6D1-F92AF9CC222E}" dt="2026-07-21T18:13:20.574" v="8192" actId="14100"/>
          <ac:cxnSpMkLst>
            <pc:docMk/>
            <pc:sldMk cId="1356079609" sldId="345"/>
            <ac:cxnSpMk id="5" creationId="{2C3C7537-355F-3441-F728-2002B42E7085}"/>
          </ac:cxnSpMkLst>
        </pc:cxnChg>
      </pc:sldChg>
      <pc:sldChg chg="addSp modSp mod">
        <pc:chgData name="Toby Donaldson" userId="2e6e5431-bb17-4c41-9985-d39c50d83c73" providerId="ADAL" clId="{F31BC264-820E-54C4-A6D1-F92AF9CC222E}" dt="2026-07-23T18:55:32.377" v="8902" actId="14100"/>
        <pc:sldMkLst>
          <pc:docMk/>
          <pc:sldMk cId="1152307501" sldId="347"/>
        </pc:sldMkLst>
        <pc:spChg chg="add mod">
          <ac:chgData name="Toby Donaldson" userId="2e6e5431-bb17-4c41-9985-d39c50d83c73" providerId="ADAL" clId="{F31BC264-820E-54C4-A6D1-F92AF9CC222E}" dt="2026-07-23T18:54:27.657" v="8848" actId="1076"/>
          <ac:spMkLst>
            <pc:docMk/>
            <pc:sldMk cId="1152307501" sldId="347"/>
            <ac:spMk id="3" creationId="{3EA0E042-75EC-54DD-68BE-10F2F8C0A6BB}"/>
          </ac:spMkLst>
        </pc:spChg>
        <pc:spChg chg="add mod">
          <ac:chgData name="Toby Donaldson" userId="2e6e5431-bb17-4c41-9985-d39c50d83c73" providerId="ADAL" clId="{F31BC264-820E-54C4-A6D1-F92AF9CC222E}" dt="2026-07-23T18:54:31.842" v="8849" actId="1076"/>
          <ac:spMkLst>
            <pc:docMk/>
            <pc:sldMk cId="1152307501" sldId="347"/>
            <ac:spMk id="5" creationId="{D6106807-673C-8CBF-53B3-4D704FE54B4F}"/>
          </ac:spMkLst>
        </pc:spChg>
        <pc:spChg chg="add mod">
          <ac:chgData name="Toby Donaldson" userId="2e6e5431-bb17-4c41-9985-d39c50d83c73" providerId="ADAL" clId="{F31BC264-820E-54C4-A6D1-F92AF9CC222E}" dt="2026-07-23T18:55:32.377" v="8902" actId="14100"/>
          <ac:spMkLst>
            <pc:docMk/>
            <pc:sldMk cId="1152307501" sldId="347"/>
            <ac:spMk id="6" creationId="{00E20AC3-8F2F-130C-FC82-C44F54837FA5}"/>
          </ac:spMkLst>
        </pc:spChg>
      </pc:sldChg>
      <pc:sldChg chg="modSp mod">
        <pc:chgData name="Toby Donaldson" userId="2e6e5431-bb17-4c41-9985-d39c50d83c73" providerId="ADAL" clId="{F31BC264-820E-54C4-A6D1-F92AF9CC222E}" dt="2026-07-21T18:24:07.643" v="8259" actId="20577"/>
        <pc:sldMkLst>
          <pc:docMk/>
          <pc:sldMk cId="2080542187" sldId="353"/>
        </pc:sldMkLst>
        <pc:spChg chg="mod">
          <ac:chgData name="Toby Donaldson" userId="2e6e5431-bb17-4c41-9985-d39c50d83c73" providerId="ADAL" clId="{F31BC264-820E-54C4-A6D1-F92AF9CC222E}" dt="2026-07-21T18:24:07.643" v="8259" actId="20577"/>
          <ac:spMkLst>
            <pc:docMk/>
            <pc:sldMk cId="2080542187" sldId="353"/>
            <ac:spMk id="20" creationId="{16979523-C374-004B-4D68-B8F53653FE61}"/>
          </ac:spMkLst>
        </pc:spChg>
      </pc:sldChg>
      <pc:sldChg chg="modSp mod">
        <pc:chgData name="Toby Donaldson" userId="2e6e5431-bb17-4c41-9985-d39c50d83c73" providerId="ADAL" clId="{F31BC264-820E-54C4-A6D1-F92AF9CC222E}" dt="2026-07-21T18:35:04.888" v="8272" actId="27636"/>
        <pc:sldMkLst>
          <pc:docMk/>
          <pc:sldMk cId="2559441476" sldId="354"/>
        </pc:sldMkLst>
        <pc:spChg chg="mod">
          <ac:chgData name="Toby Donaldson" userId="2e6e5431-bb17-4c41-9985-d39c50d83c73" providerId="ADAL" clId="{F31BC264-820E-54C4-A6D1-F92AF9CC222E}" dt="2026-07-21T18:35:04.888" v="8272" actId="27636"/>
          <ac:spMkLst>
            <pc:docMk/>
            <pc:sldMk cId="2559441476" sldId="354"/>
            <ac:spMk id="3" creationId="{0726BF38-FA65-B3ED-4AAC-EC38EBD00A11}"/>
          </ac:spMkLst>
        </pc:spChg>
      </pc:sldChg>
      <pc:sldChg chg="modSp mod">
        <pc:chgData name="Toby Donaldson" userId="2e6e5431-bb17-4c41-9985-d39c50d83c73" providerId="ADAL" clId="{F31BC264-820E-54C4-A6D1-F92AF9CC222E}" dt="2026-07-23T18:29:18.600" v="8762" actId="33524"/>
        <pc:sldMkLst>
          <pc:docMk/>
          <pc:sldMk cId="816959534" sldId="355"/>
        </pc:sldMkLst>
        <pc:spChg chg="mod">
          <ac:chgData name="Toby Donaldson" userId="2e6e5431-bb17-4c41-9985-d39c50d83c73" providerId="ADAL" clId="{F31BC264-820E-54C4-A6D1-F92AF9CC222E}" dt="2026-07-23T18:29:18.600" v="8762" actId="33524"/>
          <ac:spMkLst>
            <pc:docMk/>
            <pc:sldMk cId="816959534" sldId="355"/>
            <ac:spMk id="3" creationId="{7FB79B62-5DD7-615B-95D4-4C7EAA3BF1A3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7-16T19:49:12.912" v="8135"/>
        <pc:sldMkLst>
          <pc:docMk/>
          <pc:sldMk cId="2886415035" sldId="361"/>
        </pc:sldMkLst>
        <pc:spChg chg="mod">
          <ac:chgData name="Toby Donaldson" userId="2e6e5431-bb17-4c41-9985-d39c50d83c73" providerId="ADAL" clId="{F31BC264-820E-54C4-A6D1-F92AF9CC222E}" dt="2026-07-16T18:54:06.350" v="7198" actId="20577"/>
          <ac:spMkLst>
            <pc:docMk/>
            <pc:sldMk cId="2886415035" sldId="361"/>
            <ac:spMk id="2" creationId="{3A54C92E-1FC3-091A-1C43-4200E0952FFE}"/>
          </ac:spMkLst>
        </pc:spChg>
        <pc:spChg chg="add mod">
          <ac:chgData name="Toby Donaldson" userId="2e6e5431-bb17-4c41-9985-d39c50d83c73" providerId="ADAL" clId="{F31BC264-820E-54C4-A6D1-F92AF9CC222E}" dt="2026-07-16T18:56:05.466" v="7340" actId="1076"/>
          <ac:spMkLst>
            <pc:docMk/>
            <pc:sldMk cId="2886415035" sldId="361"/>
            <ac:spMk id="5" creationId="{76B52B94-FFEF-C448-E315-C1B0A611F034}"/>
          </ac:spMkLst>
        </pc:spChg>
        <pc:spChg chg="add mod">
          <ac:chgData name="Toby Donaldson" userId="2e6e5431-bb17-4c41-9985-d39c50d83c73" providerId="ADAL" clId="{F31BC264-820E-54C4-A6D1-F92AF9CC222E}" dt="2026-07-16T18:56:29.390" v="7424" actId="20577"/>
          <ac:spMkLst>
            <pc:docMk/>
            <pc:sldMk cId="2886415035" sldId="361"/>
            <ac:spMk id="7" creationId="{CE5C11F7-CE47-E532-D2FF-ED3DBA7D7F0A}"/>
          </ac:spMkLst>
        </pc:spChg>
        <pc:picChg chg="add mod">
          <ac:chgData name="Toby Donaldson" userId="2e6e5431-bb17-4c41-9985-d39c50d83c73" providerId="ADAL" clId="{F31BC264-820E-54C4-A6D1-F92AF9CC222E}" dt="2026-07-16T18:55:42.732" v="7296" actId="1076"/>
          <ac:picMkLst>
            <pc:docMk/>
            <pc:sldMk cId="2886415035" sldId="361"/>
            <ac:picMk id="6" creationId="{F45FE469-0EB8-6D44-9843-036E2F414FC6}"/>
          </ac:picMkLst>
        </pc:picChg>
        <pc:inkChg chg="add">
          <ac:chgData name="Toby Donaldson" userId="2e6e5431-bb17-4c41-9985-d39c50d83c73" providerId="ADAL" clId="{F31BC264-820E-54C4-A6D1-F92AF9CC222E}" dt="2026-07-16T19:49:12.912" v="8135"/>
          <ac:inkMkLst>
            <pc:docMk/>
            <pc:sldMk cId="2886415035" sldId="361"/>
            <ac:inkMk id="8" creationId="{9F355710-58A3-4B4C-9E99-296ABCB1C705}"/>
          </ac:inkMkLst>
        </pc:inkChg>
      </pc:sldChg>
      <pc:sldChg chg="addSp delSp modSp new mod">
        <pc:chgData name="Toby Donaldson" userId="2e6e5431-bb17-4c41-9985-d39c50d83c73" providerId="ADAL" clId="{F31BC264-820E-54C4-A6D1-F92AF9CC222E}" dt="2026-07-16T18:59:44.669" v="7467" actId="1076"/>
        <pc:sldMkLst>
          <pc:docMk/>
          <pc:sldMk cId="2393334559" sldId="362"/>
        </pc:sldMkLst>
        <pc:spChg chg="mod">
          <ac:chgData name="Toby Donaldson" userId="2e6e5431-bb17-4c41-9985-d39c50d83c73" providerId="ADAL" clId="{F31BC264-820E-54C4-A6D1-F92AF9CC222E}" dt="2026-07-16T18:58:11.160" v="7458" actId="20577"/>
          <ac:spMkLst>
            <pc:docMk/>
            <pc:sldMk cId="2393334559" sldId="362"/>
            <ac:spMk id="2" creationId="{EE30150D-D8BB-15B2-3311-7905E87A9E4B}"/>
          </ac:spMkLst>
        </pc:spChg>
        <pc:picChg chg="add mod">
          <ac:chgData name="Toby Donaldson" userId="2e6e5431-bb17-4c41-9985-d39c50d83c73" providerId="ADAL" clId="{F31BC264-820E-54C4-A6D1-F92AF9CC222E}" dt="2026-07-16T18:59:44.669" v="7467" actId="1076"/>
          <ac:picMkLst>
            <pc:docMk/>
            <pc:sldMk cId="2393334559" sldId="362"/>
            <ac:picMk id="6" creationId="{F20D3920-7597-A5CC-12FA-6F9099575FAB}"/>
          </ac:picMkLst>
        </pc:picChg>
      </pc:sldChg>
      <pc:sldChg chg="addSp delSp modSp new mod">
        <pc:chgData name="Toby Donaldson" userId="2e6e5431-bb17-4c41-9985-d39c50d83c73" providerId="ADAL" clId="{F31BC264-820E-54C4-A6D1-F92AF9CC222E}" dt="2026-07-16T19:53:41.160" v="8136"/>
        <pc:sldMkLst>
          <pc:docMk/>
          <pc:sldMk cId="1159930404" sldId="363"/>
        </pc:sldMkLst>
        <pc:spChg chg="mod">
          <ac:chgData name="Toby Donaldson" userId="2e6e5431-bb17-4c41-9985-d39c50d83c73" providerId="ADAL" clId="{F31BC264-820E-54C4-A6D1-F92AF9CC222E}" dt="2026-07-16T19:01:28.153" v="7510" actId="20577"/>
          <ac:spMkLst>
            <pc:docMk/>
            <pc:sldMk cId="1159930404" sldId="363"/>
            <ac:spMk id="2" creationId="{459BB72C-AB0C-097C-C8C3-56682200CB3E}"/>
          </ac:spMkLst>
        </pc:spChg>
        <pc:spChg chg="add mod">
          <ac:chgData name="Toby Donaldson" userId="2e6e5431-bb17-4c41-9985-d39c50d83c73" providerId="ADAL" clId="{F31BC264-820E-54C4-A6D1-F92AF9CC222E}" dt="2026-07-16T19:02:23.303" v="7595" actId="14100"/>
          <ac:spMkLst>
            <pc:docMk/>
            <pc:sldMk cId="1159930404" sldId="363"/>
            <ac:spMk id="5" creationId="{7CECD4B2-2A46-B3D1-2813-52F95DFB8D35}"/>
          </ac:spMkLst>
        </pc:spChg>
        <pc:picChg chg="add mod">
          <ac:chgData name="Toby Donaldson" userId="2e6e5431-bb17-4c41-9985-d39c50d83c73" providerId="ADAL" clId="{F31BC264-820E-54C4-A6D1-F92AF9CC222E}" dt="2026-07-16T19:01:32.021" v="7511" actId="1076"/>
          <ac:picMkLst>
            <pc:docMk/>
            <pc:sldMk cId="1159930404" sldId="363"/>
            <ac:picMk id="4" creationId="{9762A75F-97C3-0BAB-DABC-310A2BBD30FD}"/>
          </ac:picMkLst>
        </pc:picChg>
        <pc:inkChg chg="add">
          <ac:chgData name="Toby Donaldson" userId="2e6e5431-bb17-4c41-9985-d39c50d83c73" providerId="ADAL" clId="{F31BC264-820E-54C4-A6D1-F92AF9CC222E}" dt="2026-07-16T19:53:41.160" v="8136"/>
          <ac:inkMkLst>
            <pc:docMk/>
            <pc:sldMk cId="1159930404" sldId="363"/>
            <ac:inkMk id="6" creationId="{3B22591C-1E36-D6C8-B19C-F1EEC9E0DBF5}"/>
          </ac:inkMkLst>
        </pc:inkChg>
      </pc:sldChg>
      <pc:sldChg chg="addSp delSp modSp new mod">
        <pc:chgData name="Toby Donaldson" userId="2e6e5431-bb17-4c41-9985-d39c50d83c73" providerId="ADAL" clId="{F31BC264-820E-54C4-A6D1-F92AF9CC222E}" dt="2026-07-16T19:05:04.348" v="7634" actId="1076"/>
        <pc:sldMkLst>
          <pc:docMk/>
          <pc:sldMk cId="2552007722" sldId="364"/>
        </pc:sldMkLst>
        <pc:spChg chg="mod">
          <ac:chgData name="Toby Donaldson" userId="2e6e5431-bb17-4c41-9985-d39c50d83c73" providerId="ADAL" clId="{F31BC264-820E-54C4-A6D1-F92AF9CC222E}" dt="2026-07-16T19:04:55.529" v="7630" actId="20577"/>
          <ac:spMkLst>
            <pc:docMk/>
            <pc:sldMk cId="2552007722" sldId="364"/>
            <ac:spMk id="2" creationId="{A316355F-5954-9D2C-3712-19DF71E32BCB}"/>
          </ac:spMkLst>
        </pc:spChg>
        <pc:picChg chg="add mod">
          <ac:chgData name="Toby Donaldson" userId="2e6e5431-bb17-4c41-9985-d39c50d83c73" providerId="ADAL" clId="{F31BC264-820E-54C4-A6D1-F92AF9CC222E}" dt="2026-07-16T19:05:04.348" v="7634" actId="1076"/>
          <ac:picMkLst>
            <pc:docMk/>
            <pc:sldMk cId="2552007722" sldId="364"/>
            <ac:picMk id="4" creationId="{5D353502-12DA-DAF3-28CE-B5F985449121}"/>
          </ac:picMkLst>
        </pc:picChg>
      </pc:sldChg>
      <pc:sldChg chg="addSp delSp modSp new mod">
        <pc:chgData name="Toby Donaldson" userId="2e6e5431-bb17-4c41-9985-d39c50d83c73" providerId="ADAL" clId="{F31BC264-820E-54C4-A6D1-F92AF9CC222E}" dt="2026-07-16T19:09:51.424" v="8134" actId="20577"/>
        <pc:sldMkLst>
          <pc:docMk/>
          <pc:sldMk cId="2024809744" sldId="365"/>
        </pc:sldMkLst>
        <pc:spChg chg="mod">
          <ac:chgData name="Toby Donaldson" userId="2e6e5431-bb17-4c41-9985-d39c50d83c73" providerId="ADAL" clId="{F31BC264-820E-54C4-A6D1-F92AF9CC222E}" dt="2026-07-16T19:06:09.836" v="7656" actId="20577"/>
          <ac:spMkLst>
            <pc:docMk/>
            <pc:sldMk cId="2024809744" sldId="365"/>
            <ac:spMk id="2" creationId="{A081F225-83E6-6AC8-8A92-8F1C399C2CEA}"/>
          </ac:spMkLst>
        </pc:spChg>
        <pc:spChg chg="add mod">
          <ac:chgData name="Toby Donaldson" userId="2e6e5431-bb17-4c41-9985-d39c50d83c73" providerId="ADAL" clId="{F31BC264-820E-54C4-A6D1-F92AF9CC222E}" dt="2026-07-16T19:07:19.502" v="7830" actId="1076"/>
          <ac:spMkLst>
            <pc:docMk/>
            <pc:sldMk cId="2024809744" sldId="365"/>
            <ac:spMk id="5" creationId="{E4775259-935C-EF3A-3CA7-E4FE52DEC685}"/>
          </ac:spMkLst>
        </pc:spChg>
        <pc:spChg chg="add mod">
          <ac:chgData name="Toby Donaldson" userId="2e6e5431-bb17-4c41-9985-d39c50d83c73" providerId="ADAL" clId="{F31BC264-820E-54C4-A6D1-F92AF9CC222E}" dt="2026-07-16T19:09:51.424" v="8134" actId="20577"/>
          <ac:spMkLst>
            <pc:docMk/>
            <pc:sldMk cId="2024809744" sldId="365"/>
            <ac:spMk id="6" creationId="{02FC39D3-5A3C-841D-10D3-B535D6263936}"/>
          </ac:spMkLst>
        </pc:spChg>
        <pc:picChg chg="add mod">
          <ac:chgData name="Toby Donaldson" userId="2e6e5431-bb17-4c41-9985-d39c50d83c73" providerId="ADAL" clId="{F31BC264-820E-54C4-A6D1-F92AF9CC222E}" dt="2026-07-16T19:06:15.303" v="7659" actId="1076"/>
          <ac:picMkLst>
            <pc:docMk/>
            <pc:sldMk cId="2024809744" sldId="365"/>
            <ac:picMk id="4" creationId="{920FB0CA-5DBA-0852-1743-9B2C52E2F569}"/>
          </ac:picMkLst>
        </pc:pic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">
      <pc:chgData name="Toby Donaldson" userId="2e6e5431-bb17-4c41-9985-d39c50d83c73" providerId="ADAL" clId="{7F9681A8-EEE2-56F4-9B39-ECCBEE0471AC}" dt="2026-07-22T21:42:11.622" v="30915" actId="1076"/>
      <pc:docMkLst>
        <pc:docMk/>
      </pc:docMkLst>
      <pc:sldChg chg="modSp new mod">
        <pc:chgData name="Toby Donaldson" userId="2e6e5431-bb17-4c41-9985-d39c50d83c73" providerId="ADAL" clId="{7F9681A8-EEE2-56F4-9B39-ECCBEE0471AC}" dt="2026-07-10T21:46:25.232" v="22884" actId="20577"/>
        <pc:sldMkLst>
          <pc:docMk/>
          <pc:sldMk cId="2267480835" sldId="330"/>
        </pc:sldMkLst>
        <pc:spChg chg="mod">
          <ac:chgData name="Toby Donaldson" userId="2e6e5431-bb17-4c41-9985-d39c50d83c73" providerId="ADAL" clId="{7F9681A8-EEE2-56F4-9B39-ECCBEE0471AC}" dt="2026-07-10T21:44:56.541" v="22854" actId="20577"/>
          <ac:spMkLst>
            <pc:docMk/>
            <pc:sldMk cId="2267480835" sldId="330"/>
            <ac:spMk id="2" creationId="{42F73E68-88E2-172D-FFD0-3C20BCA345C7}"/>
          </ac:spMkLst>
        </pc:spChg>
        <pc:spChg chg="mod">
          <ac:chgData name="Toby Donaldson" userId="2e6e5431-bb17-4c41-9985-d39c50d83c73" providerId="ADAL" clId="{7F9681A8-EEE2-56F4-9B39-ECCBEE0471AC}" dt="2026-07-10T21:46:25.232" v="22884" actId="20577"/>
          <ac:spMkLst>
            <pc:docMk/>
            <pc:sldMk cId="2267480835" sldId="330"/>
            <ac:spMk id="3" creationId="{68C632B6-2838-DCF6-0C9B-D2B10810FCCE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13T19:51:04.357" v="26341"/>
        <pc:sldMkLst>
          <pc:docMk/>
          <pc:sldMk cId="1196827455" sldId="331"/>
        </pc:sldMkLst>
        <pc:spChg chg="mod">
          <ac:chgData name="Toby Donaldson" userId="2e6e5431-bb17-4c41-9985-d39c50d83c73" providerId="ADAL" clId="{7F9681A8-EEE2-56F4-9B39-ECCBEE0471AC}" dt="2026-07-13T19:51:04.357" v="26341"/>
          <ac:spMkLst>
            <pc:docMk/>
            <pc:sldMk cId="1196827455" sldId="331"/>
            <ac:spMk id="2" creationId="{181A1914-82C6-1D8F-90B8-2EC005147F74}"/>
          </ac:spMkLst>
        </pc:spChg>
        <pc:spChg chg="add mod">
          <ac:chgData name="Toby Donaldson" userId="2e6e5431-bb17-4c41-9985-d39c50d83c73" providerId="ADAL" clId="{7F9681A8-EEE2-56F4-9B39-ECCBEE0471AC}" dt="2026-07-10T21:49:17.209" v="23036" actId="1076"/>
          <ac:spMkLst>
            <pc:docMk/>
            <pc:sldMk cId="1196827455" sldId="331"/>
            <ac:spMk id="5" creationId="{394BBC15-7519-BCE1-F547-94153A9F0CEA}"/>
          </ac:spMkLst>
        </pc:spChg>
        <pc:picChg chg="add mod">
          <ac:chgData name="Toby Donaldson" userId="2e6e5431-bb17-4c41-9985-d39c50d83c73" providerId="ADAL" clId="{7F9681A8-EEE2-56F4-9B39-ECCBEE0471AC}" dt="2026-07-10T21:47:59.403" v="22916" actId="1076"/>
          <ac:picMkLst>
            <pc:docMk/>
            <pc:sldMk cId="1196827455" sldId="331"/>
            <ac:picMk id="4" creationId="{38800E6D-3E27-02BF-903C-B464066880AD}"/>
          </ac:picMkLst>
        </pc:picChg>
        <pc:cxnChg chg="add mod">
          <ac:chgData name="Toby Donaldson" userId="2e6e5431-bb17-4c41-9985-d39c50d83c73" providerId="ADAL" clId="{7F9681A8-EEE2-56F4-9B39-ECCBEE0471AC}" dt="2026-07-10T21:49:36.842" v="23040" actId="14100"/>
          <ac:cxnSpMkLst>
            <pc:docMk/>
            <pc:sldMk cId="1196827455" sldId="331"/>
            <ac:cxnSpMk id="7" creationId="{C00A2239-42FB-3F40-AE16-D6DA24799AB1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7-10T23:37:54.700" v="25813" actId="1076"/>
        <pc:sldMkLst>
          <pc:docMk/>
          <pc:sldMk cId="3583570952" sldId="333"/>
        </pc:sldMkLst>
        <pc:spChg chg="mod">
          <ac:chgData name="Toby Donaldson" userId="2e6e5431-bb17-4c41-9985-d39c50d83c73" providerId="ADAL" clId="{7F9681A8-EEE2-56F4-9B39-ECCBEE0471AC}" dt="2026-07-10T23:37:54.700" v="25813" actId="1076"/>
          <ac:spMkLst>
            <pc:docMk/>
            <pc:sldMk cId="3583570952" sldId="333"/>
            <ac:spMk id="2" creationId="{8C9A969C-ACA1-B58B-0EAE-C441DE23175F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5" creationId="{F5244518-A54D-CC67-8875-1EED308CD870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6" creationId="{D97119CB-461B-A08D-1382-3D00ACCE7C40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8" creationId="{183AB7BC-1636-C67D-B17B-AE6D4FF7B911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9" creationId="{ECB848F5-8EE2-E888-9724-9E484B7E3369}"/>
          </ac:spMkLst>
        </pc:spChg>
        <pc:spChg chg="mod">
          <ac:chgData name="Toby Donaldson" userId="2e6e5431-bb17-4c41-9985-d39c50d83c73" providerId="ADAL" clId="{7F9681A8-EEE2-56F4-9B39-ECCBEE0471AC}" dt="2026-07-10T21:52:33.476" v="23071" actId="20577"/>
          <ac:spMkLst>
            <pc:docMk/>
            <pc:sldMk cId="3583570952" sldId="333"/>
            <ac:spMk id="11" creationId="{8E91B98C-CEA7-669F-AE9C-2FAC5ED3AD04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12" creationId="{79D2458F-CE1D-003F-FEFD-DCCEB54E234F}"/>
          </ac:spMkLst>
        </pc:spChg>
        <pc:spChg chg="mod">
          <ac:chgData name="Toby Donaldson" userId="2e6e5431-bb17-4c41-9985-d39c50d83c73" providerId="ADAL" clId="{7F9681A8-EEE2-56F4-9B39-ECCBEE0471AC}" dt="2026-07-10T21:52:35.586" v="23072" actId="20577"/>
          <ac:spMkLst>
            <pc:docMk/>
            <pc:sldMk cId="3583570952" sldId="333"/>
            <ac:spMk id="14" creationId="{9D29D3B4-AD09-A7DE-35C8-B20FBAAD08FD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15" creationId="{510FC74B-288A-2E51-2F2A-C1D1B45F8758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17" creationId="{3F421E80-1A48-CC11-32F7-E61D3304DA39}"/>
          </ac:spMkLst>
        </pc:spChg>
        <pc:spChg chg="mod">
          <ac:chgData name="Toby Donaldson" userId="2e6e5431-bb17-4c41-9985-d39c50d83c73" providerId="ADAL" clId="{7F9681A8-EEE2-56F4-9B39-ECCBEE0471AC}" dt="2026-07-10T21:50:28.022" v="23057"/>
          <ac:spMkLst>
            <pc:docMk/>
            <pc:sldMk cId="3583570952" sldId="333"/>
            <ac:spMk id="18" creationId="{6C4081C1-2AAF-C28A-1A7D-500670E5A896}"/>
          </ac:spMkLst>
        </pc:spChg>
        <pc:spChg chg="add mod">
          <ac:chgData name="Toby Donaldson" userId="2e6e5431-bb17-4c41-9985-d39c50d83c73" providerId="ADAL" clId="{7F9681A8-EEE2-56F4-9B39-ECCBEE0471AC}" dt="2026-07-10T21:53:25.981" v="23124" actId="164"/>
          <ac:spMkLst>
            <pc:docMk/>
            <pc:sldMk cId="3583570952" sldId="333"/>
            <ac:spMk id="25" creationId="{08F88D49-C011-F3D3-7882-3F2FE788EB53}"/>
          </ac:spMkLst>
        </pc:spChg>
        <pc:spChg chg="mod">
          <ac:chgData name="Toby Donaldson" userId="2e6e5431-bb17-4c41-9985-d39c50d83c73" providerId="ADAL" clId="{7F9681A8-EEE2-56F4-9B39-ECCBEE0471AC}" dt="2026-07-10T21:52:38.209" v="23073" actId="20577"/>
          <ac:spMkLst>
            <pc:docMk/>
            <pc:sldMk cId="3583570952" sldId="333"/>
            <ac:spMk id="27" creationId="{25233F28-5994-0377-94E7-76E999A39CC7}"/>
          </ac:spMkLst>
        </pc:spChg>
        <pc:spChg chg="mod">
          <ac:chgData name="Toby Donaldson" userId="2e6e5431-bb17-4c41-9985-d39c50d83c73" providerId="ADAL" clId="{7F9681A8-EEE2-56F4-9B39-ECCBEE0471AC}" dt="2026-07-10T21:51:56.095" v="23066"/>
          <ac:spMkLst>
            <pc:docMk/>
            <pc:sldMk cId="3583570952" sldId="333"/>
            <ac:spMk id="28" creationId="{26C4C35E-FE4A-EC38-F7ED-3012E7C7EC88}"/>
          </ac:spMkLst>
        </pc:spChg>
        <pc:spChg chg="mod">
          <ac:chgData name="Toby Donaldson" userId="2e6e5431-bb17-4c41-9985-d39c50d83c73" providerId="ADAL" clId="{7F9681A8-EEE2-56F4-9B39-ECCBEE0471AC}" dt="2026-07-10T21:52:40.700" v="23074" actId="20577"/>
          <ac:spMkLst>
            <pc:docMk/>
            <pc:sldMk cId="3583570952" sldId="333"/>
            <ac:spMk id="30" creationId="{DAE33C08-469A-274C-F5B9-F729D6A916A8}"/>
          </ac:spMkLst>
        </pc:spChg>
        <pc:spChg chg="mod">
          <ac:chgData name="Toby Donaldson" userId="2e6e5431-bb17-4c41-9985-d39c50d83c73" providerId="ADAL" clId="{7F9681A8-EEE2-56F4-9B39-ECCBEE0471AC}" dt="2026-07-10T21:51:56.095" v="23066"/>
          <ac:spMkLst>
            <pc:docMk/>
            <pc:sldMk cId="3583570952" sldId="333"/>
            <ac:spMk id="31" creationId="{D0DAD8D6-5902-C0BE-3C97-D6B8D3B6CC3A}"/>
          </ac:spMkLst>
        </pc:spChg>
        <pc:spChg chg="mod">
          <ac:chgData name="Toby Donaldson" userId="2e6e5431-bb17-4c41-9985-d39c50d83c73" providerId="ADAL" clId="{7F9681A8-EEE2-56F4-9B39-ECCBEE0471AC}" dt="2026-07-10T21:52:42.945" v="23075" actId="20577"/>
          <ac:spMkLst>
            <pc:docMk/>
            <pc:sldMk cId="3583570952" sldId="333"/>
            <ac:spMk id="33" creationId="{B13D973A-B640-269A-6FAA-840D28D13AB9}"/>
          </ac:spMkLst>
        </pc:spChg>
        <pc:spChg chg="mod">
          <ac:chgData name="Toby Donaldson" userId="2e6e5431-bb17-4c41-9985-d39c50d83c73" providerId="ADAL" clId="{7F9681A8-EEE2-56F4-9B39-ECCBEE0471AC}" dt="2026-07-10T21:51:56.095" v="23066"/>
          <ac:spMkLst>
            <pc:docMk/>
            <pc:sldMk cId="3583570952" sldId="333"/>
            <ac:spMk id="34" creationId="{CF810446-621C-201B-E21A-9191809A53DD}"/>
          </ac:spMkLst>
        </pc:spChg>
        <pc:spChg chg="mod">
          <ac:chgData name="Toby Donaldson" userId="2e6e5431-bb17-4c41-9985-d39c50d83c73" providerId="ADAL" clId="{7F9681A8-EEE2-56F4-9B39-ECCBEE0471AC}" dt="2026-07-10T21:52:45.466" v="23076" actId="20577"/>
          <ac:spMkLst>
            <pc:docMk/>
            <pc:sldMk cId="3583570952" sldId="333"/>
            <ac:spMk id="36" creationId="{1AB02FB8-A4AD-4A0A-01D2-094111542B42}"/>
          </ac:spMkLst>
        </pc:spChg>
        <pc:spChg chg="mod">
          <ac:chgData name="Toby Donaldson" userId="2e6e5431-bb17-4c41-9985-d39c50d83c73" providerId="ADAL" clId="{7F9681A8-EEE2-56F4-9B39-ECCBEE0471AC}" dt="2026-07-10T21:51:56.095" v="23066"/>
          <ac:spMkLst>
            <pc:docMk/>
            <pc:sldMk cId="3583570952" sldId="333"/>
            <ac:spMk id="37" creationId="{58DBD441-6595-9492-C6C7-169D6BDF9E1B}"/>
          </ac:spMkLst>
        </pc:spChg>
        <pc:spChg chg="add mod">
          <ac:chgData name="Toby Donaldson" userId="2e6e5431-bb17-4c41-9985-d39c50d83c73" providerId="ADAL" clId="{7F9681A8-EEE2-56F4-9B39-ECCBEE0471AC}" dt="2026-07-10T22:05:55.352" v="23635" actId="20577"/>
          <ac:spMkLst>
            <pc:docMk/>
            <pc:sldMk cId="3583570952" sldId="333"/>
            <ac:spMk id="44" creationId="{F765E0B4-094F-21AE-3B47-EF59BC0CA18D}"/>
          </ac:spMkLst>
        </pc:spChg>
        <pc:spChg chg="add mod">
          <ac:chgData name="Toby Donaldson" userId="2e6e5431-bb17-4c41-9985-d39c50d83c73" providerId="ADAL" clId="{7F9681A8-EEE2-56F4-9B39-ECCBEE0471AC}" dt="2026-07-10T22:46:21.333" v="23667" actId="113"/>
          <ac:spMkLst>
            <pc:docMk/>
            <pc:sldMk cId="3583570952" sldId="333"/>
            <ac:spMk id="57" creationId="{6446752F-EE57-1B77-A4C5-5AAB333A3043}"/>
          </ac:spMkLst>
        </pc:spChg>
        <pc:grpChg chg="mod">
          <ac:chgData name="Toby Donaldson" userId="2e6e5431-bb17-4c41-9985-d39c50d83c73" providerId="ADAL" clId="{7F9681A8-EEE2-56F4-9B39-ECCBEE0471AC}" dt="2026-07-10T21:53:25.981" v="23124" actId="164"/>
          <ac:grpSpMkLst>
            <pc:docMk/>
            <pc:sldMk cId="3583570952" sldId="333"/>
            <ac:grpSpMk id="4" creationId="{A59C9639-6768-0BB6-3386-F3F7F303C8CD}"/>
          </ac:grpSpMkLst>
        </pc:grpChg>
        <pc:grpChg chg="mod">
          <ac:chgData name="Toby Donaldson" userId="2e6e5431-bb17-4c41-9985-d39c50d83c73" providerId="ADAL" clId="{7F9681A8-EEE2-56F4-9B39-ECCBEE0471AC}" dt="2026-07-10T21:53:25.981" v="23124" actId="164"/>
          <ac:grpSpMkLst>
            <pc:docMk/>
            <pc:sldMk cId="3583570952" sldId="333"/>
            <ac:grpSpMk id="7" creationId="{305B297F-33BA-0D2D-A939-8F3F92296533}"/>
          </ac:grpSpMkLst>
        </pc:grpChg>
        <pc:grpChg chg="mod">
          <ac:chgData name="Toby Donaldson" userId="2e6e5431-bb17-4c41-9985-d39c50d83c73" providerId="ADAL" clId="{7F9681A8-EEE2-56F4-9B39-ECCBEE0471AC}" dt="2026-07-10T21:53:25.981" v="23124" actId="164"/>
          <ac:grpSpMkLst>
            <pc:docMk/>
            <pc:sldMk cId="3583570952" sldId="333"/>
            <ac:grpSpMk id="10" creationId="{C07B7D90-FE45-76E9-DB09-8E6CE1C5D18F}"/>
          </ac:grpSpMkLst>
        </pc:grpChg>
        <pc:grpChg chg="mod">
          <ac:chgData name="Toby Donaldson" userId="2e6e5431-bb17-4c41-9985-d39c50d83c73" providerId="ADAL" clId="{7F9681A8-EEE2-56F4-9B39-ECCBEE0471AC}" dt="2026-07-10T21:53:25.981" v="23124" actId="164"/>
          <ac:grpSpMkLst>
            <pc:docMk/>
            <pc:sldMk cId="3583570952" sldId="333"/>
            <ac:grpSpMk id="13" creationId="{5DAA7782-81DD-C727-316B-14EE4643BA70}"/>
          </ac:grpSpMkLst>
        </pc:grpChg>
        <pc:grpChg chg="mod">
          <ac:chgData name="Toby Donaldson" userId="2e6e5431-bb17-4c41-9985-d39c50d83c73" providerId="ADAL" clId="{7F9681A8-EEE2-56F4-9B39-ECCBEE0471AC}" dt="2026-07-10T21:53:25.981" v="23124" actId="164"/>
          <ac:grpSpMkLst>
            <pc:docMk/>
            <pc:sldMk cId="3583570952" sldId="333"/>
            <ac:grpSpMk id="16" creationId="{DB66CBCD-9C16-F4D6-33C9-F52283C0C8F3}"/>
          </ac:grpSpMkLst>
        </pc:grpChg>
        <pc:grpChg chg="add mod">
          <ac:chgData name="Toby Donaldson" userId="2e6e5431-bb17-4c41-9985-d39c50d83c73" providerId="ADAL" clId="{7F9681A8-EEE2-56F4-9B39-ECCBEE0471AC}" dt="2026-07-10T21:53:16.113" v="23123" actId="164"/>
          <ac:grpSpMkLst>
            <pc:docMk/>
            <pc:sldMk cId="3583570952" sldId="333"/>
            <ac:grpSpMk id="26" creationId="{50443DDA-400B-B173-F9CF-5A46E2AB8D47}"/>
          </ac:grpSpMkLst>
        </pc:grpChg>
        <pc:grpChg chg="mod">
          <ac:chgData name="Toby Donaldson" userId="2e6e5431-bb17-4c41-9985-d39c50d83c73" providerId="ADAL" clId="{7F9681A8-EEE2-56F4-9B39-ECCBEE0471AC}" dt="2026-07-10T21:53:16.113" v="23123" actId="164"/>
          <ac:grpSpMkLst>
            <pc:docMk/>
            <pc:sldMk cId="3583570952" sldId="333"/>
            <ac:grpSpMk id="29" creationId="{3783D021-87FE-F5BA-CA18-1E97A0762532}"/>
          </ac:grpSpMkLst>
        </pc:grpChg>
        <pc:grpChg chg="mod">
          <ac:chgData name="Toby Donaldson" userId="2e6e5431-bb17-4c41-9985-d39c50d83c73" providerId="ADAL" clId="{7F9681A8-EEE2-56F4-9B39-ECCBEE0471AC}" dt="2026-07-10T21:53:16.113" v="23123" actId="164"/>
          <ac:grpSpMkLst>
            <pc:docMk/>
            <pc:sldMk cId="3583570952" sldId="333"/>
            <ac:grpSpMk id="32" creationId="{3CBFBA3F-FEDF-510F-F973-B1087E427C81}"/>
          </ac:grpSpMkLst>
        </pc:grpChg>
        <pc:grpChg chg="add mod">
          <ac:chgData name="Toby Donaldson" userId="2e6e5431-bb17-4c41-9985-d39c50d83c73" providerId="ADAL" clId="{7F9681A8-EEE2-56F4-9B39-ECCBEE0471AC}" dt="2026-07-10T21:53:16.113" v="23123" actId="164"/>
          <ac:grpSpMkLst>
            <pc:docMk/>
            <pc:sldMk cId="3583570952" sldId="333"/>
            <ac:grpSpMk id="35" creationId="{BF72E5DD-969C-4951-ED6D-719AAB278517}"/>
          </ac:grpSpMkLst>
        </pc:grpChg>
        <pc:grpChg chg="add mod">
          <ac:chgData name="Toby Donaldson" userId="2e6e5431-bb17-4c41-9985-d39c50d83c73" providerId="ADAL" clId="{7F9681A8-EEE2-56F4-9B39-ECCBEE0471AC}" dt="2026-07-10T21:53:45.073" v="23130" actId="1076"/>
          <ac:grpSpMkLst>
            <pc:docMk/>
            <pc:sldMk cId="3583570952" sldId="333"/>
            <ac:grpSpMk id="45" creationId="{540983A3-8E47-DF97-5556-B8027C280E22}"/>
          </ac:grpSpMkLst>
        </pc:grpChg>
        <pc:grpChg chg="add mod">
          <ac:chgData name="Toby Donaldson" userId="2e6e5431-bb17-4c41-9985-d39c50d83c73" providerId="ADAL" clId="{7F9681A8-EEE2-56F4-9B39-ECCBEE0471AC}" dt="2026-07-10T21:53:37.973" v="23129" actId="1076"/>
          <ac:grpSpMkLst>
            <pc:docMk/>
            <pc:sldMk cId="3583570952" sldId="333"/>
            <ac:grpSpMk id="46" creationId="{C8EA0C27-891A-DC5E-A976-D371970C9142}"/>
          </ac:grpSpMkLst>
        </pc:grpChg>
        <pc:cxnChg chg="mod">
          <ac:chgData name="Toby Donaldson" userId="2e6e5431-bb17-4c41-9985-d39c50d83c73" providerId="ADAL" clId="{7F9681A8-EEE2-56F4-9B39-ECCBEE0471AC}" dt="2026-07-10T21:53:25.981" v="23124" actId="164"/>
          <ac:cxnSpMkLst>
            <pc:docMk/>
            <pc:sldMk cId="3583570952" sldId="333"/>
            <ac:cxnSpMk id="19" creationId="{A875D51E-5ABB-D04F-0D3C-13B843509548}"/>
          </ac:cxnSpMkLst>
        </pc:cxnChg>
        <pc:cxnChg chg="mod">
          <ac:chgData name="Toby Donaldson" userId="2e6e5431-bb17-4c41-9985-d39c50d83c73" providerId="ADAL" clId="{7F9681A8-EEE2-56F4-9B39-ECCBEE0471AC}" dt="2026-07-10T21:50:30.879" v="23058" actId="1076"/>
          <ac:cxnSpMkLst>
            <pc:docMk/>
            <pc:sldMk cId="3583570952" sldId="333"/>
            <ac:cxnSpMk id="21" creationId="{C95899E6-B25C-A4C5-0780-CC36181F4F79}"/>
          </ac:cxnSpMkLst>
        </pc:cxnChg>
        <pc:cxnChg chg="mod">
          <ac:chgData name="Toby Donaldson" userId="2e6e5431-bb17-4c41-9985-d39c50d83c73" providerId="ADAL" clId="{7F9681A8-EEE2-56F4-9B39-ECCBEE0471AC}" dt="2026-07-10T21:53:25.981" v="23124" actId="164"/>
          <ac:cxnSpMkLst>
            <pc:docMk/>
            <pc:sldMk cId="3583570952" sldId="333"/>
            <ac:cxnSpMk id="22" creationId="{A193DCF4-37C0-C04F-DC44-C54365626EF3}"/>
          </ac:cxnSpMkLst>
        </pc:cxnChg>
        <pc:cxnChg chg="mod">
          <ac:chgData name="Toby Donaldson" userId="2e6e5431-bb17-4c41-9985-d39c50d83c73" providerId="ADAL" clId="{7F9681A8-EEE2-56F4-9B39-ECCBEE0471AC}" dt="2026-07-10T21:53:25.981" v="23124" actId="164"/>
          <ac:cxnSpMkLst>
            <pc:docMk/>
            <pc:sldMk cId="3583570952" sldId="333"/>
            <ac:cxnSpMk id="23" creationId="{BF48C5A4-9FC1-DE41-2A45-1A6891E05754}"/>
          </ac:cxnSpMkLst>
        </pc:cxnChg>
        <pc:cxnChg chg="mod">
          <ac:chgData name="Toby Donaldson" userId="2e6e5431-bb17-4c41-9985-d39c50d83c73" providerId="ADAL" clId="{7F9681A8-EEE2-56F4-9B39-ECCBEE0471AC}" dt="2026-07-10T21:53:16.113" v="23123" actId="164"/>
          <ac:cxnSpMkLst>
            <pc:docMk/>
            <pc:sldMk cId="3583570952" sldId="333"/>
            <ac:cxnSpMk id="38" creationId="{30D3FDAE-DDE3-8932-EEE0-2D00CB6E7CEF}"/>
          </ac:cxnSpMkLst>
        </pc:cxnChg>
        <pc:cxnChg chg="mod">
          <ac:chgData name="Toby Donaldson" userId="2e6e5431-bb17-4c41-9985-d39c50d83c73" providerId="ADAL" clId="{7F9681A8-EEE2-56F4-9B39-ECCBEE0471AC}" dt="2026-07-10T21:53:16.113" v="23123" actId="164"/>
          <ac:cxnSpMkLst>
            <pc:docMk/>
            <pc:sldMk cId="3583570952" sldId="333"/>
            <ac:cxnSpMk id="39" creationId="{51864895-8E03-C77C-8B12-976517321FDF}"/>
          </ac:cxnSpMkLst>
        </pc:cxnChg>
        <pc:cxnChg chg="mod">
          <ac:chgData name="Toby Donaldson" userId="2e6e5431-bb17-4c41-9985-d39c50d83c73" providerId="ADAL" clId="{7F9681A8-EEE2-56F4-9B39-ECCBEE0471AC}" dt="2026-07-10T21:53:16.113" v="23123" actId="164"/>
          <ac:cxnSpMkLst>
            <pc:docMk/>
            <pc:sldMk cId="3583570952" sldId="333"/>
            <ac:cxnSpMk id="40" creationId="{EA045015-7295-004A-1652-BBBDBE100EAE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7-10T23:38:13.076" v="25818"/>
        <pc:sldMkLst>
          <pc:docMk/>
          <pc:sldMk cId="647110279" sldId="334"/>
        </pc:sldMkLst>
        <pc:spChg chg="add mod">
          <ac:chgData name="Toby Donaldson" userId="2e6e5431-bb17-4c41-9985-d39c50d83c73" providerId="ADAL" clId="{7F9681A8-EEE2-56F4-9B39-ECCBEE0471AC}" dt="2026-07-10T22:46:25.957" v="23668"/>
          <ac:spMkLst>
            <pc:docMk/>
            <pc:sldMk cId="647110279" sldId="334"/>
            <ac:spMk id="3" creationId="{30578AD2-9837-ABDA-37BC-54D1A050D796}"/>
          </ac:spMkLst>
        </pc:spChg>
        <pc:spChg chg="mod">
          <ac:chgData name="Toby Donaldson" userId="2e6e5431-bb17-4c41-9985-d39c50d83c73" providerId="ADAL" clId="{7F9681A8-EEE2-56F4-9B39-ECCBEE0471AC}" dt="2026-07-10T22:52:39.411" v="23746" actId="207"/>
          <ac:spMkLst>
            <pc:docMk/>
            <pc:sldMk cId="647110279" sldId="334"/>
            <ac:spMk id="44" creationId="{6EE70043-208E-9221-DACF-13B11B52BA4A}"/>
          </ac:spMkLst>
        </pc:spChg>
        <pc:spChg chg="add mod">
          <ac:chgData name="Toby Donaldson" userId="2e6e5431-bb17-4c41-9985-d39c50d83c73" providerId="ADAL" clId="{7F9681A8-EEE2-56F4-9B39-ECCBEE0471AC}" dt="2026-07-10T23:38:13.076" v="25818"/>
          <ac:spMkLst>
            <pc:docMk/>
            <pc:sldMk cId="647110279" sldId="334"/>
            <ac:spMk id="90" creationId="{3EFD2E8A-CDE1-5764-503D-B4180A3DB9B4}"/>
          </ac:spMkLst>
        </pc:spChg>
      </pc:sldChg>
      <pc:sldChg chg="addSp delSp modSp add mod ord">
        <pc:chgData name="Toby Donaldson" userId="2e6e5431-bb17-4c41-9985-d39c50d83c73" providerId="ADAL" clId="{7F9681A8-EEE2-56F4-9B39-ECCBEE0471AC}" dt="2026-07-10T23:37:04.540" v="25781" actId="20577"/>
        <pc:sldMkLst>
          <pc:docMk/>
          <pc:sldMk cId="636794550" sldId="335"/>
        </pc:sldMkLst>
        <pc:spChg chg="mod">
          <ac:chgData name="Toby Donaldson" userId="2e6e5431-bb17-4c41-9985-d39c50d83c73" providerId="ADAL" clId="{7F9681A8-EEE2-56F4-9B39-ECCBEE0471AC}" dt="2026-07-10T23:37:04.540" v="25781" actId="20577"/>
          <ac:spMkLst>
            <pc:docMk/>
            <pc:sldMk cId="636794550" sldId="335"/>
            <ac:spMk id="2" creationId="{382EE71A-7E27-8069-3A1F-E3F4E8B425DD}"/>
          </ac:spMkLst>
        </pc:spChg>
        <pc:spChg chg="mod">
          <ac:chgData name="Toby Donaldson" userId="2e6e5431-bb17-4c41-9985-d39c50d83c73" providerId="ADAL" clId="{7F9681A8-EEE2-56F4-9B39-ECCBEE0471AC}" dt="2026-07-10T22:50:43.726" v="23704" actId="1076"/>
          <ac:spMkLst>
            <pc:docMk/>
            <pc:sldMk cId="636794550" sldId="335"/>
            <ac:spMk id="3" creationId="{A79C7260-1567-8D8C-2202-1006B23D1FE0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5" creationId="{55630914-3EF9-32A5-1D72-309EB1F3BDB9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6" creationId="{B03CA65B-DA1F-4FB1-94B3-1B115632C320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8" creationId="{C695E25E-1899-F5FC-3A82-DDABED312D9C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9" creationId="{D9F13300-0793-1BA2-14EB-B679DADCA0F5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12" creationId="{ADF86BFE-10C8-8F98-1467-D6A0884DB01D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14" creationId="{FE39FA01-F914-B183-DF1C-6953CC80D5E6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15" creationId="{816BF383-72DB-8C43-C32A-5DDB73118D66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17" creationId="{7BDE7725-F19B-A0E7-0062-CB2B04623F79}"/>
          </ac:spMkLst>
        </pc:spChg>
        <pc:spChg chg="mod">
          <ac:chgData name="Toby Donaldson" userId="2e6e5431-bb17-4c41-9985-d39c50d83c73" providerId="ADAL" clId="{7F9681A8-EEE2-56F4-9B39-ECCBEE0471AC}" dt="2026-07-10T22:46:55.307" v="23670" actId="165"/>
          <ac:spMkLst>
            <pc:docMk/>
            <pc:sldMk cId="636794550" sldId="335"/>
            <ac:spMk id="18" creationId="{EB415BF0-5370-CE6B-E1F8-49F4CB8FB919}"/>
          </ac:spMkLst>
        </pc:spChg>
        <pc:spChg chg="mod topLvl">
          <ac:chgData name="Toby Donaldson" userId="2e6e5431-bb17-4c41-9985-d39c50d83c73" providerId="ADAL" clId="{7F9681A8-EEE2-56F4-9B39-ECCBEE0471AC}" dt="2026-07-10T22:49:28.844" v="23693" actId="692"/>
          <ac:spMkLst>
            <pc:docMk/>
            <pc:sldMk cId="636794550" sldId="335"/>
            <ac:spMk id="25" creationId="{FD8BFAF9-2BBE-5365-478B-5FEB66287168}"/>
          </ac:spMkLst>
        </pc:spChg>
        <pc:spChg chg="add mod">
          <ac:chgData name="Toby Donaldson" userId="2e6e5431-bb17-4c41-9985-d39c50d83c73" providerId="ADAL" clId="{7F9681A8-EEE2-56F4-9B39-ECCBEE0471AC}" dt="2026-07-10T22:49:52.159" v="23697" actId="692"/>
          <ac:spMkLst>
            <pc:docMk/>
            <pc:sldMk cId="636794550" sldId="335"/>
            <ac:spMk id="43" creationId="{06D8884A-F376-E66D-A55D-5B50BD697F32}"/>
          </ac:spMkLst>
        </pc:spChg>
        <pc:spChg chg="mod">
          <ac:chgData name="Toby Donaldson" userId="2e6e5431-bb17-4c41-9985-d39c50d83c73" providerId="ADAL" clId="{7F9681A8-EEE2-56F4-9B39-ECCBEE0471AC}" dt="2026-07-10T22:58:30.861" v="23890" actId="20577"/>
          <ac:spMkLst>
            <pc:docMk/>
            <pc:sldMk cId="636794550" sldId="335"/>
            <ac:spMk id="44" creationId="{164F5451-D9F5-9F7D-B2DE-D040C44524E8}"/>
          </ac:spMkLst>
        </pc:spChg>
        <pc:spChg chg="add mod">
          <ac:chgData name="Toby Donaldson" userId="2e6e5431-bb17-4c41-9985-d39c50d83c73" providerId="ADAL" clId="{7F9681A8-EEE2-56F4-9B39-ECCBEE0471AC}" dt="2026-07-10T22:49:37.875" v="23694" actId="692"/>
          <ac:spMkLst>
            <pc:docMk/>
            <pc:sldMk cId="636794550" sldId="335"/>
            <ac:spMk id="47" creationId="{E340E773-2AF2-3D89-97D6-36A87B864213}"/>
          </ac:spMkLst>
        </pc:spChg>
        <pc:grpChg chg="mod">
          <ac:chgData name="Toby Donaldson" userId="2e6e5431-bb17-4c41-9985-d39c50d83c73" providerId="ADAL" clId="{7F9681A8-EEE2-56F4-9B39-ECCBEE0471AC}" dt="2026-07-10T22:47:24.708" v="23677" actId="1076"/>
          <ac:grpSpMkLst>
            <pc:docMk/>
            <pc:sldMk cId="636794550" sldId="335"/>
            <ac:grpSpMk id="4" creationId="{4F2A03A7-6E0C-EA1F-1832-462B24239CDB}"/>
          </ac:grpSpMkLst>
        </pc:grpChg>
        <pc:grpChg chg="mod">
          <ac:chgData name="Toby Donaldson" userId="2e6e5431-bb17-4c41-9985-d39c50d83c73" providerId="ADAL" clId="{7F9681A8-EEE2-56F4-9B39-ECCBEE0471AC}" dt="2026-07-10T22:47:24.708" v="23677" actId="1076"/>
          <ac:grpSpMkLst>
            <pc:docMk/>
            <pc:sldMk cId="636794550" sldId="335"/>
            <ac:grpSpMk id="10" creationId="{32E335F3-20D2-1333-4A0E-2EAC8B54DDC2}"/>
          </ac:grpSpMkLst>
        </pc:grpChg>
        <pc:grpChg chg="mod">
          <ac:chgData name="Toby Donaldson" userId="2e6e5431-bb17-4c41-9985-d39c50d83c73" providerId="ADAL" clId="{7F9681A8-EEE2-56F4-9B39-ECCBEE0471AC}" dt="2026-07-10T22:47:24.708" v="23677" actId="1076"/>
          <ac:grpSpMkLst>
            <pc:docMk/>
            <pc:sldMk cId="636794550" sldId="335"/>
            <ac:grpSpMk id="13" creationId="{FE1D6A35-4180-7C00-171C-B8C8DB965AB9}"/>
          </ac:grpSpMkLst>
        </pc:grpChg>
        <pc:grpChg chg="mod">
          <ac:chgData name="Toby Donaldson" userId="2e6e5431-bb17-4c41-9985-d39c50d83c73" providerId="ADAL" clId="{7F9681A8-EEE2-56F4-9B39-ECCBEE0471AC}" dt="2026-07-10T22:47:24.708" v="23677" actId="1076"/>
          <ac:grpSpMkLst>
            <pc:docMk/>
            <pc:sldMk cId="636794550" sldId="335"/>
            <ac:grpSpMk id="16" creationId="{7C544B99-9234-E5DF-2BE4-BF549BC7CB36}"/>
          </ac:grpSpMkLst>
        </pc:grpChg>
        <pc:cxnChg chg="mod">
          <ac:chgData name="Toby Donaldson" userId="2e6e5431-bb17-4c41-9985-d39c50d83c73" providerId="ADAL" clId="{7F9681A8-EEE2-56F4-9B39-ECCBEE0471AC}" dt="2026-07-10T22:50:06.925" v="23698" actId="692"/>
          <ac:cxnSpMkLst>
            <pc:docMk/>
            <pc:sldMk cId="636794550" sldId="335"/>
            <ac:cxnSpMk id="19" creationId="{F0942B21-B453-8399-473F-EE0051BE9D03}"/>
          </ac:cxnSpMkLst>
        </pc:cxnChg>
        <pc:cxnChg chg="mod">
          <ac:chgData name="Toby Donaldson" userId="2e6e5431-bb17-4c41-9985-d39c50d83c73" providerId="ADAL" clId="{7F9681A8-EEE2-56F4-9B39-ECCBEE0471AC}" dt="2026-07-10T22:50:16.992" v="23699" actId="692"/>
          <ac:cxnSpMkLst>
            <pc:docMk/>
            <pc:sldMk cId="636794550" sldId="335"/>
            <ac:cxnSpMk id="21" creationId="{D8BA0E1B-B5AE-E379-89C6-67F2FB8AE817}"/>
          </ac:cxnSpMkLst>
        </pc:cxnChg>
        <pc:cxnChg chg="mod">
          <ac:chgData name="Toby Donaldson" userId="2e6e5431-bb17-4c41-9985-d39c50d83c73" providerId="ADAL" clId="{7F9681A8-EEE2-56F4-9B39-ECCBEE0471AC}" dt="2026-07-10T22:50:38.542" v="23703" actId="692"/>
          <ac:cxnSpMkLst>
            <pc:docMk/>
            <pc:sldMk cId="636794550" sldId="335"/>
            <ac:cxnSpMk id="23" creationId="{AF2F42C9-9D08-B735-33CE-33CD57938A72}"/>
          </ac:cxnSpMkLst>
        </pc:cxnChg>
        <pc:cxnChg chg="mod">
          <ac:chgData name="Toby Donaldson" userId="2e6e5431-bb17-4c41-9985-d39c50d83c73" providerId="ADAL" clId="{7F9681A8-EEE2-56F4-9B39-ECCBEE0471AC}" dt="2026-07-10T22:50:27.492" v="23702" actId="692"/>
          <ac:cxnSpMkLst>
            <pc:docMk/>
            <pc:sldMk cId="636794550" sldId="335"/>
            <ac:cxnSpMk id="24" creationId="{776DF267-A654-D3DF-F443-244686250CC1}"/>
          </ac:cxnSpMkLst>
        </pc:cxnChg>
      </pc:sldChg>
      <pc:sldChg chg="addSp modSp add mod ord">
        <pc:chgData name="Toby Donaldson" userId="2e6e5431-bb17-4c41-9985-d39c50d83c73" providerId="ADAL" clId="{7F9681A8-EEE2-56F4-9B39-ECCBEE0471AC}" dt="2026-07-10T23:37:10.397" v="25782"/>
        <pc:sldMkLst>
          <pc:docMk/>
          <pc:sldMk cId="2423363905" sldId="336"/>
        </pc:sldMkLst>
        <pc:spChg chg="mod">
          <ac:chgData name="Toby Donaldson" userId="2e6e5431-bb17-4c41-9985-d39c50d83c73" providerId="ADAL" clId="{7F9681A8-EEE2-56F4-9B39-ECCBEE0471AC}" dt="2026-07-10T23:37:10.397" v="25782"/>
          <ac:spMkLst>
            <pc:docMk/>
            <pc:sldMk cId="2423363905" sldId="336"/>
            <ac:spMk id="2" creationId="{E7152D5F-1DA8-6836-1281-985F90A2B504}"/>
          </ac:spMkLst>
        </pc:spChg>
        <pc:spChg chg="add mod">
          <ac:chgData name="Toby Donaldson" userId="2e6e5431-bb17-4c41-9985-d39c50d83c73" providerId="ADAL" clId="{7F9681A8-EEE2-56F4-9B39-ECCBEE0471AC}" dt="2026-07-10T23:18:20.415" v="24688" actId="20577"/>
          <ac:spMkLst>
            <pc:docMk/>
            <pc:sldMk cId="2423363905" sldId="336"/>
            <ac:spMk id="20" creationId="{4309F203-6FEA-2B61-ECD2-17874868CA45}"/>
          </ac:spMkLst>
        </pc:spChg>
        <pc:spChg chg="mod">
          <ac:chgData name="Toby Donaldson" userId="2e6e5431-bb17-4c41-9985-d39c50d83c73" providerId="ADAL" clId="{7F9681A8-EEE2-56F4-9B39-ECCBEE0471AC}" dt="2026-07-10T22:59:04.272" v="23895" actId="20577"/>
          <ac:spMkLst>
            <pc:docMk/>
            <pc:sldMk cId="2423363905" sldId="336"/>
            <ac:spMk id="44" creationId="{ABD05BA5-EB31-33A6-A46C-81A80E20FA2E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15T23:23:26.925" v="30031" actId="113"/>
        <pc:sldMkLst>
          <pc:docMk/>
          <pc:sldMk cId="1701818377" sldId="337"/>
        </pc:sldMkLst>
        <pc:spChg chg="mod">
          <ac:chgData name="Toby Donaldson" userId="2e6e5431-bb17-4c41-9985-d39c50d83c73" providerId="ADAL" clId="{7F9681A8-EEE2-56F4-9B39-ECCBEE0471AC}" dt="2026-07-15T23:23:26.925" v="30031" actId="113"/>
          <ac:spMkLst>
            <pc:docMk/>
            <pc:sldMk cId="1701818377" sldId="337"/>
            <ac:spMk id="2" creationId="{345A3726-61FC-725A-59D4-CFB22A7F71CB}"/>
          </ac:spMkLst>
        </pc:spChg>
        <pc:spChg chg="mod topLvl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15" creationId="{EF98C674-3886-ADE1-B6AE-B32311A225E0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16" creationId="{E260ECC0-65C2-D981-EE72-CF01CC958624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18" creationId="{80B276E4-8923-A66D-AE28-6EB59C4037A3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19" creationId="{D21BA1DD-42C7-337D-9DCB-05322D89AD22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0" creationId="{36E7CC12-C910-9A45-9C5C-1A965D97CD49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1" creationId="{7D53780A-4921-E91C-DCBE-5A1B34D871EA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2" creationId="{DCEE686D-9AA4-C357-E9AC-93A2EAF8A76B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3" creationId="{250DA8B1-66C7-2C86-EBE1-BED1E961F8E7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4" creationId="{78CCF239-E2A0-8C18-CD44-3C1BB9DE66B2}"/>
          </ac:spMkLst>
        </pc:spChg>
        <pc:spChg chg="mod">
          <ac:chgData name="Toby Donaldson" userId="2e6e5431-bb17-4c41-9985-d39c50d83c73" providerId="ADAL" clId="{7F9681A8-EEE2-56F4-9B39-ECCBEE0471AC}" dt="2026-07-10T23:00:33.320" v="24010" actId="165"/>
          <ac:spMkLst>
            <pc:docMk/>
            <pc:sldMk cId="1701818377" sldId="337"/>
            <ac:spMk id="25" creationId="{47A9D96F-CA3B-710F-6A1B-78E3882FD708}"/>
          </ac:spMkLst>
        </pc:spChg>
        <pc:spChg chg="add mod">
          <ac:chgData name="Toby Donaldson" userId="2e6e5431-bb17-4c41-9985-d39c50d83c73" providerId="ADAL" clId="{7F9681A8-EEE2-56F4-9B39-ECCBEE0471AC}" dt="2026-07-10T23:15:20.207" v="24479" actId="20577"/>
          <ac:spMkLst>
            <pc:docMk/>
            <pc:sldMk cId="1701818377" sldId="337"/>
            <ac:spMk id="28" creationId="{ABE326DB-209A-092B-1EF9-2B845F603A13}"/>
          </ac:spMkLst>
        </pc:spChg>
        <pc:spChg chg="add mod">
          <ac:chgData name="Toby Donaldson" userId="2e6e5431-bb17-4c41-9985-d39c50d83c73" providerId="ADAL" clId="{7F9681A8-EEE2-56F4-9B39-ECCBEE0471AC}" dt="2026-07-10T23:05:15.695" v="24201" actId="1076"/>
          <ac:spMkLst>
            <pc:docMk/>
            <pc:sldMk cId="1701818377" sldId="337"/>
            <ac:spMk id="29" creationId="{EF17EAA1-2DFB-C451-8B29-8B39B8251311}"/>
          </ac:spMkLst>
        </pc:spChg>
        <pc:cxnChg chg="add del mod">
          <ac:chgData name="Toby Donaldson" userId="2e6e5431-bb17-4c41-9985-d39c50d83c73" providerId="ADAL" clId="{7F9681A8-EEE2-56F4-9B39-ECCBEE0471AC}" dt="2026-07-10T23:02:05.045" v="24052" actId="21"/>
          <ac:cxnSpMkLst>
            <pc:docMk/>
            <pc:sldMk cId="1701818377" sldId="337"/>
            <ac:cxnSpMk id="10" creationId="{9E47BE3F-9E5E-554A-0FCF-E3E590A7E672}"/>
          </ac:cxnSpMkLst>
        </pc:cxnChg>
        <pc:cxnChg chg="mod">
          <ac:chgData name="Toby Donaldson" userId="2e6e5431-bb17-4c41-9985-d39c50d83c73" providerId="ADAL" clId="{7F9681A8-EEE2-56F4-9B39-ECCBEE0471AC}" dt="2026-07-10T23:02:24.468" v="24053" actId="14100"/>
          <ac:cxnSpMkLst>
            <pc:docMk/>
            <pc:sldMk cId="1701818377" sldId="337"/>
            <ac:cxnSpMk id="11" creationId="{07FB5465-83A2-4430-12C5-4A12578070F0}"/>
          </ac:cxnSpMkLst>
        </pc:cxnChg>
      </pc:sldChg>
      <pc:sldChg chg="add">
        <pc:chgData name="Toby Donaldson" userId="2e6e5431-bb17-4c41-9985-d39c50d83c73" providerId="ADAL" clId="{7F9681A8-EEE2-56F4-9B39-ECCBEE0471AC}" dt="2026-07-10T23:14:25.970" v="24467" actId="2890"/>
        <pc:sldMkLst>
          <pc:docMk/>
          <pc:sldMk cId="2066028283" sldId="338"/>
        </pc:sldMkLst>
      </pc:sldChg>
      <pc:sldChg chg="modSp add mod">
        <pc:chgData name="Toby Donaldson" userId="2e6e5431-bb17-4c41-9985-d39c50d83c73" providerId="ADAL" clId="{7F9681A8-EEE2-56F4-9B39-ECCBEE0471AC}" dt="2026-07-15T23:23:29.514" v="30032" actId="113"/>
        <pc:sldMkLst>
          <pc:docMk/>
          <pc:sldMk cId="3215526404" sldId="339"/>
        </pc:sldMkLst>
        <pc:spChg chg="mod">
          <ac:chgData name="Toby Donaldson" userId="2e6e5431-bb17-4c41-9985-d39c50d83c73" providerId="ADAL" clId="{7F9681A8-EEE2-56F4-9B39-ECCBEE0471AC}" dt="2026-07-15T23:23:29.514" v="30032" actId="113"/>
          <ac:spMkLst>
            <pc:docMk/>
            <pc:sldMk cId="3215526404" sldId="339"/>
            <ac:spMk id="2" creationId="{D3725C07-3C6F-2EB0-4DA3-940FD392CA44}"/>
          </ac:spMkLst>
        </pc:spChg>
      </pc:sldChg>
      <pc:sldChg chg="addSp modSp add mod ord">
        <pc:chgData name="Toby Donaldson" userId="2e6e5431-bb17-4c41-9985-d39c50d83c73" providerId="ADAL" clId="{7F9681A8-EEE2-56F4-9B39-ECCBEE0471AC}" dt="2026-07-10T23:17:26.166" v="24602" actId="1076"/>
        <pc:sldMkLst>
          <pc:docMk/>
          <pc:sldMk cId="622151553" sldId="340"/>
        </pc:sldMkLst>
        <pc:spChg chg="add mod">
          <ac:chgData name="Toby Donaldson" userId="2e6e5431-bb17-4c41-9985-d39c50d83c73" providerId="ADAL" clId="{7F9681A8-EEE2-56F4-9B39-ECCBEE0471AC}" dt="2026-07-10T23:17:26.166" v="24602" actId="1076"/>
          <ac:spMkLst>
            <pc:docMk/>
            <pc:sldMk cId="622151553" sldId="340"/>
            <ac:spMk id="20" creationId="{F57EFA31-0F59-DBDA-306B-86FDDA348E71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10T23:36:42.591" v="25766" actId="20577"/>
        <pc:sldMkLst>
          <pc:docMk/>
          <pc:sldMk cId="113554270" sldId="341"/>
        </pc:sldMkLst>
        <pc:spChg chg="mod">
          <ac:chgData name="Toby Donaldson" userId="2e6e5431-bb17-4c41-9985-d39c50d83c73" providerId="ADAL" clId="{7F9681A8-EEE2-56F4-9B39-ECCBEE0471AC}" dt="2026-07-10T23:18:52.401" v="24712" actId="20577"/>
          <ac:spMkLst>
            <pc:docMk/>
            <pc:sldMk cId="113554270" sldId="341"/>
            <ac:spMk id="2" creationId="{BD1CB2C4-1151-9FAF-54FF-23F519CEAA9D}"/>
          </ac:spMkLst>
        </pc:spChg>
        <pc:spChg chg="add mod">
          <ac:chgData name="Toby Donaldson" userId="2e6e5431-bb17-4c41-9985-d39c50d83c73" providerId="ADAL" clId="{7F9681A8-EEE2-56F4-9B39-ECCBEE0471AC}" dt="2026-07-10T23:29:28.732" v="25331" actId="465"/>
          <ac:spMkLst>
            <pc:docMk/>
            <pc:sldMk cId="113554270" sldId="341"/>
            <ac:spMk id="5" creationId="{160C8915-867F-F321-1160-00B83047C922}"/>
          </ac:spMkLst>
        </pc:spChg>
        <pc:spChg chg="add mod">
          <ac:chgData name="Toby Donaldson" userId="2e6e5431-bb17-4c41-9985-d39c50d83c73" providerId="ADAL" clId="{7F9681A8-EEE2-56F4-9B39-ECCBEE0471AC}" dt="2026-07-10T23:29:28.732" v="25331" actId="465"/>
          <ac:spMkLst>
            <pc:docMk/>
            <pc:sldMk cId="113554270" sldId="341"/>
            <ac:spMk id="6" creationId="{DE83E81C-23DB-DAAE-031F-816F86E7F952}"/>
          </ac:spMkLst>
        </pc:spChg>
        <pc:spChg chg="add mod">
          <ac:chgData name="Toby Donaldson" userId="2e6e5431-bb17-4c41-9985-d39c50d83c73" providerId="ADAL" clId="{7F9681A8-EEE2-56F4-9B39-ECCBEE0471AC}" dt="2026-07-10T23:29:28.732" v="25331" actId="465"/>
          <ac:spMkLst>
            <pc:docMk/>
            <pc:sldMk cId="113554270" sldId="341"/>
            <ac:spMk id="7" creationId="{9854CEA9-7FD8-7B9C-7DD7-494AEC31B947}"/>
          </ac:spMkLst>
        </pc:spChg>
        <pc:spChg chg="add mod">
          <ac:chgData name="Toby Donaldson" userId="2e6e5431-bb17-4c41-9985-d39c50d83c73" providerId="ADAL" clId="{7F9681A8-EEE2-56F4-9B39-ECCBEE0471AC}" dt="2026-07-10T23:36:42.591" v="25766" actId="20577"/>
          <ac:spMkLst>
            <pc:docMk/>
            <pc:sldMk cId="113554270" sldId="341"/>
            <ac:spMk id="9" creationId="{4C098777-3B41-E6F8-FCFA-50AFE5C923E1}"/>
          </ac:spMkLst>
        </pc:spChg>
        <pc:picChg chg="add mod">
          <ac:chgData name="Toby Donaldson" userId="2e6e5431-bb17-4c41-9985-d39c50d83c73" providerId="ADAL" clId="{7F9681A8-EEE2-56F4-9B39-ECCBEE0471AC}" dt="2026-07-10T23:20:01.333" v="24715" actId="1076"/>
          <ac:picMkLst>
            <pc:docMk/>
            <pc:sldMk cId="113554270" sldId="341"/>
            <ac:picMk id="4" creationId="{F05536AF-D054-B315-D3A9-272577B2DB5D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7-10T23:34:15.906" v="25657" actId="1076"/>
        <pc:sldMkLst>
          <pc:docMk/>
          <pc:sldMk cId="1880742776" sldId="342"/>
        </pc:sldMkLst>
        <pc:spChg chg="mod">
          <ac:chgData name="Toby Donaldson" userId="2e6e5431-bb17-4c41-9985-d39c50d83c73" providerId="ADAL" clId="{7F9681A8-EEE2-56F4-9B39-ECCBEE0471AC}" dt="2026-07-10T23:29:45.151" v="25346" actId="20577"/>
          <ac:spMkLst>
            <pc:docMk/>
            <pc:sldMk cId="1880742776" sldId="342"/>
            <ac:spMk id="2" creationId="{53246ACB-2464-F726-6D50-ABC7999C28A0}"/>
          </ac:spMkLst>
        </pc:spChg>
        <pc:spChg chg="mod topLvl">
          <ac:chgData name="Toby Donaldson" userId="2e6e5431-bb17-4c41-9985-d39c50d83c73" providerId="ADAL" clId="{7F9681A8-EEE2-56F4-9B39-ECCBEE0471AC}" dt="2026-07-10T23:34:15.906" v="25657" actId="1076"/>
          <ac:spMkLst>
            <pc:docMk/>
            <pc:sldMk cId="1880742776" sldId="342"/>
            <ac:spMk id="15" creationId="{867B0AEF-79CC-2177-5200-71B5CE2AC279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16" creationId="{A3541AE0-7FDF-9F09-CE31-B67F18A7159D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17" creationId="{2927A885-F7AD-A92B-9D95-095ED8BD5B18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18" creationId="{F372BACF-F504-21BC-AA51-EE6BB99CBB68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19" creationId="{5C06F5BB-C690-DBBF-D09B-1A13104C2322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20" creationId="{F6CAD246-FB67-2A4B-4DDE-D6C5187E7363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21" creationId="{8F5AD7C6-0162-974B-337F-9C2FA4C2DDD5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22" creationId="{27FF6CB4-F1BC-A812-F2AA-1B7AD8DEB5E1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24" creationId="{3DAB307F-D6F1-C8F9-090D-21FF79A1E73F}"/>
          </ac:spMkLst>
        </pc:spChg>
        <pc:spChg chg="mod">
          <ac:chgData name="Toby Donaldson" userId="2e6e5431-bb17-4c41-9985-d39c50d83c73" providerId="ADAL" clId="{7F9681A8-EEE2-56F4-9B39-ECCBEE0471AC}" dt="2026-07-10T23:30:32.937" v="25352" actId="165"/>
          <ac:spMkLst>
            <pc:docMk/>
            <pc:sldMk cId="1880742776" sldId="342"/>
            <ac:spMk id="25" creationId="{E785348A-5487-CC24-749D-291408FF5C38}"/>
          </ac:spMkLst>
        </pc:spChg>
        <pc:spChg chg="add mod">
          <ac:chgData name="Toby Donaldson" userId="2e6e5431-bb17-4c41-9985-d39c50d83c73" providerId="ADAL" clId="{7F9681A8-EEE2-56F4-9B39-ECCBEE0471AC}" dt="2026-07-10T23:34:10.562" v="25656" actId="1076"/>
          <ac:spMkLst>
            <pc:docMk/>
            <pc:sldMk cId="1880742776" sldId="342"/>
            <ac:spMk id="26" creationId="{CF8EE9C1-A043-5F38-BB00-0E2658528478}"/>
          </ac:spMkLst>
        </pc:spChg>
        <pc:spChg chg="add mod">
          <ac:chgData name="Toby Donaldson" userId="2e6e5431-bb17-4c41-9985-d39c50d83c73" providerId="ADAL" clId="{7F9681A8-EEE2-56F4-9B39-ECCBEE0471AC}" dt="2026-07-10T23:34:10.562" v="25656" actId="1076"/>
          <ac:spMkLst>
            <pc:docMk/>
            <pc:sldMk cId="1880742776" sldId="342"/>
            <ac:spMk id="27" creationId="{5731B5EC-0DB3-C009-E267-FCC08D4C650F}"/>
          </ac:spMkLst>
        </pc:spChg>
        <pc:spChg chg="add mod">
          <ac:chgData name="Toby Donaldson" userId="2e6e5431-bb17-4c41-9985-d39c50d83c73" providerId="ADAL" clId="{7F9681A8-EEE2-56F4-9B39-ECCBEE0471AC}" dt="2026-07-10T23:34:10.562" v="25656" actId="1076"/>
          <ac:spMkLst>
            <pc:docMk/>
            <pc:sldMk cId="1880742776" sldId="342"/>
            <ac:spMk id="28" creationId="{D419D23B-016A-0A44-CAF0-E5E8319810DF}"/>
          </ac:spMkLst>
        </pc:spChg>
        <pc:grpChg chg="mod">
          <ac:chgData name="Toby Donaldson" userId="2e6e5431-bb17-4c41-9985-d39c50d83c73" providerId="ADAL" clId="{7F9681A8-EEE2-56F4-9B39-ECCBEE0471AC}" dt="2026-07-10T23:34:15.906" v="25657" actId="1076"/>
          <ac:grpSpMkLst>
            <pc:docMk/>
            <pc:sldMk cId="1880742776" sldId="342"/>
            <ac:grpSpMk id="5" creationId="{975480D4-D246-C9C2-AFA6-6452E7090CB5}"/>
          </ac:grpSpMkLst>
        </pc:grpChg>
        <pc:grpChg chg="mod">
          <ac:chgData name="Toby Donaldson" userId="2e6e5431-bb17-4c41-9985-d39c50d83c73" providerId="ADAL" clId="{7F9681A8-EEE2-56F4-9B39-ECCBEE0471AC}" dt="2026-07-10T23:34:15.906" v="25657" actId="1076"/>
          <ac:grpSpMkLst>
            <pc:docMk/>
            <pc:sldMk cId="1880742776" sldId="342"/>
            <ac:grpSpMk id="6" creationId="{B6651BE3-0440-2097-4394-6E5B4533E6E8}"/>
          </ac:grpSpMkLst>
        </pc:grpChg>
        <pc:grpChg chg="mod">
          <ac:chgData name="Toby Donaldson" userId="2e6e5431-bb17-4c41-9985-d39c50d83c73" providerId="ADAL" clId="{7F9681A8-EEE2-56F4-9B39-ECCBEE0471AC}" dt="2026-07-10T23:34:15.906" v="25657" actId="1076"/>
          <ac:grpSpMkLst>
            <pc:docMk/>
            <pc:sldMk cId="1880742776" sldId="342"/>
            <ac:grpSpMk id="7" creationId="{762DE4B1-1F44-5D33-200B-2C721452B242}"/>
          </ac:grpSpMkLst>
        </pc:grpChg>
        <pc:grpChg chg="mod">
          <ac:chgData name="Toby Donaldson" userId="2e6e5431-bb17-4c41-9985-d39c50d83c73" providerId="ADAL" clId="{7F9681A8-EEE2-56F4-9B39-ECCBEE0471AC}" dt="2026-07-10T23:34:15.906" v="25657" actId="1076"/>
          <ac:grpSpMkLst>
            <pc:docMk/>
            <pc:sldMk cId="1880742776" sldId="342"/>
            <ac:grpSpMk id="8" creationId="{B97DEA62-1F4D-37FA-EBC6-2F51A3D7CABA}"/>
          </ac:grpSpMkLst>
        </pc:grpChg>
        <pc:grpChg chg="mod">
          <ac:chgData name="Toby Donaldson" userId="2e6e5431-bb17-4c41-9985-d39c50d83c73" providerId="ADAL" clId="{7F9681A8-EEE2-56F4-9B39-ECCBEE0471AC}" dt="2026-07-10T23:34:15.906" v="25657" actId="1076"/>
          <ac:grpSpMkLst>
            <pc:docMk/>
            <pc:sldMk cId="1880742776" sldId="342"/>
            <ac:grpSpMk id="9" creationId="{BBB2359D-BE2C-324A-C39F-9A4267CA0683}"/>
          </ac:grpSpMkLst>
        </pc:grpChg>
        <pc:cxnChg chg="mod">
          <ac:chgData name="Toby Donaldson" userId="2e6e5431-bb17-4c41-9985-d39c50d83c73" providerId="ADAL" clId="{7F9681A8-EEE2-56F4-9B39-ECCBEE0471AC}" dt="2026-07-10T23:34:15.906" v="25657" actId="1076"/>
          <ac:cxnSpMkLst>
            <pc:docMk/>
            <pc:sldMk cId="1880742776" sldId="342"/>
            <ac:cxnSpMk id="10" creationId="{EA22B315-CD60-C02A-C2AA-6A20A7BE3B26}"/>
          </ac:cxnSpMkLst>
        </pc:cxnChg>
        <pc:cxnChg chg="mod">
          <ac:chgData name="Toby Donaldson" userId="2e6e5431-bb17-4c41-9985-d39c50d83c73" providerId="ADAL" clId="{7F9681A8-EEE2-56F4-9B39-ECCBEE0471AC}" dt="2026-07-10T23:34:15.906" v="25657" actId="1076"/>
          <ac:cxnSpMkLst>
            <pc:docMk/>
            <pc:sldMk cId="1880742776" sldId="342"/>
            <ac:cxnSpMk id="11" creationId="{637C682B-3280-3ACB-A981-8CFF32744456}"/>
          </ac:cxnSpMkLst>
        </pc:cxnChg>
        <pc:cxnChg chg="mod">
          <ac:chgData name="Toby Donaldson" userId="2e6e5431-bb17-4c41-9985-d39c50d83c73" providerId="ADAL" clId="{7F9681A8-EEE2-56F4-9B39-ECCBEE0471AC}" dt="2026-07-10T23:34:15.906" v="25657" actId="1076"/>
          <ac:cxnSpMkLst>
            <pc:docMk/>
            <pc:sldMk cId="1880742776" sldId="342"/>
            <ac:cxnSpMk id="12" creationId="{FF283012-AA01-D1F7-F377-958DFC12BC35}"/>
          </ac:cxnSpMkLst>
        </pc:cxnChg>
        <pc:cxnChg chg="mod">
          <ac:chgData name="Toby Donaldson" userId="2e6e5431-bb17-4c41-9985-d39c50d83c73" providerId="ADAL" clId="{7F9681A8-EEE2-56F4-9B39-ECCBEE0471AC}" dt="2026-07-10T23:34:15.906" v="25657" actId="1076"/>
          <ac:cxnSpMkLst>
            <pc:docMk/>
            <pc:sldMk cId="1880742776" sldId="342"/>
            <ac:cxnSpMk id="14" creationId="{DF79DF0E-2EF3-4FEF-9E88-35CA9A90CE4C}"/>
          </ac:cxnSpMkLst>
        </pc:cxnChg>
      </pc:sldChg>
      <pc:sldChg chg="addSp modSp add mod">
        <pc:chgData name="Toby Donaldson" userId="2e6e5431-bb17-4c41-9985-d39c50d83c73" providerId="ADAL" clId="{7F9681A8-EEE2-56F4-9B39-ECCBEE0471AC}" dt="2026-07-15T23:23:32.135" v="30033" actId="113"/>
        <pc:sldMkLst>
          <pc:docMk/>
          <pc:sldMk cId="977742491" sldId="343"/>
        </pc:sldMkLst>
        <pc:spChg chg="mod">
          <ac:chgData name="Toby Donaldson" userId="2e6e5431-bb17-4c41-9985-d39c50d83c73" providerId="ADAL" clId="{7F9681A8-EEE2-56F4-9B39-ECCBEE0471AC}" dt="2026-07-15T23:23:32.135" v="30033" actId="113"/>
          <ac:spMkLst>
            <pc:docMk/>
            <pc:sldMk cId="977742491" sldId="343"/>
            <ac:spMk id="2" creationId="{C2EC5FC4-BE2F-91F1-2FEB-396E830A09FF}"/>
          </ac:spMkLst>
        </pc:spChg>
        <pc:spChg chg="add mod">
          <ac:chgData name="Toby Donaldson" userId="2e6e5431-bb17-4c41-9985-d39c50d83c73" providerId="ADAL" clId="{7F9681A8-EEE2-56F4-9B39-ECCBEE0471AC}" dt="2026-07-10T23:36:05.156" v="25765" actId="1076"/>
          <ac:spMkLst>
            <pc:docMk/>
            <pc:sldMk cId="977742491" sldId="343"/>
            <ac:spMk id="3" creationId="{06533214-826B-AFA0-6944-CD17C4F5307B}"/>
          </ac:spMkLst>
        </pc:spChg>
      </pc:sldChg>
      <pc:sldChg chg="addSp modSp new mod">
        <pc:chgData name="Toby Donaldson" userId="2e6e5431-bb17-4c41-9985-d39c50d83c73" providerId="ADAL" clId="{7F9681A8-EEE2-56F4-9B39-ECCBEE0471AC}" dt="2026-07-15T23:21:41.621" v="30030" actId="1076"/>
        <pc:sldMkLst>
          <pc:docMk/>
          <pc:sldMk cId="3063263042" sldId="344"/>
        </pc:sldMkLst>
        <pc:spChg chg="mod">
          <ac:chgData name="Toby Donaldson" userId="2e6e5431-bb17-4c41-9985-d39c50d83c73" providerId="ADAL" clId="{7F9681A8-EEE2-56F4-9B39-ECCBEE0471AC}" dt="2026-07-10T23:43:20.299" v="25831" actId="20577"/>
          <ac:spMkLst>
            <pc:docMk/>
            <pc:sldMk cId="3063263042" sldId="344"/>
            <ac:spMk id="2" creationId="{9BEE7C32-6B21-5B48-FF5D-2CA4FF6C7F9E}"/>
          </ac:spMkLst>
        </pc:spChg>
        <pc:spChg chg="mod">
          <ac:chgData name="Toby Donaldson" userId="2e6e5431-bb17-4c41-9985-d39c50d83c73" providerId="ADAL" clId="{7F9681A8-EEE2-56F4-9B39-ECCBEE0471AC}" dt="2026-07-10T23:45:26.461" v="26169" actId="113"/>
          <ac:spMkLst>
            <pc:docMk/>
            <pc:sldMk cId="3063263042" sldId="344"/>
            <ac:spMk id="3" creationId="{91E3F2FE-5E57-28F6-506E-BD98C258F488}"/>
          </ac:spMkLst>
        </pc:spChg>
        <pc:picChg chg="add mod">
          <ac:chgData name="Toby Donaldson" userId="2e6e5431-bb17-4c41-9985-d39c50d83c73" providerId="ADAL" clId="{7F9681A8-EEE2-56F4-9B39-ECCBEE0471AC}" dt="2026-07-15T23:21:41.621" v="30030" actId="1076"/>
          <ac:picMkLst>
            <pc:docMk/>
            <pc:sldMk cId="3063263042" sldId="344"/>
            <ac:picMk id="4" creationId="{B48E462E-65C4-D6C8-CDE0-008FE89F1885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7-15T23:44:49.760" v="30757" actId="1076"/>
        <pc:sldMkLst>
          <pc:docMk/>
          <pc:sldMk cId="1356079609" sldId="345"/>
        </pc:sldMkLst>
        <pc:spChg chg="mod">
          <ac:chgData name="Toby Donaldson" userId="2e6e5431-bb17-4c41-9985-d39c50d83c73" providerId="ADAL" clId="{7F9681A8-EEE2-56F4-9B39-ECCBEE0471AC}" dt="2026-07-13T19:50:57.431" v="26340" actId="20577"/>
          <ac:spMkLst>
            <pc:docMk/>
            <pc:sldMk cId="1356079609" sldId="345"/>
            <ac:spMk id="2" creationId="{9E739B1C-CB2E-7D3E-EB55-86B715C47F05}"/>
          </ac:spMkLst>
        </pc:spChg>
        <pc:picChg chg="add mod">
          <ac:chgData name="Toby Donaldson" userId="2e6e5431-bb17-4c41-9985-d39c50d83c73" providerId="ADAL" clId="{7F9681A8-EEE2-56F4-9B39-ECCBEE0471AC}" dt="2026-07-15T23:44:49.760" v="30757" actId="1076"/>
          <ac:picMkLst>
            <pc:docMk/>
            <pc:sldMk cId="1356079609" sldId="345"/>
            <ac:picMk id="4" creationId="{BB0E8335-33E3-3824-489B-83CCC2481FDA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7-13T19:50:43.183" v="26311" actId="20577"/>
        <pc:sldMkLst>
          <pc:docMk/>
          <pc:sldMk cId="510868450" sldId="346"/>
        </pc:sldMkLst>
        <pc:spChg chg="mod">
          <ac:chgData name="Toby Donaldson" userId="2e6e5431-bb17-4c41-9985-d39c50d83c73" providerId="ADAL" clId="{7F9681A8-EEE2-56F4-9B39-ECCBEE0471AC}" dt="2026-07-13T19:50:43.183" v="26311" actId="20577"/>
          <ac:spMkLst>
            <pc:docMk/>
            <pc:sldMk cId="510868450" sldId="346"/>
            <ac:spMk id="2" creationId="{15D9CC70-8441-366F-9228-644776B2FD18}"/>
          </ac:spMkLst>
        </pc:spChg>
        <pc:picChg chg="add mod">
          <ac:chgData name="Toby Donaldson" userId="2e6e5431-bb17-4c41-9985-d39c50d83c73" providerId="ADAL" clId="{7F9681A8-EEE2-56F4-9B39-ECCBEE0471AC}" dt="2026-07-13T19:49:54.859" v="26249" actId="1076"/>
          <ac:picMkLst>
            <pc:docMk/>
            <pc:sldMk cId="510868450" sldId="346"/>
            <ac:picMk id="4" creationId="{8319E2AD-8562-BFE7-62F2-9F2AA5774D5C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7-15T23:47:01.660" v="30778" actId="1076"/>
        <pc:sldMkLst>
          <pc:docMk/>
          <pc:sldMk cId="1152307501" sldId="347"/>
        </pc:sldMkLst>
        <pc:spChg chg="mod">
          <ac:chgData name="Toby Donaldson" userId="2e6e5431-bb17-4c41-9985-d39c50d83c73" providerId="ADAL" clId="{7F9681A8-EEE2-56F4-9B39-ECCBEE0471AC}" dt="2026-07-13T19:50:32.426" v="26294" actId="20577"/>
          <ac:spMkLst>
            <pc:docMk/>
            <pc:sldMk cId="1152307501" sldId="347"/>
            <ac:spMk id="2" creationId="{87DAD6C9-9AAD-C8B3-2FB6-E2F4FCEAF615}"/>
          </ac:spMkLst>
        </pc:spChg>
        <pc:picChg chg="add mod">
          <ac:chgData name="Toby Donaldson" userId="2e6e5431-bb17-4c41-9985-d39c50d83c73" providerId="ADAL" clId="{7F9681A8-EEE2-56F4-9B39-ECCBEE0471AC}" dt="2026-07-15T23:47:01.660" v="30778" actId="1076"/>
          <ac:picMkLst>
            <pc:docMk/>
            <pc:sldMk cId="1152307501" sldId="347"/>
            <ac:picMk id="4" creationId="{9C6F9CDD-BB9F-539C-2D6F-CC09A46D8EBE}"/>
          </ac:picMkLst>
        </pc:picChg>
      </pc:sldChg>
      <pc:sldChg chg="modSp new mod">
        <pc:chgData name="Toby Donaldson" userId="2e6e5431-bb17-4c41-9985-d39c50d83c73" providerId="ADAL" clId="{7F9681A8-EEE2-56F4-9B39-ECCBEE0471AC}" dt="2026-07-15T23:44:00.085" v="30752" actId="20577"/>
        <pc:sldMkLst>
          <pc:docMk/>
          <pc:sldMk cId="4236456258" sldId="348"/>
        </pc:sldMkLst>
        <pc:spChg chg="mod">
          <ac:chgData name="Toby Donaldson" userId="2e6e5431-bb17-4c41-9985-d39c50d83c73" providerId="ADAL" clId="{7F9681A8-EEE2-56F4-9B39-ECCBEE0471AC}" dt="2026-07-13T19:52:31.516" v="26346"/>
          <ac:spMkLst>
            <pc:docMk/>
            <pc:sldMk cId="4236456258" sldId="348"/>
            <ac:spMk id="2" creationId="{FFFB3289-952F-B1F7-8208-8E1787297DFA}"/>
          </ac:spMkLst>
        </pc:spChg>
        <pc:spChg chg="mod">
          <ac:chgData name="Toby Donaldson" userId="2e6e5431-bb17-4c41-9985-d39c50d83c73" providerId="ADAL" clId="{7F9681A8-EEE2-56F4-9B39-ECCBEE0471AC}" dt="2026-07-15T23:44:00.085" v="30752" actId="20577"/>
          <ac:spMkLst>
            <pc:docMk/>
            <pc:sldMk cId="4236456258" sldId="348"/>
            <ac:spMk id="3" creationId="{6EB5E390-E2FC-56AB-54D6-5B1C18A58DC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7-15T23:44:28.884" v="30754" actId="20577"/>
        <pc:sldMkLst>
          <pc:docMk/>
          <pc:sldMk cId="2768572727" sldId="350"/>
        </pc:sldMkLst>
        <pc:spChg chg="mod">
          <ac:chgData name="Toby Donaldson" userId="2e6e5431-bb17-4c41-9985-d39c50d83c73" providerId="ADAL" clId="{7F9681A8-EEE2-56F4-9B39-ECCBEE0471AC}" dt="2026-07-15T23:44:28.884" v="30754" actId="20577"/>
          <ac:spMkLst>
            <pc:docMk/>
            <pc:sldMk cId="2768572727" sldId="350"/>
            <ac:spMk id="3" creationId="{4728B9C1-95C4-B18A-B1E6-15C510897B1D}"/>
          </ac:spMkLst>
        </pc:spChg>
        <pc:spChg chg="add mod">
          <ac:chgData name="Toby Donaldson" userId="2e6e5431-bb17-4c41-9985-d39c50d83c73" providerId="ADAL" clId="{7F9681A8-EEE2-56F4-9B39-ECCBEE0471AC}" dt="2026-07-13T20:13:27.074" v="26997" actId="1076"/>
          <ac:spMkLst>
            <pc:docMk/>
            <pc:sldMk cId="2768572727" sldId="350"/>
            <ac:spMk id="4" creationId="{7EC66193-16FF-E089-1AAF-C2AAA4628D24}"/>
          </ac:spMkLst>
        </pc:spChg>
        <pc:spChg chg="add mod">
          <ac:chgData name="Toby Donaldson" userId="2e6e5431-bb17-4c41-9985-d39c50d83c73" providerId="ADAL" clId="{7F9681A8-EEE2-56F4-9B39-ECCBEE0471AC}" dt="2026-07-13T20:15:05.589" v="27114" actId="1076"/>
          <ac:spMkLst>
            <pc:docMk/>
            <pc:sldMk cId="2768572727" sldId="350"/>
            <ac:spMk id="6" creationId="{D362BACE-3822-460F-8A28-CB72B77682C3}"/>
          </ac:spMkLst>
        </pc:spChg>
      </pc:sldChg>
      <pc:sldChg chg="modSp new mod">
        <pc:chgData name="Toby Donaldson" userId="2e6e5431-bb17-4c41-9985-d39c50d83c73" providerId="ADAL" clId="{7F9681A8-EEE2-56F4-9B39-ECCBEE0471AC}" dt="2026-07-13T21:46:52.752" v="28189" actId="20577"/>
        <pc:sldMkLst>
          <pc:docMk/>
          <pc:sldMk cId="2772099348" sldId="351"/>
        </pc:sldMkLst>
        <pc:spChg chg="mod">
          <ac:chgData name="Toby Donaldson" userId="2e6e5431-bb17-4c41-9985-d39c50d83c73" providerId="ADAL" clId="{7F9681A8-EEE2-56F4-9B39-ECCBEE0471AC}" dt="2026-07-13T21:41:25.073" v="27498"/>
          <ac:spMkLst>
            <pc:docMk/>
            <pc:sldMk cId="2772099348" sldId="351"/>
            <ac:spMk id="2" creationId="{97F093EC-ABA8-022B-6005-41DC39877505}"/>
          </ac:spMkLst>
        </pc:spChg>
        <pc:spChg chg="mod">
          <ac:chgData name="Toby Donaldson" userId="2e6e5431-bb17-4c41-9985-d39c50d83c73" providerId="ADAL" clId="{7F9681A8-EEE2-56F4-9B39-ECCBEE0471AC}" dt="2026-07-13T21:46:52.752" v="28189" actId="20577"/>
          <ac:spMkLst>
            <pc:docMk/>
            <pc:sldMk cId="2772099348" sldId="351"/>
            <ac:spMk id="3" creationId="{826A4A84-F261-5D86-3778-0686B29AB1AF}"/>
          </ac:spMkLst>
        </pc:spChg>
      </pc:sldChg>
      <pc:sldChg chg="modSp new">
        <pc:chgData name="Toby Donaldson" userId="2e6e5431-bb17-4c41-9985-d39c50d83c73" providerId="ADAL" clId="{7F9681A8-EEE2-56F4-9B39-ECCBEE0471AC}" dt="2026-07-15T23:45:15.838" v="30758" actId="113"/>
        <pc:sldMkLst>
          <pc:docMk/>
          <pc:sldMk cId="2720253120" sldId="352"/>
        </pc:sldMkLst>
        <pc:spChg chg="mod">
          <ac:chgData name="Toby Donaldson" userId="2e6e5431-bb17-4c41-9985-d39c50d83c73" providerId="ADAL" clId="{7F9681A8-EEE2-56F4-9B39-ECCBEE0471AC}" dt="2026-07-13T21:47:20.565" v="28192"/>
          <ac:spMkLst>
            <pc:docMk/>
            <pc:sldMk cId="2720253120" sldId="352"/>
            <ac:spMk id="2" creationId="{22A33A2F-1CB2-1D53-BE1D-DC688790E670}"/>
          </ac:spMkLst>
        </pc:spChg>
        <pc:spChg chg="mod">
          <ac:chgData name="Toby Donaldson" userId="2e6e5431-bb17-4c41-9985-d39c50d83c73" providerId="ADAL" clId="{7F9681A8-EEE2-56F4-9B39-ECCBEE0471AC}" dt="2026-07-15T23:45:15.838" v="30758" actId="113"/>
          <ac:spMkLst>
            <pc:docMk/>
            <pc:sldMk cId="2720253120" sldId="352"/>
            <ac:spMk id="3" creationId="{62C3D80C-969F-A902-24B8-E43A54519AB1}"/>
          </ac:spMkLst>
        </pc:spChg>
      </pc:sldChg>
      <pc:sldChg chg="addSp modSp new mod">
        <pc:chgData name="Toby Donaldson" userId="2e6e5431-bb17-4c41-9985-d39c50d83c73" providerId="ADAL" clId="{7F9681A8-EEE2-56F4-9B39-ECCBEE0471AC}" dt="2026-07-13T21:53:45.023" v="28508" actId="1076"/>
        <pc:sldMkLst>
          <pc:docMk/>
          <pc:sldMk cId="2080542187" sldId="353"/>
        </pc:sldMkLst>
        <pc:spChg chg="mod">
          <ac:chgData name="Toby Donaldson" userId="2e6e5431-bb17-4c41-9985-d39c50d83c73" providerId="ADAL" clId="{7F9681A8-EEE2-56F4-9B39-ECCBEE0471AC}" dt="2026-07-13T21:48:44.059" v="28276" actId="20577"/>
          <ac:spMkLst>
            <pc:docMk/>
            <pc:sldMk cId="2080542187" sldId="353"/>
            <ac:spMk id="2" creationId="{30A60DE2-E5C5-B4CE-9CFA-DC9C135552B1}"/>
          </ac:spMkLst>
        </pc:spChg>
        <pc:spChg chg="mod">
          <ac:chgData name="Toby Donaldson" userId="2e6e5431-bb17-4c41-9985-d39c50d83c73" providerId="ADAL" clId="{7F9681A8-EEE2-56F4-9B39-ECCBEE0471AC}" dt="2026-07-13T21:52:47.456" v="28506" actId="12"/>
          <ac:spMkLst>
            <pc:docMk/>
            <pc:sldMk cId="2080542187" sldId="353"/>
            <ac:spMk id="3" creationId="{F759C1B8-B7A1-88BA-1F86-7F16763D0D56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17" creationId="{C0719A5E-7576-B01E-A904-9F2EE1AC92F7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18" creationId="{12CEEA54-41D9-C346-4627-CD9A2098B869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0" creationId="{16979523-C374-004B-4D68-B8F53653FE61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2" creationId="{5DFDA119-6BEF-B2A1-C6B0-49D9D93D4B65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4" creationId="{F9A87735-E4C7-E8B9-13B2-5E2ADF0102D6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7" creationId="{3CB6C7AF-D396-14C7-BC67-5AF2AA7CB48D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8" creationId="{67271C2A-AA5B-6010-9F2A-2600AE3C3AB3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29" creationId="{B0CA2553-4B5B-222D-9F11-6027D26509E9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30" creationId="{32436162-CD46-D517-ED51-1E772BBF6D07}"/>
          </ac:spMkLst>
        </pc:spChg>
        <pc:spChg chg="mod">
          <ac:chgData name="Toby Donaldson" userId="2e6e5431-bb17-4c41-9985-d39c50d83c73" providerId="ADAL" clId="{7F9681A8-EEE2-56F4-9B39-ECCBEE0471AC}" dt="2026-07-13T21:50:54.132" v="28420"/>
          <ac:spMkLst>
            <pc:docMk/>
            <pc:sldMk cId="2080542187" sldId="353"/>
            <ac:spMk id="31" creationId="{85E32F8F-B404-934B-38C0-1A23548E69F3}"/>
          </ac:spMkLst>
        </pc:spChg>
        <pc:spChg chg="add mod">
          <ac:chgData name="Toby Donaldson" userId="2e6e5431-bb17-4c41-9985-d39c50d83c73" providerId="ADAL" clId="{7F9681A8-EEE2-56F4-9B39-ECCBEE0471AC}" dt="2026-07-13T21:52:40.806" v="28505" actId="1076"/>
          <ac:spMkLst>
            <pc:docMk/>
            <pc:sldMk cId="2080542187" sldId="353"/>
            <ac:spMk id="32" creationId="{72674993-8638-D67D-0316-1E8051886355}"/>
          </ac:spMkLst>
        </pc:spChg>
        <pc:grpChg chg="mod">
          <ac:chgData name="Toby Donaldson" userId="2e6e5431-bb17-4c41-9985-d39c50d83c73" providerId="ADAL" clId="{7F9681A8-EEE2-56F4-9B39-ECCBEE0471AC}" dt="2026-07-13T21:51:09.807" v="28423" actId="1076"/>
          <ac:grpSpMkLst>
            <pc:docMk/>
            <pc:sldMk cId="2080542187" sldId="353"/>
            <ac:grpSpMk id="4" creationId="{D92C8408-3F91-60EF-3500-DAD1D27A33AD}"/>
          </ac:grpSpMkLst>
        </pc:grpChg>
        <pc:picChg chg="add mod">
          <ac:chgData name="Toby Donaldson" userId="2e6e5431-bb17-4c41-9985-d39c50d83c73" providerId="ADAL" clId="{7F9681A8-EEE2-56F4-9B39-ECCBEE0471AC}" dt="2026-07-13T21:53:45.023" v="28508" actId="1076"/>
          <ac:picMkLst>
            <pc:docMk/>
            <pc:sldMk cId="2080542187" sldId="353"/>
            <ac:picMk id="33" creationId="{D6EAA733-4829-F13B-AE79-8E1C36741703}"/>
          </ac:picMkLst>
        </pc:picChg>
      </pc:sldChg>
      <pc:sldChg chg="addSp modSp new mod">
        <pc:chgData name="Toby Donaldson" userId="2e6e5431-bb17-4c41-9985-d39c50d83c73" providerId="ADAL" clId="{7F9681A8-EEE2-56F4-9B39-ECCBEE0471AC}" dt="2026-07-15T23:46:09.278" v="30774" actId="20577"/>
        <pc:sldMkLst>
          <pc:docMk/>
          <pc:sldMk cId="2559441476" sldId="354"/>
        </pc:sldMkLst>
        <pc:spChg chg="mod">
          <ac:chgData name="Toby Donaldson" userId="2e6e5431-bb17-4c41-9985-d39c50d83c73" providerId="ADAL" clId="{7F9681A8-EEE2-56F4-9B39-ECCBEE0471AC}" dt="2026-07-13T21:54:19.395" v="28510"/>
          <ac:spMkLst>
            <pc:docMk/>
            <pc:sldMk cId="2559441476" sldId="354"/>
            <ac:spMk id="2" creationId="{882FB23C-CC27-ED62-A596-A34DC0E6FF63}"/>
          </ac:spMkLst>
        </pc:spChg>
        <pc:spChg chg="mod">
          <ac:chgData name="Toby Donaldson" userId="2e6e5431-bb17-4c41-9985-d39c50d83c73" providerId="ADAL" clId="{7F9681A8-EEE2-56F4-9B39-ECCBEE0471AC}" dt="2026-07-15T23:46:09.278" v="30774" actId="20577"/>
          <ac:spMkLst>
            <pc:docMk/>
            <pc:sldMk cId="2559441476" sldId="354"/>
            <ac:spMk id="3" creationId="{0726BF38-FA65-B3ED-4AAC-EC38EBD00A11}"/>
          </ac:spMkLst>
        </pc:spChg>
        <pc:picChg chg="add mod modCrop">
          <ac:chgData name="Toby Donaldson" userId="2e6e5431-bb17-4c41-9985-d39c50d83c73" providerId="ADAL" clId="{7F9681A8-EEE2-56F4-9B39-ECCBEE0471AC}" dt="2026-07-13T22:00:16.795" v="29131" actId="1076"/>
          <ac:picMkLst>
            <pc:docMk/>
            <pc:sldMk cId="2559441476" sldId="354"/>
            <ac:picMk id="4" creationId="{36CECD67-C5C9-89B4-5E5A-9E347C563A19}"/>
          </ac:picMkLst>
        </pc:picChg>
      </pc:sldChg>
      <pc:sldChg chg="addSp modSp new mod">
        <pc:chgData name="Toby Donaldson" userId="2e6e5431-bb17-4c41-9985-d39c50d83c73" providerId="ADAL" clId="{7F9681A8-EEE2-56F4-9B39-ECCBEE0471AC}" dt="2026-07-22T21:37:02.692" v="30913" actId="20577"/>
        <pc:sldMkLst>
          <pc:docMk/>
          <pc:sldMk cId="816959534" sldId="355"/>
        </pc:sldMkLst>
        <pc:spChg chg="mod">
          <ac:chgData name="Toby Donaldson" userId="2e6e5431-bb17-4c41-9985-d39c50d83c73" providerId="ADAL" clId="{7F9681A8-EEE2-56F4-9B39-ECCBEE0471AC}" dt="2026-07-13T22:03:25.023" v="29181"/>
          <ac:spMkLst>
            <pc:docMk/>
            <pc:sldMk cId="816959534" sldId="355"/>
            <ac:spMk id="2" creationId="{8D7C66EE-6F2F-A8EC-7488-B2B912778D03}"/>
          </ac:spMkLst>
        </pc:spChg>
        <pc:spChg chg="mod">
          <ac:chgData name="Toby Donaldson" userId="2e6e5431-bb17-4c41-9985-d39c50d83c73" providerId="ADAL" clId="{7F9681A8-EEE2-56F4-9B39-ECCBEE0471AC}" dt="2026-07-22T21:37:02.692" v="30913" actId="20577"/>
          <ac:spMkLst>
            <pc:docMk/>
            <pc:sldMk cId="816959534" sldId="355"/>
            <ac:spMk id="3" creationId="{7FB79B62-5DD7-615B-95D4-4C7EAA3BF1A3}"/>
          </ac:spMkLst>
        </pc:spChg>
        <pc:spChg chg="add mod">
          <ac:chgData name="Toby Donaldson" userId="2e6e5431-bb17-4c41-9985-d39c50d83c73" providerId="ADAL" clId="{7F9681A8-EEE2-56F4-9B39-ECCBEE0471AC}" dt="2026-07-13T22:08:21.348" v="29363" actId="1076"/>
          <ac:spMkLst>
            <pc:docMk/>
            <pc:sldMk cId="816959534" sldId="355"/>
            <ac:spMk id="4" creationId="{9BA7C2C0-D299-7D0A-6931-0F17FCA6C449}"/>
          </ac:spMkLst>
        </pc:spChg>
      </pc:sldChg>
      <pc:sldChg chg="addSp modSp new mod">
        <pc:chgData name="Toby Donaldson" userId="2e6e5431-bb17-4c41-9985-d39c50d83c73" providerId="ADAL" clId="{7F9681A8-EEE2-56F4-9B39-ECCBEE0471AC}" dt="2026-07-13T22:18:37.352" v="29773" actId="14100"/>
        <pc:sldMkLst>
          <pc:docMk/>
          <pc:sldMk cId="1334754829" sldId="356"/>
        </pc:sldMkLst>
        <pc:spChg chg="mod">
          <ac:chgData name="Toby Donaldson" userId="2e6e5431-bb17-4c41-9985-d39c50d83c73" providerId="ADAL" clId="{7F9681A8-EEE2-56F4-9B39-ECCBEE0471AC}" dt="2026-07-13T22:09:04.163" v="29386" actId="20577"/>
          <ac:spMkLst>
            <pc:docMk/>
            <pc:sldMk cId="1334754829" sldId="356"/>
            <ac:spMk id="2" creationId="{1FBD4A06-D627-A3F5-EA91-71241513427C}"/>
          </ac:spMkLst>
        </pc:spChg>
        <pc:spChg chg="mod">
          <ac:chgData name="Toby Donaldson" userId="2e6e5431-bb17-4c41-9985-d39c50d83c73" providerId="ADAL" clId="{7F9681A8-EEE2-56F4-9B39-ECCBEE0471AC}" dt="2026-07-13T22:18:37.352" v="29773" actId="14100"/>
          <ac:spMkLst>
            <pc:docMk/>
            <pc:sldMk cId="1334754829" sldId="356"/>
            <ac:spMk id="3" creationId="{978EC5A9-8CA8-9B84-A687-0698C698DEF3}"/>
          </ac:spMkLst>
        </pc:spChg>
        <pc:picChg chg="add mod">
          <ac:chgData name="Toby Donaldson" userId="2e6e5431-bb17-4c41-9985-d39c50d83c73" providerId="ADAL" clId="{7F9681A8-EEE2-56F4-9B39-ECCBEE0471AC}" dt="2026-07-13T22:18:11.457" v="29749" actId="1076"/>
          <ac:picMkLst>
            <pc:docMk/>
            <pc:sldMk cId="1334754829" sldId="356"/>
            <ac:picMk id="4" creationId="{63184734-7D16-996E-078C-1DAE3BD36F06}"/>
          </ac:picMkLst>
        </pc:picChg>
      </pc:sldChg>
      <pc:sldChg chg="addSp modSp new mod">
        <pc:chgData name="Toby Donaldson" userId="2e6e5431-bb17-4c41-9985-d39c50d83c73" providerId="ADAL" clId="{7F9681A8-EEE2-56F4-9B39-ECCBEE0471AC}" dt="2026-07-22T21:42:11.622" v="30915" actId="1076"/>
        <pc:sldMkLst>
          <pc:docMk/>
          <pc:sldMk cId="2352168212" sldId="357"/>
        </pc:sldMkLst>
        <pc:spChg chg="mod">
          <ac:chgData name="Toby Donaldson" userId="2e6e5431-bb17-4c41-9985-d39c50d83c73" providerId="ADAL" clId="{7F9681A8-EEE2-56F4-9B39-ECCBEE0471AC}" dt="2026-07-13T22:19:51.379" v="29775"/>
          <ac:spMkLst>
            <pc:docMk/>
            <pc:sldMk cId="2352168212" sldId="357"/>
            <ac:spMk id="2" creationId="{9D6F4EF1-07BF-9D2F-ED6C-A5D8A0FF4F33}"/>
          </ac:spMkLst>
        </pc:spChg>
        <pc:spChg chg="mod">
          <ac:chgData name="Toby Donaldson" userId="2e6e5431-bb17-4c41-9985-d39c50d83c73" providerId="ADAL" clId="{7F9681A8-EEE2-56F4-9B39-ECCBEE0471AC}" dt="2026-07-22T21:42:06.985" v="30914" actId="20577"/>
          <ac:spMkLst>
            <pc:docMk/>
            <pc:sldMk cId="2352168212" sldId="357"/>
            <ac:spMk id="3" creationId="{2F532327-8234-1533-C112-1138068EF963}"/>
          </ac:spMkLst>
        </pc:spChg>
        <pc:spChg chg="add mod">
          <ac:chgData name="Toby Donaldson" userId="2e6e5431-bb17-4c41-9985-d39c50d83c73" providerId="ADAL" clId="{7F9681A8-EEE2-56F4-9B39-ECCBEE0471AC}" dt="2026-07-22T21:42:11.622" v="30915" actId="1076"/>
          <ac:spMkLst>
            <pc:docMk/>
            <pc:sldMk cId="2352168212" sldId="357"/>
            <ac:spMk id="4" creationId="{7946BFEA-DBC6-E7AD-9A17-BA7E5B8DAB8B}"/>
          </ac:spMkLst>
        </pc:spChg>
      </pc:sldChg>
      <pc:sldChg chg="modSp new mod">
        <pc:chgData name="Toby Donaldson" userId="2e6e5431-bb17-4c41-9985-d39c50d83c73" providerId="ADAL" clId="{7F9681A8-EEE2-56F4-9B39-ECCBEE0471AC}" dt="2026-07-15T23:42:59.408" v="30749" actId="20577"/>
        <pc:sldMkLst>
          <pc:docMk/>
          <pc:sldMk cId="4026082117" sldId="358"/>
        </pc:sldMkLst>
        <pc:spChg chg="mod">
          <ac:chgData name="Toby Donaldson" userId="2e6e5431-bb17-4c41-9985-d39c50d83c73" providerId="ADAL" clId="{7F9681A8-EEE2-56F4-9B39-ECCBEE0471AC}" dt="2026-07-15T23:28:54.139" v="30069" actId="20577"/>
          <ac:spMkLst>
            <pc:docMk/>
            <pc:sldMk cId="4026082117" sldId="358"/>
            <ac:spMk id="2" creationId="{71383610-E95C-0500-4196-B2757D7BC67F}"/>
          </ac:spMkLst>
        </pc:spChg>
        <pc:spChg chg="mod">
          <ac:chgData name="Toby Donaldson" userId="2e6e5431-bb17-4c41-9985-d39c50d83c73" providerId="ADAL" clId="{7F9681A8-EEE2-56F4-9B39-ECCBEE0471AC}" dt="2026-07-15T23:42:59.408" v="30749" actId="20577"/>
          <ac:spMkLst>
            <pc:docMk/>
            <pc:sldMk cId="4026082117" sldId="358"/>
            <ac:spMk id="3" creationId="{EC702BC0-FF51-AEE9-0F1A-A177DD421764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15T23:49:38.477" v="30865" actId="1076"/>
        <pc:sldMkLst>
          <pc:docMk/>
          <pc:sldMk cId="3603048236" sldId="359"/>
        </pc:sldMkLst>
        <pc:spChg chg="mod">
          <ac:chgData name="Toby Donaldson" userId="2e6e5431-bb17-4c41-9985-d39c50d83c73" providerId="ADAL" clId="{7F9681A8-EEE2-56F4-9B39-ECCBEE0471AC}" dt="2026-07-15T23:48:53.633" v="30801" actId="20577"/>
          <ac:spMkLst>
            <pc:docMk/>
            <pc:sldMk cId="3603048236" sldId="359"/>
            <ac:spMk id="2" creationId="{CA4E5EF8-2EF2-D56E-8E99-F4E80A2E39D6}"/>
          </ac:spMkLst>
        </pc:spChg>
        <pc:spChg chg="add mod">
          <ac:chgData name="Toby Donaldson" userId="2e6e5431-bb17-4c41-9985-d39c50d83c73" providerId="ADAL" clId="{7F9681A8-EEE2-56F4-9B39-ECCBEE0471AC}" dt="2026-07-15T23:49:11.302" v="30811"/>
          <ac:spMkLst>
            <pc:docMk/>
            <pc:sldMk cId="3603048236" sldId="359"/>
            <ac:spMk id="5" creationId="{3A39C0F5-E8CA-B4D5-527C-FC7BD4869D08}"/>
          </ac:spMkLst>
        </pc:spChg>
        <pc:spChg chg="add mod">
          <ac:chgData name="Toby Donaldson" userId="2e6e5431-bb17-4c41-9985-d39c50d83c73" providerId="ADAL" clId="{7F9681A8-EEE2-56F4-9B39-ECCBEE0471AC}" dt="2026-07-15T23:49:38.477" v="30865" actId="1076"/>
          <ac:spMkLst>
            <pc:docMk/>
            <pc:sldMk cId="3603048236" sldId="359"/>
            <ac:spMk id="6" creationId="{BF408951-4715-90F4-1D26-D724B8F93585}"/>
          </ac:spMkLst>
        </pc:spChg>
        <pc:picChg chg="add mod">
          <ac:chgData name="Toby Donaldson" userId="2e6e5431-bb17-4c41-9985-d39c50d83c73" providerId="ADAL" clId="{7F9681A8-EEE2-56F4-9B39-ECCBEE0471AC}" dt="2026-07-15T23:49:00.345" v="30803" actId="1076"/>
          <ac:picMkLst>
            <pc:docMk/>
            <pc:sldMk cId="3603048236" sldId="359"/>
            <ac:picMk id="4" creationId="{EB005D96-88CD-4FC7-5024-8A87ADBDA712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7-15T23:56:52.712" v="30910" actId="1076"/>
        <pc:sldMkLst>
          <pc:docMk/>
          <pc:sldMk cId="106844620" sldId="360"/>
        </pc:sldMkLst>
        <pc:spChg chg="mod">
          <ac:chgData name="Toby Donaldson" userId="2e6e5431-bb17-4c41-9985-d39c50d83c73" providerId="ADAL" clId="{7F9681A8-EEE2-56F4-9B39-ECCBEE0471AC}" dt="2026-07-15T23:56:16.351" v="30892" actId="20577"/>
          <ac:spMkLst>
            <pc:docMk/>
            <pc:sldMk cId="106844620" sldId="360"/>
            <ac:spMk id="2" creationId="{0DAD64AF-8378-FBE4-A665-1738EC9AF5E0}"/>
          </ac:spMkLst>
        </pc:spChg>
        <pc:spChg chg="add mod">
          <ac:chgData name="Toby Donaldson" userId="2e6e5431-bb17-4c41-9985-d39c50d83c73" providerId="ADAL" clId="{7F9681A8-EEE2-56F4-9B39-ECCBEE0471AC}" dt="2026-07-15T23:56:52.712" v="30910" actId="1076"/>
          <ac:spMkLst>
            <pc:docMk/>
            <pc:sldMk cId="106844620" sldId="360"/>
            <ac:spMk id="5" creationId="{05E5FEAF-E160-95D0-D4E6-49035C2B1386}"/>
          </ac:spMkLst>
        </pc:spChg>
        <pc:picChg chg="add mod">
          <ac:chgData name="Toby Donaldson" userId="2e6e5431-bb17-4c41-9985-d39c50d83c73" providerId="ADAL" clId="{7F9681A8-EEE2-56F4-9B39-ECCBEE0471AC}" dt="2026-07-15T23:56:39.462" v="30901" actId="14100"/>
          <ac:picMkLst>
            <pc:docMk/>
            <pc:sldMk cId="106844620" sldId="360"/>
            <ac:picMk id="4" creationId="{CACDA8E1-5071-BD75-4331-41F63A80E060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6T19:48:18.8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12912 12612 24575,'-20'0'0,"-27"0"0,8 0 0,2-6 0,-5-4 0,9 0 0,-2-2 0,0-1-698,-4-4 0,0-1 0,-1-2 698,2 0 0,-1-2 0,-1 0 0,0 0 0,0-1 0,-1 1 0,1-1 0,0 1 0,4-1 0,0 1 0,0 0 0,-1-2 0,-1 0 0,0-1 0,0 0 0,0-2 0,5 2 0,0-1 0,-1-1 0,1 1 0,1 0 0,-6-3 0,0 0 0,1 1 0,-1-1 100,5 3 1,0 0-1,0-1 1,0 1-1,0 1-100,-2-2 0,1 2 0,1 0 0,-2 0 0,0 2 0,0 1 0,0 0 0,-1-1 0,-1-3 0,-1-1 0,0 0 0,-2 1 0,4 4 0,-2 1 0,-1 0 0,0 0 0,1 0 0,-5-2 0,0 0 0,0 1 0,0 0 0,-1 0 0,0-1 0,0 1 0,-1 3 0,2 3 0,0 3 0,0 0 0,0 0 0,3 0 0,0-1 0,0 1 0,-1 2 0,-4 4 0,-1 4 0,-1-1 0,1-1 0,-3-6 0,-1-3 0,1 1 0,3 4-296,-3 5 1,3 3-1,0-2 296,7-5 0,0-3 0,1 0 0,5 2 0,-5 0 0,1 0 505,4-3 1,-2-3 0,1-1-506,3-1 0,1-2 0,1 0 0,-9-8 0,2-1 0,1-6 0,3 1 0,13 14 0,3-1 0,5-5 0,2-1 0,-6-9 481,11 10 0,0-1-481,-14-13 0,13 13 0,-2 1 0,-24-10 0,14 9 0,-1 1 0,-8 5 0,-3 0 0,-6-14 0,-1 2 0,8 20 0,1 0 0,8-15 0,3 7 0,0 32 0,32-24 0,7 37 0,5 13 0,0-17 0,3 1 0,0 4 0,4 4 0,1 0 0,-6-4 0,2 1 0,1-2 0,1-1 0,4-3 0,2-2 0,2-1 0,1 3-430,-3 0 1,2 3 0,0 0 0,4 1 0,3-2 429,-9-6 0,1-1 0,3 0 0,2-1 0,0 1 0,2 0 0,1 0 0,0 0 0,0 1-274,-6-1 1,1-1 0,1 2 0,0-1 0,1 1 0,1 0 0,-1-1 0,1 1 0,0 0 0,0 0 0,0 0 0,0-1 57,-4-1 1,1 1 0,0-1 0,0 0 0,0 0 0,0 0 0,0 0 0,0 0 0,0 0 0,0 0 0,0 0 0,-1 0 0,1 0 73,2 1 1,1 0 0,0 0 0,0 0 0,-1 0 0,1-1 0,-1 1 0,0 0 0,0-1 0,-2 1 0,0-1 0,-1 0 141,5 3 0,0-1 0,0 1 0,-1-1 0,-2 0 0,0 0 0,-1 0 0,-1-1 0,-2 0-69,8 4 0,-2-1 1,-2 0-1,-1 0 1,1-1-1,0 1 69,1-1 0,2 0 0,0 0 0,-2-1 0,-1 1 0,-4-1 297,2 2 0,-2 1 0,-4-1 1,-1-3-298,-2-2 0,-2-3 0,0 1 1092,2 2 0,0 0 0,-2 2 79,2 10 1,-2-2 187,4-12 0,-1 0-1359,-8 12 0,-3-1 798,11-3-798,-15-1 0,-4 13 0,-64-28 0,17 1 0,-5 1 0,-2-2 0,1-4 0,-2-4 0,-1-1 0,-1-1 0,0-2 0,-2-2 0,0 0 0,0-2 0,3 1-405,-1-3 1,2 0-1,1-1 1,-1-1 404,-3-3 0,-1 0 0,0-2 0,3 1 0,-3-3 0,2-1 0,-1 3 0,0 4 0,0 2 0,1 0 0,6-2 0,2 0 0,3 0 0,1-2 0,5 3 0,1-4 0,23 4 1618,0 16-1618,0 0 0,0 0 0</inkml:trace>
  <inkml:trace contextRef="#ctx0" brushRef="#br0" timeOffset="5379">12118 12047 24575,'8'26'0,"0"-1"0,11 15 0,-5-11 0,3 5 0,3 1 0,6 0 0,4 1 0,0 2 0,-3 0 0,-1 2 0,2 2 0,1-1 0,-2-6 0,2 0 0,0 1 0,0-1 0,-2 0 0,-2-1 0,-1 0 0,-1 1 0,0-2 0,0 0 0,4 4 0,0-1 0,-1-1 0,-2 0 0,-1 4 0,-2 0 0,-3-3 0,1 1 0,-2-4 0,-1-6 0,-1-3 0,5 11 0,-3-9 0,1-1 0,2 15 0,-4-17 0,-1 5 0,-12 18 0,-2 6 0,8-16 0,3 1 0,-2 3 0,-4 0 0,-1 2 0,-1 1 0,1 1 0,0 2 0,0 1 0,0 1 0,-1 1-207,0-4 1,0 1 0,-1 1 0,0 1-1,-1 1 207,-1-4 0,-1 1 0,0 1 0,0 0 0,-1 0 0,1-1 0,0 0 0,0 0 0,0 1 0,0-2 0,0 0 0,0-1 0,0 2 0,0 1 0,0-2 0,0-2 0,0-5 0,0 1 0,0-4 0,0-3 0,2 3 0,-4-7 0,-14-9 0,-6-1 0,-7 0 0,-13 0 0,-6-1 0,13-5 0,-2 0 0,0-1 0,-6 1 0,-1 0 0,1 0 344,6-1 0,1 1 0,1 0-344,2 0 0,1 0 0,-1-1 0,-11 0 0,2-2 0,6 0 0,2-3 0,6-5 0,1-2 0,-7 1 0,1 0 0,-6 0 0,7 1 0,-3-2 0,0-6 0,0-1 0,-2 6 0,-1 0 0,5-8 0,-3-2 0,3 2 0,0 9 0,0-1 0,-9-13 0,-1-2 0,4 8 0,0-1 0,1-8 0,2 0 0,0 8 0,1 1 0,1-7 0,1 0 0,6 6 0,-1 1 0,-14-8 0,-2-2 0,7 2 0,0-1 0,4 6 0,-2 1 0,1-1 0,-1-4 0,0-2 0,-1 1 0,-2 4 0,-1 1 0,-2-2 0,4-5 0,-2-2 0,-1-1 0,2 1 0,-8 1 0,0 2 0,0-2 0,8 1 0,-2-1 0,0 0 0,2 0 0,2 2 0,1 0 0,0 1 0,-1 2 0,-2 2 0,-1 2 0,-1 0 0,1-1 0,-3-4 0,1-1 0,-1 0 0,-2 0 0,1 3 0,-2 0 0,-1 0 0,0 0 0,1-1 0,2 1 0,1 1 0,-1-2 0,1 0 0,0-2 0,4 0 0,-2 0 0,1-2 0,0-1 0,2-2 0,3-1 0,-3-5 0,3-1 0,2-3 0,2-1 0,2-1 0,3-2 0,1-2 0,3-2 0,2 1 0,2-1 0,0-5 0,4-2 0,1 2 0,3 0 0,1-5 0,2 1 0,5 3 0,3 11 0,4 2 0,1-1 0,3 0 0,2-1 0,2-2 0,-2 2 0,1-3 0,1-2 0,1-3 0,0 5 0,0-1 0,2-3 0,1-2 0,-1 0 0,1-2 0,0 1-332,-2 3 0,-1 0 0,1-1 0,0-1 0,0-1 0,0 0 1,0 0-1,1-1 0,0 0 332,-1 5 0,-1-1 0,1 0 0,1 0 0,-1-1 0,1 1 0,-1-2 0,1 1 0,0-1 0,0 1 0,-1-1-243,1 0 1,-1 0 0,1-1 0,0 0-1,0 0 1,-1 0 0,1 0 0,0-1 0,0 1-1,-1 1 1,1 0 0,-1 0 242,2-3 0,1-1 0,-1 1 0,0 1 0,0 0 0,-1 0 0,1-1 0,0 1 0,-1 0 0,1-1 0,-3 4 0,1-1 0,0 0 0,0 0 0,0 0 0,-1 0 0,0 0 0,1 1 0,-2 0 0,1 1 0,-1 1-109,3-9 0,-1 1 1,0 1-1,0 0 0,-1 2 1,0 0-1,0 0 1,1 2 108,1-5 0,2 1 0,-2 0 0,1 2 0,-2 1 0,-2 1 0,0 0 0,-3 0 0,0 1 0,-1 2 0,-1 2 0,4-12 0,-1 4 0,-1 0 585,-2 7 1,-1 1-1,0-1 1,-2 2-586,-3-5 0,-3 1 0,1 1 1066,3 0 1,2 0 0,0 2-1067,2-8 0,-1 4 610,-6 9 1,2 5-611,29-4 0,-13 48 0,5 8 0,3 7 0,-1 3 0,3 6 0,2 3 0,-7-11 0,1 2 0,2 1 0,1 2 0,2 1 0,1 0-365,-4-7 1,2 1 0,0 1 0,2-1 0,1 2 0,0 0 0,1 1 0,1 0 0,-1 2 341,-2-4 1,0 1 0,0 1 0,1 1 0,1 1-1,0-1 1,0 1 0,0 1 0,1-1 0,0 0 0,-1 0-1,1-1-230,-1-2 1,-1 1 0,2-1 0,-1 0 0,1-1 0,-1 1 0,1 1 0,0-1 0,0 0 0,-1 1 0,1 0 0,-1 0 0,-1 1 243,2 1 0,-1 2 1,0-1-1,0 2 1,0-1-1,0 1 1,0-1-1,-1 1 1,0-1-1,1 0 1,-2-1-1,1-1 0,0-1 9,1 1 0,0 0 0,0-1 0,-1 0 0,1-1 0,-1-1 0,0 1 0,0-1 0,-1-1 0,-1 0 0,-1 0-82,6 7 1,-1-1 0,-1 0 0,-1-1-1,0-1 1,0 0 0,-1-2 0,-1-1 81,4 1 0,-1 0 0,-1-2 0,0-1 0,-1-3 0,-1-1 0,7 0 0,-1-2 0,-2-2 0,-4 0 0,-3 2 0,-3-1 0,0-3 1349,17-2 0,-15-2-1349,-54 14 0,-6-24 0,-14-7 0,-9-2 0,-4 1 0,23 2 0,-3 0 0,-3 1 0,-2-1 0,-2 1 0,-2 0 0,-1-1 0,-1 1 0,0-1 0,-2 1 0,1-2-140,10 1 1,-1-1-1,-1 1 1,-1-1-1,0 0 1,-1 0-1,-1 0 1,0 0-1,-1 0 1,0 0-1,0-1 1,0 1 0,-1 0-1,0 0 1,0 0-1,0 0 1,0-1 139,3 1 0,0 0 0,-1 0 0,1 0 0,-2 0 0,1 0 0,-1 0 0,0 0 0,0 0 0,0-1 0,0 1 0,-1 0 0,1 0 0,0 0 0,-1 0 0,1 0 0,0 1 0,0-1 0,1 0 0,0 0 0,-2 1 0,0-1 0,0 1 0,0-1 0,-1 0 0,1 1 0,0-1 0,0 1 0,0-1 0,0 1 0,1 0 0,-1-1 0,1 1 0,0 0 0,1 1 0,0-1 0,0 1 0,1-1 0,1 1-138,-6 0 1,0 1 0,0-1 0,1 1 0,1 0-1,0-1 1,0 2 0,0-1 0,1 0 0,1 1 0,-1 0-1,2 0 1,-1 0 0,1 1 0,1 0 137,-5 1 0,0 0 0,1 1 0,0 0 0,1 1 0,0-1 0,1 1 0,1 0 0,0 0 0,1 1 0,0-1 0,2 0-124,-6 2 1,1 0 0,1 1-1,1-1 1,0 1 0,1 0-1,1-1 1,-1 1 0,0-1 123,-2 1 0,0 1 0,0-1 0,0 1 0,1-1 0,0-1 0,1 0 0,0 0 0,0-2 0,0 1 0,1-1 0,0-1 0,1 0 0,0-1 0,1 0-36,-5-1 1,1-1 0,0-1 0,0 0 0,2-1 0,0 0 35,-2 0 0,0 1 0,1-2 0,2-2 0,3-4 819,0-3 0,2-4 0,3-2 0,3-3-355,-1-4 1,3-3 0,6-5 627,3-12 0,5-7 0,5 0-1026,5 9 1,2 0 0,2-2 0,2-1-67,2 1 0,1-2 0,2-1 0,0-1 0,1-2 69,-1 1 1,1-3 0,0 0 0,1-2 0,1 1 0,1-1-70,0 6 0,1-1 0,1 0 0,0 0 0,1-1 0,0 0 0,1-1-187,-2 6 0,1 0 1,0-1-1,0 0 1,1 0-1,0-1 1,1 1-1,-1 0 1,1 0 186,1 0 0,0 0 0,0 0 0,1 0 0,0 1 0,0-1 0,0 1 0,1 1 0,0 1 0,3-8 0,1 2 0,1 0 0,0 1 0,-1 0 0,1 1 0,0 0-52,-2 3 0,0 0 1,0-1-1,0 2 0,0 1 1,0 1-1,0 3 52,8-12 0,0 4 0,0 2 0,-2 3 0,0 0 0,-1 2 0,-3 4 0,-3 4 0,0 6 1400,13 6-1400,-27 32 2203,12 19-2203,-15-9 0,-2 3 220,1 6 1,0 0-221,0-7 0,0-1 0,0 0 0,0-3 0,0-4 0,0-5 0,0-15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6T19:52:10.2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4604 4463 8191,'-36'0'0,"1"0"1638,10-1 0,-1 2-745,-1 5 1,-1 3-894,-6 7 0,-2 4 0,-3 5 0,-1 4 0,13-6 0,-2 1 0,-2 3 0,-1 1 0,2 0 0,-2 2 0,-1 1 0,-1 2 0,-1 0 0,-1 1 113,3-5 1,-1 1 0,-1 0-1,-2 0 1,1 1 0,-1 1-1,0 0 1,0 0-114,4-2 0,0 0 0,0 1 0,-1 0 0,0 0 0,0 1 0,0-1 0,1-1 0,0 0 0,1-2-1,-4 3 0,1-2 0,0 0 0,0-1 0,1 0 0,0 0 1,2-1-1,0 1 1,-3 3 0,0 1 0,1 0 0,2-2 0,1 0 0,2-1 0,-4 3 0,2-1 0,3-1 0,3-2 1638,-6 11 0,3 1-1069,5-5 0,0 2 0,2-3-569,2-6 0,3 0 0,4 2 0,0 2 0,1 0 0,-7 13 0,0 1-151,6-12 0,1 2 0,-1-1 151,1 0 0,-1 0 0,0 1 0,-5 10 0,-1 1 0,2-3 0,5-10 0,0-3 0,1 2 0,-2 12 0,0 1 0,3-3 0,4-5 0,2-2 1015,3 2 0,0 3-1015,0-4 0,0 4 0,0 2 0,0-2 0,0 3 0,0-1 0,0 4 494,1-4 1,0 4 0,1 2 0,0 1 0,0 0-495,0-9 0,1 1 0,0-1 0,0 1 0,0 0 0,1 1 0,0 1 0,-1 1 0,2 1 0,-1 0 0,1-1 0,1 1 0,1 1 0,1-1 0,1 1 0,0 0 0,0-1 0,0-1 0,1 6 0,0-2 0,0 0 0,1-1 0,3-2-60,1-5 0,0-2 1,3 0-1,0-2 0,2-1 60,2-1 0,1-1 0,2-1 0,0 0 0,2 1 0,2 4 0,2 1 0,1-1 0,1 0 0,3-1-92,-4-7 0,2-1 0,2-1 0,0 0 0,1 1 0,-1-1 92,-2 0 0,-1 0 0,1 0 0,1 1 0,-1-2 0,1 0 0,-1-1 0,5 0 0,0-1 0,0-1 0,0 0 0,0-1 0,0 0-36,-2-2 1,0 1-1,0-1 1,-1-1 0,1-1-1,-2-1 36,10 4 0,0-2 0,-2-1 0,0-2 181,-3-1 1,-1-2-1,0-2 1,0-1-182,2-2 0,-1-1 0,2-3 0,0 1 0,5-1 0,1 0 0,1-2 0,1 0 0,-9-2 0,-1-1 0,1-1 0,1 1 0,2 0-111,-2 0 1,2 0 0,1 1 0,0-1-1,0 0 1,0-1 110,0-2 0,-1 0 0,0 0 0,1-1 0,0-1 0,1-1 0,-3 0 0,1 0 0,0 0 0,1-2 0,0 0 0,-1-1 0,0-1 0,0-1 0,0-2 0,-1 0 0,1-1 0,-1-1 0,-1-1 0,0 0 0,-1 0 0,-1 0 0,-1-1 0,0-1 0,0 0 0,-1-2 0,1 0 0,-1-2 0,0-2 0,-1 0 0,1-2 0,-2 1 0,1-1 0,-1 0 0,5-2 0,0-1 0,-1 1 0,0-2 0,-1-1 0,-1-3-137,-7 4 1,-1-1 0,0-2-1,-1 0 1,1-2 0,-1 1-1,1-2 1,0 1 136,0 1 0,1 0 0,0 0 0,0-1 0,1-1 0,-1 1 0,0-2 0,-1 0 0,0 0-218,-3 1 0,0 0 0,0-1 0,-1-1 0,0 1 1,0-1-1,0-1 0,-1 1 0,1-1 0,0 1 218,1-2 0,1 0 0,-1-1 0,1 1 0,0-1 0,-1 0 0,-1 0 0,0 0 0,0 1 0,-2-1 0,0-1 0,0-1 0,0 1 0,-1 0 0,-1 0 0,-1 0 0,0-1 0,-2 1 0,-1 0-190,0-3 0,-1 0 1,-2 1-1,0-1 1,-1 0-1,-2 0 0,0-1 1,-1 0 189,-3 3 0,0 0 0,-1 0 0,-1-1 0,0 0 0,-2 0 0,0-1 0,-1-1 0,0 0 0,-2 1 0,0-1 0,-1-1 0,-1 0 0,0 0 0,-1-1 0,-1 0 0,0 0 0,-1-1 0,0 0-274,-1 3 1,0 0 0,-1 0 0,-1-2 0,0 1 0,0-1 0,-1 0 0,0 1 0,0-1 0,0 1 0,0 1 0,1 0 207,-2-4 0,1 0 0,1 0 0,-1 1 0,0 0 0,-1 0 0,0 1 0,-1 0 0,-1 1 0,-1-1 66,0 3 0,-2 0 0,0 0 0,-1 0 0,0 1 0,-1 1 0,-1 0 0,1 0 0,-1 2 0,1 0 67,-3-3 1,1 1 0,0 0 0,-1 1 0,-1 1 0,0 2 0,-1 2 0,-1 1-68,-5-2 0,-1 2 0,-2 2 0,0 2 0,-2 0 0,-1 0 0,0 1 0,0 0 0,-2 0 0,-1 0 0,-1 3 0,-1 1 0,-1 4 0,-1 4 0,-2 3 0,0 2 0,-1 2 0,-1 1 0,-1 0 0,1 0 0,-4-1 0,0 1 0,-1 1 0,0 0 0,0 1 0,0 0 0,0 0 0,0 0 0,1 0 0,-1 1 0,0 0 0,1 1 0,0 0 0,0 0 0,1 1 0,1-1 0,-1 2 0,1-1 0,0 1 0,1 1 0,0 2 0,-3-1 0,-1 2 0,1 1 0,1 0 0,1 2 0,2 0 397,-8 1 1,2 2 0,2 1 0,2-1-398,5-1 0,-1-1 0,5 2 0,6 3 656,6 7 0,7 1-656,2 4 0,16-1 0,0-3 0</inkml:trace>
  <inkml:trace contextRef="#ctx0" brushRef="#br0" timeOffset="3033">8696 4710 24575,'0'35'0,"0"-12"0,0 5 0,0 15 0,0 8 0,0 4 0,0-16 0,0 1 0,0 3 0,0 0 0,0 3-469,0-2 1,0 2 0,0 1 0,0 2 0,0 1 0,0 0 0,0 0 405,0-3 1,-1 0-1,1 2 1,-1-1-1,1 1 1,0 0 0,1 0-1,0 1 63,1-5 0,1 0 0,0 1 0,0-1 0,1 1 0,0 0 0,0-1 0,0 1 0,0-1 0,0 0 0,0 1 0,0-1 0,0 1 0,0-1 0,0-1 0,1 0 0,0-1 0,1-1-236,0 3 1,2 0 0,-1-2 0,2 0-1,-1-2 1,0 0 0,0-1 235,2 8 0,1-1 0,-1-2 0,0-3 0,0-3 0,2 2 0,0-4 0,0-1 401,-4 0 0,1 0 1,1-6-402,7-8 0,-1-1 0,-11 13 0,2-5 0,40-25 1744,-23 11-1744,-1-13 0,5-4 0,4 2 0,2 0 0,10 0 0,2 0 825,-11 0 0,1 0 1,3 0-826,8 0 0,5 0 0,1 0 0,-5 0 0,-3 0 0,-2 0 0,2 0-172,-5 1 0,3 0 0,1-1 1,1 0-1,1-2 172,-3-1 0,1-1 0,0-1 0,1-1 0,-1-1 0,-1 1-618,1-1 0,-1 0 0,0-1 0,0 0 0,3-1 618,-6 1 0,2-1 0,1 0 0,0-1 0,1-1 0,-1 0 0,0-2 0,1-1 0,0-2 0,0-1 0,0-1 0,-1 0 0,0 1 0,-1 0-130,2-1 0,-1 1 0,0 0 1,0 0-1,-1-1 0,1-1 130,-2 0 0,1 0 0,1-1 0,-1-1 0,-1 1 0,-3-1 0,-2 2 0,6-6 0,-3 1 0,-3 0 0,-4-1 0,0-3 0,-4 0 0,-8-2-152,-11-12 0,-6-3 152,2 11 0,0-1 0,0-2 0,0-8 0,0-2 0,1-2-278,1 10 0,2 0 0,0-2 0,1 0 278,0 2 0,1 0 0,0-1 0,0-1 0,1 0-78,2-4 0,0 0 0,0-1 1,1 0-1,-1-2 78,-2 5 0,0-2 0,-1 1 0,1-2 0,-1-1 0,1-2 0,-1 5 0,0-2 0,0-1 0,1-1 0,-1 0 0,-1 1 0,1 0 0,-1 2 0,-1 0 0,0 1 0,-1 0 0,1 2 0,-1-1 0,0 0 0,-1 0 0,1-1 0,0-1 0,1-1 0,-2 2 0,0 0 0,0 3 0,-2 3 124,1-6 1,-2 4 0,0 2 0,-2 3-125,2-12 0,-8 8 284,-27 4-284,7 3 918,0 21 1,-3 3-919,2-1 0,-1-2 0,0-5 0,-3 1 0,-2 11 0,-4 5 0,-1-2 795,-2-6 1,0-3 0,-3 3-796,3 5 0,-2 2 0,0 1 0,-1-2 0,0 0 0,0-2 0,-2 1 0,0 1 0,-1 0 0,-1 1 0,-2 0 0,2 0 0,2 1 0,2-1 0,3 0 0,0 0 0,-2 0 0,-5 0 0,-3 0 0,1 0 0,3 0 0,0 0 0,2 0 0,-1 0 0,5 0 0,0 0 0,-2 0 0,-3 0 0,2 0 0,-2 0 0,-3 0 0,0 0 0,0 0 0,1 0 0,-3-1 0,1 1 0,0 0 0,-1 0 0,-1 1-1,4 0 0,-2 0 0,-1 0 0,1 1 0,1-1 1,3 0 0,-6 0 0,3-2 0,1 1 0,1 2 0,3 3 0,1 1 0,2 1 0,0-1 0,-5 1 0,2-1 0,0 1 0,-1-2 0,1 1 0,2 2 0,-8 8 0,4-1 629,7-6 0,1 2-629,2 12 0,0 5 91,7-6 0,1 2 0,-3 1-91,-6 4 0,-2 2 0,-1-1 0,-2 1 0,-1-1 0,1-1 0,2-4 0,1-1 0,3-3 0,4-1 0,3-4 0,-5-1 0</inkml:trace>
  <inkml:trace contextRef="#ctx0" brushRef="#br0" timeOffset="18954">6967 11218 24575,'0'20'0,"0"27"0,0-8 0,0-5 0,0 3 0,0-2 0,0 0 0,8 8 0,0 1 0,-6 0 0,0 2 0,2-11 0,2 1 0,0-1 0,2 5 0,-1 2 0,-5-4 0,-3 2 0,4-3 0,9-1 0,0-1 0,-10 9 0,-2-2 0,3-15 0,2-3 0,10 11 0,-11 1 0,28-1 0,-13 0 0,16 1 0,1-17 0,-1 13 0,-11-29 0,3-3 0,0 9 0,1-2 0,-1-6 0,1-2 0,-3 1 0,1 0 0,-1 1 0,1-2 0,1-6 0,0-2 0,9 1 0,-1-3 0,1-13 0,-1-3 0,0 7 0,0 1 0,1-6 0,-1-1 0,-1 0 0,2 1 0,4 6 0,-1-1 0,-4-12 0,2-3 0,-2 9 0,4-1 0,-3 2 0,3-5 0,0-1 0,-5 1 0,2-3 0,-4 6 0,-3 6 0,-3 2 0,9-16 0,-19 4 0,-16 27 0,0-27 0,0 27 0,0-43 0,0 23 0,0-1 0,0-1 0,0-9 0,0 0 0,-16-1 0,12 1 0,-9 10 0,-5-1 0,1-8 0,-1-3 0,-1 0 0,-1 0 0,-7 0 0,3 3 0,4-1 0,-11 20 0,11 15 0,-4 0 0,-3 0 0,-12 0 0,13 0 0,1 0 0,-10 0 0,-8 0 0,5 0 0,1 0 0,0 0 0,-6 0 0,10 0 0,-1 0 0,1 0 0,-1 0 0,6 0 0,-2 0 0,-13 0 0,-1 0 0,9 0 0,0 0 0,0 0 0,-1 0 0,1 0 0,0 0 0,0 0 0,-1 0 0,3-1 0,-2 0 0,1 3 0,-2 5 0,2 1 0,-1-6 0,1 0 0,3 4 0,7 4 0,16 5 0,-23-11 0,31 12 0,-16-16 0,12 16 0,-11-12-820,30 11 1,-11-15 0,12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6T20:15:13.6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25594 15452 24575,'26'0'0,"-1"0"0,16 0 0,4 0 0,-8 0 0,3 0 0,1 0-809,-3 0 1,1 0 0,2 0 0,0 0 808,0 0 0,1 0 0,0 0 0,1 0 0,4 0 0,1 0 0,1 0 0,-1 0 0,1 0 0,-1 0 0,1 0 0,1 0 0,-4 0 0,3 0 0,-1 0 0,-1 0 0,-2 0 0,0 0 0,-3 0 0,0 0 0,0 0 0,3 0 0,1 0 0,-2 0 0,-3 0 258,-3 0 1,-4 0 0,0 0-259,10 0 0,2 0 0,-7 0 0,3 0 0,2 0 0,-4 0 0,-2 0 0,-2 0 0,4 0 0,3-1 0,3 1 0,2 0 0,1 1 0,-7 1 0,0 1 0,1 1 0,0 0 0,-2-2 0,4 0 0,-3-2 0,1 1 0,4 0 0,-2 1 0,5 1 0,2 0 0,0 1 0,-3-2 0,-3 0-221,0-2 0,-3 0 1,-2-1-1,3 2 221,-2 1 0,2 2 0,0-1 0,-1 1 0,-4-1 0,5-2 0,-4 0 0,1 1-244,5 3 1,1 1 0,-3-2 243,-6-3 0,-2-1 0,0-1 0,5 1 0,0-1 0,-1 2 0,-5 4 0,0 1 0,1-1 0,1-3 0,1-2 0,0 2 0,-2 3 0,0 1 0,0-1 0,2-4 0,1-2 0,-2 1 736,9-1 0,-2 2-736,-1-1 0,0 0 0,-9 0 0,1 0 0,-2 0 0,6 0 0,0 0 0,0 0 0,2 0 0,-3 0 0,0 0 0,-2 0 0,-3-5 0,0-1 0,3 1 0,11 3 0,3 2 0,-2-2 0,-2-3 0,-2-1 0,2 1-167,3 4 0,2 2 1,-2-1 166,-8 0 0,-1 0 0,-4 0 0,2 0 0,-1 0 396,-4 0 0,1 0 1,1 0-397,10 0 0,0 0 0,0 0 0,0 0 412,-1 0 1,-2 0-413,-10 0 0,-1 0 0,3 0 0,0 0 0,-3 0 0,1 0 0,10 0 0,2 0 0,1-1 0,1 2 0,-12 4 0,1 1 0,1-1 37,4-3 1,2-2-1,-2 2-37,-3 3 0,-1 1 0,1-1 0,3-4 0,2-2 0,-3 1 0,7 0 0,-2 0 158,-3 0 0,-3 0-158,-11 0 0,-1 0 0,3 0 0,0 0 0,-1 0 0,-1 0 0,1 0 0,-1 0 0,-1-1 0,-1 2 656,10-1-656,1 0 0,-17 0 0,13 0 0,-28 0 0,11 0 0,1 0 0,4 0 0,15-16 0,-10 6 0,1 0 0,13-9 0,-13 3 0,-1 0 0,10-3 0,-10-4 0,1-5 0,-3-4 0,0-4 0,2 2 0,-1 7 0,1 2 0,0-6 0,-5-1 0,-1-6 0,0-2 0,-1 2 0,0 6 0,12-4 0,-3 2 0,-6-10 0,-2-4 0,0 10 0,16 7 0,-24 6 0,-2 1 0,6-4 0,1-7 0,-15 10 0,2-1 0,12 7 0,1-1 0,-5-13 0,-2-1 0,11-5 0,-11 14 0,-3-1 0,-6-9 0,0 0 0,0 2 0,0-1 0,0-9 0,0 2 0,0 0 0,0 1 0,0 14 0,0 1 0,0 6 0,0-12 0,0 11 0,0-15 0,-15-1 0,11 1 0,-11 11 0,-2-3 0,7-3 0,1-3 0,1-8 0,-4-6 0,-4 10 0,-6-5 0,0 0 0,4 3 0,4-2 0,3 1 0,-3-1-321,-8-1 1,-4-2 0,-1 0 0,2 5 320,3 7 0,1 2 0,1 2 0,-7-10 0,-1 6 0,-6 13 0,1 2 0,14 0 0,-1 3 0,-4 12 0,-3 0 0,-14-19 0,0-5 0,18 14 0,-1 1 0,-11-5 0,-6-2 0,3 1 0,1-5 0,0 1 0,0 4 0,-4 0 0,-3-2 0,8 2 0,-3-2 0,-2-1 0,0 0 0,2 2-544,-5-2 1,2 1-1,-2-1 1,0 0 543,2 0 0,-2 0 0,-1-2 0,2 2 0,1 0 0,1 1 0,2 1 0,1 1 0,-1 1-2,4 1 1,-1 2 0,1 0 0,0-1 1,-10-9 0,1-1 0,0 4 0,3 10 0,0 5 0,0-3 0,-2-7 0,0-3 0,-1 4 0,-3 5 0,-1 4 0,2-1 0,7 0 0,2 0 0,-1-2-173,-1-2 1,0-2-1,0 3 173,5 6 0,0 3 0,0-1 0,-7-4 0,0-1 0,-3 1-318,8 4 0,-2 1 0,-1 1 1,0-1 317,-4 0 0,-2 0 0,1 0 0,1 0 0,4 0 0,1 0 0,0 0 0,0 0 0,-1 0 0,0 0 0,-1 0 0,2 0 0,-10 0 0,1 0 0,0 0 0,0 0 0,1 0 0,-2 0 0,-1 0 0,-1 0 0,0 0 0,3 0 0,-1 0 0,0 0 0,-1 0 0,-1 0 0,0 0 0,4 1 0,0-1 0,-3-1 0,3-2 0,-2-1 0,0-1 0,2 2 0,-1 2 0,3 1 0,-2-3 0,4-4 0,-2-2 0,1 0 0,3 3 940,-11 3 0,4 2-940,3-8 0,0 2 573,4 6 0,2 2-573,4-1 0,-3 0 0,-4 0 0,-6 0 0,2 0 0,7 0 0,0 0 0,-4 0 0,-1 0 0,-5-1 0,-3 0 0,2 1 0,5 2 0,-2 3 0,5 1 0,-5-1 0,0-4 0,-5 0 0,-2-2 0,2 2 0,7 1-118,4 2 0,4 3 0,-2-3 118,-3-3 0,-2-2 0,-1 0 0,4 2 0,3 3 0,4 2 0,-3 0 0,-1-1 0,-2-1 0,-1 1 0,3 0 0,-1 2 0,3 0 0,-2-1 0,-7 0 0,-2 0 0,1-2 332,7-3 1,2-2 0,0 1-333,-11 0 0,0 0 0,8 0 0,-2 0 0,0 0 0,0 0 0,1 0 0,-1 0-302,0 0 1,-1 0-1,0 0 302,-5-1 0,0 1 0,0 1 0,-4 3 0,1 3 0,2-3 0,9-2 0,2-2 0,1 2 0,-2 3 0,1 2 0,2-3-32,-1-4 0,2 0 32,-9 7 0,-1 2 0,0 0 0,-2 1 0,11 2 0,-1 0 0,1 0 0,-10-3 0,0 1 0,11 5 0,-1 4 0,2-6 0,3-9 0,1 0 464,-5 17 0,2 5-464,-3 9 0,16-9 0,2 3 0,-1 13 0,1 2 0,3-7 0,1 1 0,-5 9 0,2 0 248,10-11 0,1 1-248,-6-2 0,-1 3 0,3-2 0,7 4 0,0-1 525,-8 6 0,5-4-525,20-6 74,-11-3-74,28 3 0,-29-10 0,-3 5 0,11 10 0,2 6 0,-6-3 0,-2 4 0,1 0-718,0-9 1,1 0 0,1 1 0,-2 3 717,-1 0 0,-1 3 0,0 1 0,-1 1 0,1-2 0,-1 0 0,1 0 0,-1-1 0,0 1 0,-1 0 0,-1 1 0,-1 0 0,0 1 0,0-1 0,-1 0 0,1-3 0,0 1 0,0-2 0,0 0 0,0-1-245,0 3 0,-1-1 1,1-2-1,1-1 245,4 4 0,1-3 0,-1-2 0,-4 2 0,2-4 0,4-10 0,2-3 0,6 11 0,-11-15 2709,12 11-2709,-16-27 1139,0 28-1139,0-7 0,0 1 0,0 17 0,-2-10 0,4 0 0,14 3 0,-13-1 0,13-16 0,-16-3 0,0-16 0,0 0 0,16 0 0,-12 0 0,11 0 0,-15 0 0</inkml:trace>
  <inkml:trace contextRef="#ctx0" brushRef="#br0" timeOffset="30047">27358 16563 24575,'0'25'0,"0"1"0,0 18 0,0 6 0,0-10 0,0 3 0,0 1-820,0-3 1,0 1 0,0 1 0,0 0 769,0 1 1,0 0 0,0 1 0,0-2 49,0-2 0,0 0 0,0-1 0,0-1 197,0 10 0,0-2 0,0-2-197,0 6 0,0-4 340,0-10 0,0-5-340,0-5 0,0 4 0,0-27 1780,0 28-1780,0 3 211,1-9 1,-2 3-212,-7 6 0,0 0 0,6 1 0,0-1 0,-6 2 0,1-3 0,7 5 0,0 8 0,0-43 0,0 43 0,0-8 0,0-9 0,0 6 0,0 0-231,0 0 0,0 0 0,0 2 231,-1 5 0,0 2 0,3 0 0,2-3 0,2-1 0,-1-1 0,-3 11 0,0-4 0,5-10 0,2-3 0,-1-7 0,0-3 0,-4-5 0,11 13 0,1-28 0,-12 11 693,27-15-693,-11 16 0,-1-12 0,28 12 0,-20-8 0,1-1 0,9-4 0,1-2 0,1 7 0,-5-1 0</inkml:trace>
  <inkml:trace contextRef="#ctx0" brushRef="#br0" timeOffset="30047">31643 19049 17891,'51'-7'-100,"-11"-1"100,-3 8 0,-3-4 0,-6-12 0,-5 1 0,-4 11 0,13-12 0,-28 16 3276,11-15 0,-15-5-3160,0-4 0,0-3-116,0-12 0,0 6 0,0-1 0,0 7 0,0 0 0,1-7 0,-2-3 0,-3-1 0,-2-5 0,1-1-765,3 2 1,1-2 0,1-1-1,-1-3 765,-1 8 0,-1-2 0,0-1 0,0-1 0,0-1 0,1 0-469,1 3 1,1-2 0,0-1 0,0 0 0,1 0 0,-1 1 0,0 0 431,0-5 1,0 0-1,0 1 1,0 0 0,0 1-1,0 0 37,0 3 0,0-1 0,0 2 0,0 0 0,0 2 0,0 2-34,0-5 1,0 3 0,0 2 0,0 2 33,0 0 0,0 3 0,0 3 0,0 3 0,0 5 0,0 4 2420,0 3-2420,0-15 0,0 6 0,0-5 0,0-13 0,0-7 0,0-2 243,0 5 1,0-2-1,0-1 1,0-2-244,0 11 0,0-2 0,0-1 0,0 0 0,0 0 0,0 1 0,0 1 0,0 0 0,0-1 0,0 2 0,0-1 0,0 1 0,0-5 0,0 1 0,0 0 0,0 2 0,0 3 55,0-6 1,0 4-1,0 2-55,0-10 0,0 10 0,0 21 0,-16 3 0,-19 16 0,-4 16 1563,13-15 1,1 2-1564,-10 28 0,10-21 0,-1 0 0,-1 6 0,-1 3 0,-3 0 0,-1-3 0,-2-6 0,0 0 0,2 6 0,1-1 0,-4-9 0,-1 0 0,-6 9 0,-2 3 0,-1-3 0,0-2 0,0-4 0,0 1 0,11 1 0,0 1 0,0-4 0,-11-6 0,0 0 0,10 7 0,-1 3 0,1-1-146,0-4 0,0-1 0,-1 0 146,-2 0 0,0 1 0,0 0 0,3 3 0,-1 1 0,0-1 0,-7-3 0,-1-1 0,1 1-307,7 4 1,0 2 0,-2-2 306,2-5 0,-3-2 0,-1 0 0,3 2 0,-7 4 0,2 2 0,-2-3 0,6-6 0,-2-3 0,0 0 0,1 1 0,-5 4 0,0 1 0,-1-1 0,7-4 0,0-1 0,-1-1 0,-1 1-499,-1 0 1,0 0-1,-2 0 1,0 0 498,2 0 0,-1 0 0,-1 0 0,0 0 0,0 0-424,2 0 0,0 0 0,-1 0 0,1 0 1,-2 0 423,-4 0 0,-1 0 0,-1 0 0,0 0 0,1 0 0,3 0 0,1 0 0,0 0 0,-1 0 0,0 0 0,-4 0 0,-1 0 0,0 0 0,0 0 0,2 0 0,4 0 0,0 0 0,1 0 0,1 0 0,-1 0 0,-7-1 0,-1 1 0,1 0 0,1 1-241,5 2 1,0 1 0,1 1 0,0-2 240,0-2 0,1-1 0,0 0 0,0 3 0,-7 6 0,1 3 0,0-1-12,2-4 0,0-1 0,1 0 12,8 0 0,2 0 0,1 2 815,-4 9 1,2-3-816,1-13 0,3 2 2209,-3 29-2209,15-29 1638,5 13-1638,7-16 989,6 0-989,-22 0 0,21 0 0,-13 16 0,16-12 0,16 27 0,-5-11 0,23 15 0,-7 0 0,8-15 0,1 11 0,-1-11 0,-16-1 0,13 13 0,-13-28 0,1 27 0,11-27 0,-27 27 0,12-27 0,0 28 0,-12-13 0,11 24 0,-15-5 0,0-9 0,0 0 0,0 11 0,16-5 0,-12-4 0,12-27 0,-16 27 0,0-27 0,0 12 0,0-16 0,0 0 0,0-16 0,0 12 0,0-11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6T20:41:03.71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5468 13847 24575,'0'-20'0,"0"4"0,0 8 0,16 6 0,-12-5 0,11-9 0,-15 12 0,0-12 0,0 16 0,16 0 0,-12 0 0,12 0 0,-1 0 0,-11 0 0,12 0 0,0 0 0,-13-15 0,13 11 0,-16-12 0,0 16 0,0 0 0,0 0 0</inkml:trace>
  <inkml:trace contextRef="#ctx0" brushRef="#br0" timeOffset="2133">7161 11818 24575,'-15'20'0,"11"11"0,-28-19 0,29 5 0,-29 7 0,28-20 0,-11 27 0,15-27 0,0 12 0,0-16 0,0 15 0,0-11 0,0 12 0,0-16 0,15 0 0,-11 0 0,12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20:35:23.00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9349 13847 24575,'25'0'0,"1"0"0,4 0 0,5 0 0,1 0 0,1 0 0,2 0 0,3 0 0,1 0-547,-4 0 1,2 0 0,1 0 0,2 0 0,0 0 0,1 0 77,-1 0 1,0 0 0,2 0 0,0 0 0,0 0 0,1 0 0,-1 0-1,3 0 1,-1 0 0,1 0 0,-1 0 0,1 0 0,0 0 0,0 0 451,-5 0 1,0 0 0,1 0 0,-1 0 0,0 0 0,0 0 0,-1 0 0,0 0 16,3 0 0,-1 0 0,-1 0 0,1 0 0,-2 0 0,1 0 0,-1 0 20,4 0 1,0 0 0,-1 0 0,-1 0-1,0 0 1,-1 0-21,4 0 0,-1 0 0,-1 0 0,-1 0 0,-1 0-174,4 0 1,-1 0 0,-2 0 0,-1 0 173,5 0 0,-1 0 0,-4 0 1324,3 0 1,-4 0-1325,0 0 0,-4 0 3276,1 0-3014,-15 0 0,1 0 1110,-1 0 1,1 0-1373,13 0 667,-6 0 1,0 0-668,7 0 0,-5 0 0,-4 0 0,-27 15 0,12-11 0,-16 12 0,-16-48 0,12 25 0,-11-25 0</inkml:trace>
  <inkml:trace contextRef="#ctx0" brushRef="#br0" timeOffset="72152">7197 5574 24575,'-20'0'0,"36"0"0,-8 0 0,39 0 0,-28 0 0,6 0 0,1 0 0,13 0 0,-13 0 0,-1 0 0,11 0 0,-11 0 0,1 0 0,13 0 0,-6 0 0,0 0 0,7 0 0,-15 0 0,1 0 0,9 0 0,0 0 0,-15 0 0,11 0 0,-11 0 0,15 0 0,-15 0 0,-5 0 0,-15 0 0,0 0 0,0 16 0,0-13 0,0 13 0,0-16 0,16 0 0,-12 16 0,12-12 0,-16 11 0,15-15 0,-11 0 0,12 0 0,-16 0 0,0 0 0,0 0 0</inkml:trace>
  <inkml:trace contextRef="#ctx0" brushRef="#br0" timeOffset="82086">7338 7338 24575,'34'0'0,"0"0"0,0 0 0,10 0 0,4 0 0,1 0 0,-6 0 0,2 0 0,1 0 0,0 0-820,0 0 1,1 0 0,0 0 0,1 0 484,-2 0 0,1 0 0,2 0 1,-1 0-1,-1 0-30,-1 0 0,-1 0 1,0 0-1,1 0 0,0 0 365,-5 0 0,0 0 0,1 0 0,1 0 0,-1 0 0,0 0 0,0 0 0,0 0 0,0 0 0,0 0 0,-1 0 0,0 0 0,6 0 0,-1 0 0,0 0 0,-1 0 0,1 0 0,-1 0 0,-1 0 0,1 0 0,-1 0 0,1 0-51,1 0 0,0 0 1,0 0-1,-1 0 0,0 0 51,3 0 0,-1 1 0,-1-1 0,1-1 0,1-2 0,0-2 0,0 1 0,-2 0-229,-7 3 1,-1 1 0,0 0 0,0-3 228,1-3 0,0-4 0,1 1 0,-2 3 0,10 3 0,-1 3 0,0-1 504,-5-4 1,0-1 0,-1 1-505,-5 4 0,-1 2 0,0-1 0,13 0 0,-2 0 1243,-9-1 0,-2 2-1243,4 7 0,1 0 1046,3-7 0,0 2-1046,-6 12 0,1 1 0,-5-9 0,2-2 0,-2 3 0,5 8 0,-1 3 679,6 0 0,0-3-679,-7-6 0,-1 0 246,0 7 0,0-3-246,0-11 0,1-2 0,7 7 0,0 0 0,-13-7 0,-1-2 0,8 1 0,0 0 0,-9 0 0,-3 0 0,22 0 0,-21 0 0,-1 0 0,1 0 0,-1 0 0,14 0 0,-13 0 0,-1 0 0,11 0 0,-11 0 0,1 0 0,13 0 0,-6 0 0,0 0 0,7 0 0,-15 0 0,1 0 0,-1 0 0,1 0 0,0 0 0,2 0 0,8 0 0,-1 0 0,-8 0 0,1 0 0,9 0 0,0 0 0,-9 1 0,1-2 0,17-7 0,2 0 0,-3 6 0,0 0-328,-5-2 0,1-2 1,0 1 327,1-1 0,0 0 0,-1 2 0,-4 2 0,0 2 0,-1-2-50,4-3 1,0-1 0,-2 1 49,0 5 0,-2 0 0,0 0 0,-1 0 0,-1 0 0,-2 0 0,15 0 0,-21 0 0,1 0 0,9 1 0,3-2 0,-6-3 0,2-1 0,3-1-309,8 0 1,2-1 0,3 0 308,-5-1 0,2-1 0,1 0 0,0 0-410,-9 2 0,1 0 1,0 0-1,0 0 0,0 0 410,-2 0 0,1 0 0,0 1 0,0-2 0,-2 0 0,9-4 0,0-2 0,-1 1 0,-1 1-222,-5 5 1,0 2 0,-1 1 0,-1-3 221,5-7 0,-2-1 0,0 5-17,-5 7 0,0 4 0,-2-1 17,9-4 0,0 0 0,1 3 0,-2 2 796,-5-1 0,1 0-796,9 0 0,0 0 0,-11 0 0,0 0 0,11 0 0,0 0 1138,-9-1 1,-1 2-1139,-2 3 0,0 0 552,-1-4 0,-1 2-552,-6 1 0,1 1 34,7 5 0,0-2-34,0-5 0,1 0 0,6 6 0,2 0 0,-10-7 0,2-2 0,0 1-302,2 0 1,2 0 0,0 0 301,5 0 0,2 0 0,0 0 0,-3 0 0,1 0 0,-1 0 0,3 0 0,1 0 0,-2 0 0,-3 0 0,-2 0 0,1 0 0,-1 0 0,-1 0 0,0 0 0,-4 0 0,-1 0 0,0 0 0,1-1 0,0 0 0,-2 3 0,4 5 0,-2 1 0,3-7 0,-3 2 0,1 29 0,-8-23 0,1 1 0,-11 8 0,1 0 452,13-8 0,1-1-452,-15 8 0,1-3 0,13-11 0,0-2 0,7 15 0,-15-15 0,1-2 0,0 1 0,-1 0 0,14 0 0,-14 0 0,1 0 0,0 0 0,-1 0 0,14 0 0,-14 0 0,1 0 0,-1 0 0,1 0 0,1 0 0,1 0 0,7 0 0,0 0 0,-3 0 0,-1 0 0,4 0 0,-1 0 0,13 0 0,-21 0 0,-1 0 0,10 0 0,0 0 0,-15 0 0,11 0 0,-27 0 0,27 0 0,-27 0 0,28 0 0,-28 0 0,27 0 0,-27 0 0,27 0 0,-27 0 0,12 0 0,-1 0 0,5 0 0,0 0 0,11 0 0,-27 0 0,27 0 0,-11 0 0,-1 0 0,13 0 0,-28-16 0,27-3 0,-20-5 0,-2-3 0,10-12 0,-2 12 0,-2 3 0,-11 4 0,11 4 0,-15 16 0,0 0 0</inkml:trace>
  <inkml:trace contextRef="#ctx0" brushRef="#br0" timeOffset="106901">3193 9049 24575,'25'0'0,"1"0"0,21 0 0,-14 0 0,2 0 0,4 0 0,1 0 0,4 0 0,2 0 0,0 0 0,-2 0 0,-8 0 0,-2 0 0,-8 0 0,-1 0 0,1 0 0,-1 0 0,15 0 0,-15 1 0,1-2 0,9-15 0,0 12 0,-2-3 0,1-2 0,9-6 0,-9 13 0,-1 0 0,2-14 0,8 16 0,-6-15 0,-8 13 0,1 0 0,9-14 0,-6 7 0,1 2 0,-7 5 0,1 0 0,6-5 0,2-1 0,-1-1 0,1 2 0,-1 6 0,0-2 0,1-13 0,-1 1 0,0 13 0,0 0 0,1-14 0,-1 0 0,0 14 0,1 0 0,-1-13 0,0-1 0,4 13 0,0 2 0,-2-7 0,-1 1 0,3 6 0,0 2 0,-3-1 0,-1 0 0,0-8 0,1 0 0,-1 6 0,0 0 0,-7-6 0,-1 0 0,7 7 0,-1 2 0,6-1 0,-14 0 0,1 0 0,9 0 0,0 0 0,1 0 0,-1 16 0,0-12 0,0 12 0,1-1 0,-11-13 0,1 0 0,13 14 0,-13-7 0,-1-3 0,2-2 0,7 12 0,-7-16 0,8 16 0,1-12 0,-1 11 0,-10-15 0,1 0 0,13 16 0,-5-15 0,-1 2 0,-14 13 0,1-1 0,12-12 0,2-2 0,-6 15 0,-1 0 0,8-13 0,1-2 0,-9 7 0,1-1 0,7-6 0,-4-2 0,-7 1 0,23 0 0,-27 0 0,-1 0 0,12 0 0,-27 16 0,28-12 0,-28 11 0,11-15 0,1 0 0,-12 0 0,27 0 0,-27 0 0,20 0 0,-22 0 0,21 0 0,-19 0 0,12 0 0,0 0 0,3 0 0,1 0 0,27 0 0,-24 0 0,2 0 0,1 0 0,10 0 0,-17 0 0,12 0 0,-27 0 0,28 0 0,-28 0 0,11 0 0,-15 0 0,0 0 0,0 16-820,0-12 1,0 12 0,0-16 0</inkml:trace>
  <inkml:trace contextRef="#ctx0" brushRef="#br0" timeOffset="127017">7691 9701 24575,'25'0'0,"1"0"0,13 0 0,-14 0 0,1 0 0,9 0 0,-9 0 0,-1 0 0,6 0 0,18 0 0,-21 0 0,7 0 0,-15 0 0,11 0 0,-11 0 0,15 0 0,-16 0 0,13 0 0,-28 0 0,27 0 0,-11 0 0,15 0 0,0 0 0,-15 0 0,11 0 0,-11 0 0,-1 0 0,13 0 0,-28 0 0,27 0 0,-27 0 0,27 0 0,-11 0 0,15 0 0,0 0 0,1 0 0,-11 0 0,1 0 0,13 0 0,-14 0 0,1 0 0,-1 0 0,1 0 0,21 0 0,-13 0 0,0 0 0,13 0 0,-14 0 0,1 0 0,-7 0 0,1 0 0,7 0 0,1 0 0,-1 0 0,0 0 0,0 0 0,1 0 0,-1 0 0,0 0 0,0-1 0,1 2 0,-1 7 0,0 0 0,0-6 0,1 0 0,7 6 0,0 0 0,-2-7 0,0-2 0,-7 1 0,1 0 0,0 0 0,14 0 0,0 0 0,-14 0 0,0 0 0,1 0-220,4 0 1,1 0 0,0 0 219,-4 0 0,-1 0 0,0 0 0,0 0 0,-1 0 0,0 0 0,0 0 0,-1 0 0,-1 0 0,13 0 0,-2 0 0,2 0 0,-2 0 0,-12 0 0,-1 0 0,3 0 0,-3 0 0,0 0 0,4 0 0,-3 0 658,-13 0-658,17 15 0,-17-11 0,13 12 0,-28-16 0,27 0 0,-27 0 0,27 16 0,-11-12 0,-1 11 0,13-15 0,-13 0 0,6 0 0,1 0 0,13 0 0,-6 0 0,1 0 0,-7 0 0,1 0 0,7 0 0,1 0 0,-8 0 0,-2 0 0,2 0 0,-5 0 0,-3 0 0,11 0 0,-27 16 0,28-12 0,-28 12 0,27-16 0,-27 15 0,12-11 0,-9 12 0,-5-16 0,6 0 0,-8 0 0,0 15 0,0-11 0,0 12 0,0-16 0,0 16 0,0 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g024lzsknD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73E68-88E2-172D-FFD0-3C20BCA345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C632B6-2838-DCF6-0C9B-D2B10810FC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Chapter 13.1 – 13.6</a:t>
            </a:r>
          </a:p>
        </p:txBody>
      </p:sp>
    </p:spTree>
    <p:extLst>
      <p:ext uri="{BB962C8B-B14F-4D97-AF65-F5344CB8AC3E}">
        <p14:creationId xmlns:p14="http://schemas.microsoft.com/office/powerpoint/2010/main" val="2267480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E7C32-6B21-5B48-FF5D-2CA4FF6C7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3F2FE-5E57-28F6-506E-BD98C258F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679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Graph theory </a:t>
            </a:r>
            <a:r>
              <a:rPr lang="en-US" dirty="0"/>
              <a:t>is major branch of mathematics with many applications in computer science and programming.</a:t>
            </a:r>
          </a:p>
          <a:p>
            <a:pPr marL="0" indent="0">
              <a:buNone/>
            </a:pPr>
            <a:r>
              <a:rPr lang="en-US" dirty="0"/>
              <a:t>The key idea is that graphs consists of vertices (nodes), and pairs of vertices can be connected by an edge.</a:t>
            </a:r>
          </a:p>
          <a:p>
            <a:pPr marL="0" indent="0">
              <a:buNone/>
            </a:pPr>
            <a:r>
              <a:rPr lang="en-US" dirty="0"/>
              <a:t>For instance, </a:t>
            </a:r>
            <a:r>
              <a:rPr lang="en-US" b="1" dirty="0"/>
              <a:t>linked lists </a:t>
            </a:r>
            <a:r>
              <a:rPr lang="en-US" dirty="0"/>
              <a:t>and </a:t>
            </a:r>
            <a:r>
              <a:rPr lang="en-US" b="1" dirty="0"/>
              <a:t>trees</a:t>
            </a:r>
            <a:r>
              <a:rPr lang="en-US" dirty="0"/>
              <a:t> are graphs.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8E462E-65C4-D6C8-CDE0-008FE89F1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70902">
            <a:off x="6881864" y="776815"/>
            <a:ext cx="5147268" cy="5147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263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0150D-D8BB-15B2-3311-7905E87A9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Transit Map</a:t>
            </a:r>
          </a:p>
        </p:txBody>
      </p:sp>
      <p:pic>
        <p:nvPicPr>
          <p:cNvPr id="6" name="Picture 5" descr="List of Vancouver SkyTrain stations - Wikipedia">
            <a:extLst>
              <a:ext uri="{FF2B5EF4-FFF2-40B4-BE49-F238E27FC236}">
                <a16:creationId xmlns:a16="http://schemas.microsoft.com/office/drawing/2014/main" id="{F20D3920-7597-A5CC-12FA-6F9099575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772400" cy="3751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334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6355F-5954-9D2C-3712-19DF71E32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Computer Networks</a:t>
            </a:r>
          </a:p>
        </p:txBody>
      </p:sp>
      <p:pic>
        <p:nvPicPr>
          <p:cNvPr id="4" name="Picture 3" descr="Network Monitoring">
            <a:extLst>
              <a:ext uri="{FF2B5EF4-FFF2-40B4-BE49-F238E27FC236}">
                <a16:creationId xmlns:a16="http://schemas.microsoft.com/office/drawing/2014/main" id="{5D353502-12DA-DAF3-28CE-B5F985449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86" y="2103520"/>
            <a:ext cx="7772400" cy="341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007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1F225-83E6-6AC8-8A92-8F1C399C2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Map Coloring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0FB0CA-5DBA-0852-1743-9B2C52E2F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33" y="1645444"/>
            <a:ext cx="7620000" cy="4711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775259-935C-EF3A-3CA7-E4FE52DEC685}"/>
              </a:ext>
            </a:extLst>
          </p:cNvPr>
          <p:cNvSpPr txBox="1"/>
          <p:nvPr/>
        </p:nvSpPr>
        <p:spPr>
          <a:xfrm>
            <a:off x="8038683" y="1690688"/>
            <a:ext cx="374301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 any map you can draw on paper, it’s always possible to use at most 4 colors such that no two adjacent regions have the same color.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FC39D3-5A3C-841D-10D3-B535D6263936}"/>
              </a:ext>
            </a:extLst>
          </p:cNvPr>
          <p:cNvSpPr txBox="1"/>
          <p:nvPr/>
        </p:nvSpPr>
        <p:spPr>
          <a:xfrm>
            <a:off x="8038683" y="3616415"/>
            <a:ext cx="3743012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known as the </a:t>
            </a:r>
            <a:r>
              <a:rPr lang="en-US" b="1" dirty="0"/>
              <a:t>Four Color Theorem</a:t>
            </a:r>
            <a:r>
              <a:rPr lang="en-US" dirty="0"/>
              <a:t>, and wasn’t proven until 1976. The proof was controversial: it has ~1,500 sub-cases that were proven individually with computer. While improvements on the proof have been made, no simple short proof has been discovered.</a:t>
            </a:r>
          </a:p>
        </p:txBody>
      </p:sp>
    </p:spTree>
    <p:extLst>
      <p:ext uri="{BB962C8B-B14F-4D97-AF65-F5344CB8AC3E}">
        <p14:creationId xmlns:p14="http://schemas.microsoft.com/office/powerpoint/2010/main" val="20248097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4C92E-1FC3-091A-1C43-4200E0952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Video Game Navigation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B52B94-FFEF-C448-E315-C1B0A611F034}"/>
              </a:ext>
            </a:extLst>
          </p:cNvPr>
          <p:cNvSpPr txBox="1"/>
          <p:nvPr/>
        </p:nvSpPr>
        <p:spPr>
          <a:xfrm>
            <a:off x="6873073" y="1614536"/>
            <a:ext cx="36735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overlay a grid on any map, and then treat that grid as a graph, and use it to do path-finding, etc.</a:t>
            </a:r>
          </a:p>
        </p:txBody>
      </p:sp>
      <p:pic>
        <p:nvPicPr>
          <p:cNvPr id="6" name="Picture 5" descr="Miregrove Sanctuary Battlemap - TTRPG Map For D&amp;D and Roll20 – Mistcharter  Maps">
            <a:extLst>
              <a:ext uri="{FF2B5EF4-FFF2-40B4-BE49-F238E27FC236}">
                <a16:creationId xmlns:a16="http://schemas.microsoft.com/office/drawing/2014/main" id="{F45FE469-0EB8-6D44-9843-036E2F414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304" y="1440682"/>
            <a:ext cx="5147268" cy="51472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5C11F7-CE47-E532-D2FF-ED3DBA7D7F0A}"/>
              </a:ext>
            </a:extLst>
          </p:cNvPr>
          <p:cNvSpPr txBox="1"/>
          <p:nvPr/>
        </p:nvSpPr>
        <p:spPr>
          <a:xfrm>
            <a:off x="6873073" y="3215989"/>
            <a:ext cx="36735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making the grid small enough, you can can get as much detail as you like.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F355710-58A3-4B4C-9E99-296ABCB1C705}"/>
                  </a:ext>
                </a:extLst>
              </p14:cNvPr>
              <p14:cNvContentPartPr/>
              <p14:nvPr/>
            </p14:nvContentPartPr>
            <p14:xfrm>
              <a:off x="2406600" y="3260520"/>
              <a:ext cx="2419920" cy="22899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F355710-58A3-4B4C-9E99-296ABCB1C70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97240" y="3251160"/>
                <a:ext cx="2438640" cy="2308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641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BB72C-AB0C-097C-C8C3-56682200C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Friendship Graphs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62A75F-97C3-0BAB-DABC-310A2BBD3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17" y="1522064"/>
            <a:ext cx="5276411" cy="51472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ECD4B2-2A46-B3D1-2813-52F95DFB8D35}"/>
              </a:ext>
            </a:extLst>
          </p:cNvPr>
          <p:cNvSpPr txBox="1"/>
          <p:nvPr/>
        </p:nvSpPr>
        <p:spPr>
          <a:xfrm>
            <a:off x="6219931" y="3253271"/>
            <a:ext cx="291402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graph of people who are friends on Facebook.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B22591C-1E36-D6C8-B19C-F1EEC9E0DBF5}"/>
                  </a:ext>
                </a:extLst>
              </p14:cNvPr>
              <p14:cNvContentPartPr/>
              <p14:nvPr/>
            </p14:nvContentPartPr>
            <p14:xfrm>
              <a:off x="838080" y="1414080"/>
              <a:ext cx="3576960" cy="30506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B22591C-1E36-D6C8-B19C-F1EEC9E0DBF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8720" y="1404720"/>
                <a:ext cx="3595680" cy="306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59930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A969C-ACA1-B58B-0EAE-C441DE231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928" y="372340"/>
            <a:ext cx="10515600" cy="1325563"/>
          </a:xfrm>
        </p:spPr>
        <p:txBody>
          <a:bodyPr/>
          <a:lstStyle/>
          <a:p>
            <a:r>
              <a:rPr lang="en-US" dirty="0"/>
              <a:t>Undirected Graphs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8EA0C27-891A-DC5E-A976-D371970C9142}"/>
              </a:ext>
            </a:extLst>
          </p:cNvPr>
          <p:cNvGrpSpPr/>
          <p:nvPr/>
        </p:nvGrpSpPr>
        <p:grpSpPr>
          <a:xfrm>
            <a:off x="267152" y="1861813"/>
            <a:ext cx="5097864" cy="3579003"/>
            <a:chOff x="998136" y="1691264"/>
            <a:chExt cx="5097864" cy="35790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59C9639-6768-0BB6-3386-F3F7F303C8CD}"/>
                </a:ext>
              </a:extLst>
            </p:cNvPr>
            <p:cNvGrpSpPr/>
            <p:nvPr/>
          </p:nvGrpSpPr>
          <p:grpSpPr>
            <a:xfrm>
              <a:off x="998136" y="2493652"/>
              <a:ext cx="783771" cy="728321"/>
              <a:chOff x="3308071" y="3976840"/>
              <a:chExt cx="783771" cy="728321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5244518-A54D-CC67-8875-1EED308CD870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A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97119CB-461B-A08D-1382-3D00ACCE7C40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05B297F-33BA-0D2D-A939-8F3F92296533}"/>
                </a:ext>
              </a:extLst>
            </p:cNvPr>
            <p:cNvGrpSpPr/>
            <p:nvPr/>
          </p:nvGrpSpPr>
          <p:grpSpPr>
            <a:xfrm>
              <a:off x="3099916" y="2493652"/>
              <a:ext cx="783771" cy="728321"/>
              <a:chOff x="3308071" y="3976840"/>
              <a:chExt cx="783771" cy="728321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3AB7BC-1636-C67D-B17B-AE6D4FF7B911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CB848F5-8EE2-E888-9724-9E484B7E3369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07B7D90-FE45-76E9-DB09-8E6CE1C5D18F}"/>
                </a:ext>
              </a:extLst>
            </p:cNvPr>
            <p:cNvGrpSpPr/>
            <p:nvPr/>
          </p:nvGrpSpPr>
          <p:grpSpPr>
            <a:xfrm>
              <a:off x="998136" y="4541946"/>
              <a:ext cx="783771" cy="728321"/>
              <a:chOff x="3308071" y="3976840"/>
              <a:chExt cx="783771" cy="72832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E91B98C-CEA7-669F-AE9C-2FAC5ED3AD04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9D2458F-CE1D-003F-FEFD-DCCEB54E234F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DAA7782-81DD-C727-316B-14EE4643BA70}"/>
                </a:ext>
              </a:extLst>
            </p:cNvPr>
            <p:cNvGrpSpPr/>
            <p:nvPr/>
          </p:nvGrpSpPr>
          <p:grpSpPr>
            <a:xfrm>
              <a:off x="3104545" y="4530681"/>
              <a:ext cx="783771" cy="728321"/>
              <a:chOff x="3308071" y="3976840"/>
              <a:chExt cx="783771" cy="72832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D29D3B4-AD09-A7DE-35C8-B20FBAAD08FD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E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10FC74B-288A-2E51-2F2A-C1D1B45F8758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66CBCD-9C16-F4D6-33C9-F52283C0C8F3}"/>
                </a:ext>
              </a:extLst>
            </p:cNvPr>
            <p:cNvGrpSpPr/>
            <p:nvPr/>
          </p:nvGrpSpPr>
          <p:grpSpPr>
            <a:xfrm>
              <a:off x="5312229" y="3470017"/>
              <a:ext cx="783771" cy="728321"/>
              <a:chOff x="3308071" y="3976840"/>
              <a:chExt cx="783771" cy="728321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F421E80-1A48-CC11-32F7-E61D3304DA39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C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C4081C1-2AAF-C28A-1A7D-500670E5A896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75D51E-5ABB-D04F-0D3C-13B843509548}"/>
                </a:ext>
              </a:extLst>
            </p:cNvPr>
            <p:cNvCxnSpPr>
              <a:stCxn id="6" idx="4"/>
              <a:endCxn id="12" idx="0"/>
            </p:cNvCxnSpPr>
            <p:nvPr/>
          </p:nvCxnSpPr>
          <p:spPr>
            <a:xfrm>
              <a:off x="1390022" y="3221973"/>
              <a:ext cx="0" cy="131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95899E6-B25C-A4C5-0780-CC36181F4F79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H="1" flipV="1">
              <a:off x="3491802" y="3221973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193DCF4-37C0-C04F-DC44-C54365626EF3}"/>
                </a:ext>
              </a:extLst>
            </p:cNvPr>
            <p:cNvCxnSpPr>
              <a:cxnSpLocks/>
              <a:stCxn id="12" idx="6"/>
              <a:endCxn id="15" idx="2"/>
            </p:cNvCxnSpPr>
            <p:nvPr/>
          </p:nvCxnSpPr>
          <p:spPr>
            <a:xfrm flipV="1">
              <a:off x="1781907" y="4894842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F48C5A4-9FC1-DE41-2A45-1A6891E05754}"/>
                </a:ext>
              </a:extLst>
            </p:cNvPr>
            <p:cNvCxnSpPr>
              <a:cxnSpLocks/>
              <a:stCxn id="9" idx="6"/>
              <a:endCxn id="18" idx="1"/>
            </p:cNvCxnSpPr>
            <p:nvPr/>
          </p:nvCxnSpPr>
          <p:spPr>
            <a:xfrm>
              <a:off x="3883687" y="2857813"/>
              <a:ext cx="1543323" cy="7188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7912983-309D-2D96-A246-E9A734E9B64E}"/>
                </a:ext>
              </a:extLst>
            </p:cNvPr>
            <p:cNvCxnSpPr>
              <a:cxnSpLocks/>
              <a:stCxn id="15" idx="6"/>
              <a:endCxn id="18" idx="3"/>
            </p:cNvCxnSpPr>
            <p:nvPr/>
          </p:nvCxnSpPr>
          <p:spPr>
            <a:xfrm flipV="1">
              <a:off x="3888316" y="4091678"/>
              <a:ext cx="1538694" cy="8031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8F88D49-C011-F3D3-7882-3F2FE788EB53}"/>
                </a:ext>
              </a:extLst>
            </p:cNvPr>
            <p:cNvSpPr/>
            <p:nvPr/>
          </p:nvSpPr>
          <p:spPr>
            <a:xfrm>
              <a:off x="1386670" y="1691264"/>
              <a:ext cx="4344143" cy="1778753"/>
            </a:xfrm>
            <a:custGeom>
              <a:avLst/>
              <a:gdLst>
                <a:gd name="csX0" fmla="*/ 0 w 4330840"/>
                <a:gd name="csY0" fmla="*/ 808296 h 1813131"/>
                <a:gd name="csX1" fmla="*/ 2280976 w 4330840"/>
                <a:gd name="csY1" fmla="*/ 34573 h 1813131"/>
                <a:gd name="csX2" fmla="*/ 4330840 w 4330840"/>
                <a:gd name="csY2" fmla="*/ 1813131 h 181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30840" h="1813131">
                  <a:moveTo>
                    <a:pt x="0" y="808296"/>
                  </a:moveTo>
                  <a:cubicBezTo>
                    <a:pt x="779584" y="337698"/>
                    <a:pt x="1559169" y="-132900"/>
                    <a:pt x="2280976" y="34573"/>
                  </a:cubicBezTo>
                  <a:cubicBezTo>
                    <a:pt x="3002783" y="202045"/>
                    <a:pt x="3666811" y="1007588"/>
                    <a:pt x="4330840" y="1813131"/>
                  </a:cubicBezTo>
                </a:path>
              </a:pathLst>
            </a:cu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40983A3-8E47-DF97-5556-B8027C280E22}"/>
              </a:ext>
            </a:extLst>
          </p:cNvPr>
          <p:cNvGrpSpPr/>
          <p:nvPr/>
        </p:nvGrpSpPr>
        <p:grpSpPr>
          <a:xfrm>
            <a:off x="5735724" y="3640566"/>
            <a:ext cx="2890180" cy="2776615"/>
            <a:chOff x="7916427" y="2220777"/>
            <a:chExt cx="2890180" cy="27766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0443DDA-400B-B173-F9CF-5A46E2AB8D47}"/>
                </a:ext>
              </a:extLst>
            </p:cNvPr>
            <p:cNvGrpSpPr/>
            <p:nvPr/>
          </p:nvGrpSpPr>
          <p:grpSpPr>
            <a:xfrm>
              <a:off x="7916427" y="2220777"/>
              <a:ext cx="783771" cy="728321"/>
              <a:chOff x="3308071" y="3976840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5233F28-5994-0377-94E7-76E999A39CC7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F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6C4C35E-FE4A-EC38-F7ED-3012E7C7EC88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783D021-87FE-F5BA-CA18-1E97A0762532}"/>
                </a:ext>
              </a:extLst>
            </p:cNvPr>
            <p:cNvGrpSpPr/>
            <p:nvPr/>
          </p:nvGrpSpPr>
          <p:grpSpPr>
            <a:xfrm>
              <a:off x="10018207" y="2220777"/>
              <a:ext cx="783771" cy="728321"/>
              <a:chOff x="3308071" y="3976840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AE33C08-469A-274C-F5B9-F729D6A916A8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G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D0DAD8D6-5902-C0BE-3C97-D6B8D3B6CC3A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CBFBA3F-FEDF-510F-F973-B1087E427C81}"/>
                </a:ext>
              </a:extLst>
            </p:cNvPr>
            <p:cNvGrpSpPr/>
            <p:nvPr/>
          </p:nvGrpSpPr>
          <p:grpSpPr>
            <a:xfrm>
              <a:off x="7916427" y="4269071"/>
              <a:ext cx="783771" cy="728321"/>
              <a:chOff x="3308071" y="3976840"/>
              <a:chExt cx="783771" cy="72832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13D973A-B640-269A-6FAA-840D28D13AB9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H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F810446-621C-201B-E21A-9191809A53DD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F72E5DD-969C-4951-ED6D-719AAB278517}"/>
                </a:ext>
              </a:extLst>
            </p:cNvPr>
            <p:cNvGrpSpPr/>
            <p:nvPr/>
          </p:nvGrpSpPr>
          <p:grpSpPr>
            <a:xfrm>
              <a:off x="10022836" y="4257806"/>
              <a:ext cx="783771" cy="728321"/>
              <a:chOff x="3308071" y="3976840"/>
              <a:chExt cx="783771" cy="72832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AB02FB8-A4AD-4A0A-01D2-094111542B42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58DBD441-6595-9492-C6C7-169D6BDF9E1B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0D3FDAE-DDE3-8932-EEE0-2D00CB6E7CEF}"/>
                </a:ext>
              </a:extLst>
            </p:cNvPr>
            <p:cNvCxnSpPr>
              <a:cxnSpLocks/>
              <a:stCxn id="28" idx="5"/>
              <a:endCxn id="37" idx="1"/>
            </p:cNvCxnSpPr>
            <p:nvPr/>
          </p:nvCxnSpPr>
          <p:spPr>
            <a:xfrm>
              <a:off x="8585417" y="2842438"/>
              <a:ext cx="1552200" cy="15220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1864895-8E03-C77C-8B12-976517321FDF}"/>
                </a:ext>
              </a:extLst>
            </p:cNvPr>
            <p:cNvCxnSpPr>
              <a:cxnSpLocks/>
              <a:stCxn id="37" idx="0"/>
              <a:endCxn id="31" idx="4"/>
            </p:cNvCxnSpPr>
            <p:nvPr/>
          </p:nvCxnSpPr>
          <p:spPr>
            <a:xfrm flipH="1" flipV="1">
              <a:off x="10410093" y="2949098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A045015-7295-004A-1652-BBBDBE100EAE}"/>
                </a:ext>
              </a:extLst>
            </p:cNvPr>
            <p:cNvCxnSpPr>
              <a:cxnSpLocks/>
              <a:stCxn id="34" idx="6"/>
              <a:endCxn id="37" idx="2"/>
            </p:cNvCxnSpPr>
            <p:nvPr/>
          </p:nvCxnSpPr>
          <p:spPr>
            <a:xfrm flipV="1">
              <a:off x="8700198" y="4621967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F765E0B4-094F-21AE-3B47-EF59BC0CA18D}"/>
              </a:ext>
            </a:extLst>
          </p:cNvPr>
          <p:cNvSpPr txBox="1"/>
          <p:nvPr/>
        </p:nvSpPr>
        <p:spPr>
          <a:xfrm>
            <a:off x="4966374" y="762462"/>
            <a:ext cx="4119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vertices: 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edges: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Cycles: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components: 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Longest path with no repeat vertices: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 of vertex degrees: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46752F-EE57-1B77-A4C5-5AAB333A3043}"/>
              </a:ext>
            </a:extLst>
          </p:cNvPr>
          <p:cNvSpPr txBox="1"/>
          <p:nvPr/>
        </p:nvSpPr>
        <p:spPr>
          <a:xfrm>
            <a:off x="2827757" y="6036584"/>
            <a:ext cx="199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Undirected graph</a:t>
            </a:r>
          </a:p>
        </p:txBody>
      </p:sp>
    </p:spTree>
    <p:extLst>
      <p:ext uri="{BB962C8B-B14F-4D97-AF65-F5344CB8AC3E}">
        <p14:creationId xmlns:p14="http://schemas.microsoft.com/office/powerpoint/2010/main" val="3583570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A542D-A109-28E0-BBF2-C8D2AF4C3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13AE61A6-9E41-3DDB-C02D-684BB94BAAE6}"/>
              </a:ext>
            </a:extLst>
          </p:cNvPr>
          <p:cNvGrpSpPr/>
          <p:nvPr/>
        </p:nvGrpSpPr>
        <p:grpSpPr>
          <a:xfrm>
            <a:off x="267152" y="1861813"/>
            <a:ext cx="5097864" cy="3579003"/>
            <a:chOff x="998136" y="1691264"/>
            <a:chExt cx="5097864" cy="35790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4BBAEB-310B-3D9C-E05E-D8D02E33F73F}"/>
                </a:ext>
              </a:extLst>
            </p:cNvPr>
            <p:cNvGrpSpPr/>
            <p:nvPr/>
          </p:nvGrpSpPr>
          <p:grpSpPr>
            <a:xfrm>
              <a:off x="998136" y="2493652"/>
              <a:ext cx="783771" cy="728321"/>
              <a:chOff x="3308071" y="3976840"/>
              <a:chExt cx="783771" cy="728321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45F9752-4F44-BAE0-81C9-82B27E55324E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A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A2342B1-8F8C-C8EE-C78A-68803996CFC9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9020A3A-C063-5486-2001-66EE72CCFEE3}"/>
                </a:ext>
              </a:extLst>
            </p:cNvPr>
            <p:cNvGrpSpPr/>
            <p:nvPr/>
          </p:nvGrpSpPr>
          <p:grpSpPr>
            <a:xfrm>
              <a:off x="3099916" y="2493652"/>
              <a:ext cx="783771" cy="728321"/>
              <a:chOff x="3308071" y="3976840"/>
              <a:chExt cx="783771" cy="728321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9DBF4BE-699E-B3D3-E061-1E5663159537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C3C7CC5-67A8-34E9-174F-B2A15BD2ACE6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1549F97-9BF9-7FC7-B11B-EB72FA9C970D}"/>
                </a:ext>
              </a:extLst>
            </p:cNvPr>
            <p:cNvGrpSpPr/>
            <p:nvPr/>
          </p:nvGrpSpPr>
          <p:grpSpPr>
            <a:xfrm>
              <a:off x="998136" y="4541946"/>
              <a:ext cx="783771" cy="728321"/>
              <a:chOff x="3308071" y="3976840"/>
              <a:chExt cx="783771" cy="72832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75AB57-5152-3F6A-31C3-75BF19ABD675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DC8CB93-6372-1282-232A-BA41263C1BD0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C63774B-7F8B-F7A8-046B-A5453C841CC3}"/>
                </a:ext>
              </a:extLst>
            </p:cNvPr>
            <p:cNvGrpSpPr/>
            <p:nvPr/>
          </p:nvGrpSpPr>
          <p:grpSpPr>
            <a:xfrm>
              <a:off x="3104545" y="4530681"/>
              <a:ext cx="783771" cy="728321"/>
              <a:chOff x="3308071" y="3976840"/>
              <a:chExt cx="783771" cy="72832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73A409-56E0-BCC9-262F-739EE6D7E9CB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E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F5397E2-4BC9-CBD1-F5A0-50B6A44A940E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4805ECD-6686-D3EA-3EEE-D3AFACF10059}"/>
                </a:ext>
              </a:extLst>
            </p:cNvPr>
            <p:cNvGrpSpPr/>
            <p:nvPr/>
          </p:nvGrpSpPr>
          <p:grpSpPr>
            <a:xfrm>
              <a:off x="5312229" y="3470017"/>
              <a:ext cx="783771" cy="728321"/>
              <a:chOff x="3308071" y="3976840"/>
              <a:chExt cx="783771" cy="728321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5AA494-0B97-B8A1-C566-FE39A25F06A2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C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B32512E-C8B8-9018-7C7B-0C075A83BAAB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5F8D305-3011-0707-11A3-B368746FBDAE}"/>
                </a:ext>
              </a:extLst>
            </p:cNvPr>
            <p:cNvCxnSpPr>
              <a:stCxn id="6" idx="4"/>
              <a:endCxn id="12" idx="0"/>
            </p:cNvCxnSpPr>
            <p:nvPr/>
          </p:nvCxnSpPr>
          <p:spPr>
            <a:xfrm>
              <a:off x="1390022" y="3221973"/>
              <a:ext cx="0" cy="131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AE3CD62-0856-8FE4-7151-A6080EABEC85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H="1" flipV="1">
              <a:off x="3491802" y="3221973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3CA2E7-27C3-7715-1CC2-18E596B1BF6B}"/>
                </a:ext>
              </a:extLst>
            </p:cNvPr>
            <p:cNvCxnSpPr>
              <a:cxnSpLocks/>
              <a:stCxn id="12" idx="6"/>
              <a:endCxn id="15" idx="2"/>
            </p:cNvCxnSpPr>
            <p:nvPr/>
          </p:nvCxnSpPr>
          <p:spPr>
            <a:xfrm flipV="1">
              <a:off x="1781907" y="4894842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036184F-EFEA-2011-50EA-0F14EEE09151}"/>
                </a:ext>
              </a:extLst>
            </p:cNvPr>
            <p:cNvCxnSpPr>
              <a:cxnSpLocks/>
              <a:stCxn id="9" idx="6"/>
              <a:endCxn id="18" idx="1"/>
            </p:cNvCxnSpPr>
            <p:nvPr/>
          </p:nvCxnSpPr>
          <p:spPr>
            <a:xfrm>
              <a:off x="3883687" y="2857813"/>
              <a:ext cx="1543323" cy="7188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A0D01D9-724E-403E-9261-06A4335CFB54}"/>
                </a:ext>
              </a:extLst>
            </p:cNvPr>
            <p:cNvCxnSpPr>
              <a:cxnSpLocks/>
              <a:stCxn id="15" idx="6"/>
              <a:endCxn id="18" idx="3"/>
            </p:cNvCxnSpPr>
            <p:nvPr/>
          </p:nvCxnSpPr>
          <p:spPr>
            <a:xfrm flipV="1">
              <a:off x="3888316" y="4091678"/>
              <a:ext cx="1538694" cy="8031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5DB557B-979A-D989-2CF5-AA2FF649C981}"/>
                </a:ext>
              </a:extLst>
            </p:cNvPr>
            <p:cNvSpPr/>
            <p:nvPr/>
          </p:nvSpPr>
          <p:spPr>
            <a:xfrm>
              <a:off x="1386670" y="1691264"/>
              <a:ext cx="4344143" cy="1778753"/>
            </a:xfrm>
            <a:custGeom>
              <a:avLst/>
              <a:gdLst>
                <a:gd name="csX0" fmla="*/ 0 w 4330840"/>
                <a:gd name="csY0" fmla="*/ 808296 h 1813131"/>
                <a:gd name="csX1" fmla="*/ 2280976 w 4330840"/>
                <a:gd name="csY1" fmla="*/ 34573 h 1813131"/>
                <a:gd name="csX2" fmla="*/ 4330840 w 4330840"/>
                <a:gd name="csY2" fmla="*/ 1813131 h 181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30840" h="1813131">
                  <a:moveTo>
                    <a:pt x="0" y="808296"/>
                  </a:moveTo>
                  <a:cubicBezTo>
                    <a:pt x="779584" y="337698"/>
                    <a:pt x="1559169" y="-132900"/>
                    <a:pt x="2280976" y="34573"/>
                  </a:cubicBezTo>
                  <a:cubicBezTo>
                    <a:pt x="3002783" y="202045"/>
                    <a:pt x="3666811" y="1007588"/>
                    <a:pt x="4330840" y="1813131"/>
                  </a:cubicBezTo>
                </a:path>
              </a:pathLst>
            </a:cu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EF2CB3B-5496-EFDC-90D7-E2D27BD11FD9}"/>
              </a:ext>
            </a:extLst>
          </p:cNvPr>
          <p:cNvGrpSpPr/>
          <p:nvPr/>
        </p:nvGrpSpPr>
        <p:grpSpPr>
          <a:xfrm>
            <a:off x="5735724" y="3640566"/>
            <a:ext cx="2890180" cy="2776615"/>
            <a:chOff x="7916427" y="2220777"/>
            <a:chExt cx="2890180" cy="27766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5C675F5-8BA3-84E0-6184-CD995008CF1C}"/>
                </a:ext>
              </a:extLst>
            </p:cNvPr>
            <p:cNvGrpSpPr/>
            <p:nvPr/>
          </p:nvGrpSpPr>
          <p:grpSpPr>
            <a:xfrm>
              <a:off x="7916427" y="2220777"/>
              <a:ext cx="783771" cy="728321"/>
              <a:chOff x="3308071" y="3976840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18E9106-6AE4-842A-DA9B-A0D5B141CD7A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F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BBC69AB3-6CE0-A906-127B-5B13E739CF8B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2CD588-BC6B-141F-3572-46DE02D4F51D}"/>
                </a:ext>
              </a:extLst>
            </p:cNvPr>
            <p:cNvGrpSpPr/>
            <p:nvPr/>
          </p:nvGrpSpPr>
          <p:grpSpPr>
            <a:xfrm>
              <a:off x="10018207" y="2220777"/>
              <a:ext cx="783771" cy="728321"/>
              <a:chOff x="3308071" y="3976840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A0D4161-684A-EA25-EE89-B42404945CC2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G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82D4911-FFDB-5168-3E1D-03CF502371C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5DEF7B7B-2505-770A-B7BB-2FCA4CE130BF}"/>
                </a:ext>
              </a:extLst>
            </p:cNvPr>
            <p:cNvGrpSpPr/>
            <p:nvPr/>
          </p:nvGrpSpPr>
          <p:grpSpPr>
            <a:xfrm>
              <a:off x="7916427" y="4269071"/>
              <a:ext cx="783771" cy="728321"/>
              <a:chOff x="3308071" y="3976840"/>
              <a:chExt cx="783771" cy="72832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C94443A-443A-B54C-83B3-84CE210C2FB6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H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1342D236-9B8C-B2B5-5057-C1C92514C431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0F0413E-5046-ECF4-D1D7-9C6A1DAC0132}"/>
                </a:ext>
              </a:extLst>
            </p:cNvPr>
            <p:cNvGrpSpPr/>
            <p:nvPr/>
          </p:nvGrpSpPr>
          <p:grpSpPr>
            <a:xfrm>
              <a:off x="10022836" y="4257806"/>
              <a:ext cx="783771" cy="728321"/>
              <a:chOff x="3308071" y="3976840"/>
              <a:chExt cx="783771" cy="72832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4698E42-4398-27B7-3096-754A534CCDE8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4437CD3D-30DA-80D5-A26A-A9D2D587DA74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335AAC1-880D-9C77-CBBC-698BA62BBE99}"/>
                </a:ext>
              </a:extLst>
            </p:cNvPr>
            <p:cNvCxnSpPr>
              <a:cxnSpLocks/>
              <a:stCxn id="28" idx="5"/>
              <a:endCxn id="37" idx="1"/>
            </p:cNvCxnSpPr>
            <p:nvPr/>
          </p:nvCxnSpPr>
          <p:spPr>
            <a:xfrm>
              <a:off x="8585417" y="2842438"/>
              <a:ext cx="1552200" cy="15220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3D9652C-35A4-BEBF-C19C-9F2AB5FFCCF1}"/>
                </a:ext>
              </a:extLst>
            </p:cNvPr>
            <p:cNvCxnSpPr>
              <a:cxnSpLocks/>
              <a:stCxn id="37" idx="0"/>
              <a:endCxn id="31" idx="4"/>
            </p:cNvCxnSpPr>
            <p:nvPr/>
          </p:nvCxnSpPr>
          <p:spPr>
            <a:xfrm flipH="1" flipV="1">
              <a:off x="10410093" y="2949098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EADF358-80CF-F2A6-6C07-9415FE8E5301}"/>
                </a:ext>
              </a:extLst>
            </p:cNvPr>
            <p:cNvCxnSpPr>
              <a:cxnSpLocks/>
              <a:stCxn id="34" idx="6"/>
              <a:endCxn id="37" idx="2"/>
            </p:cNvCxnSpPr>
            <p:nvPr/>
          </p:nvCxnSpPr>
          <p:spPr>
            <a:xfrm flipV="1">
              <a:off x="8700198" y="4621967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EE70043-208E-9221-DACF-13B11B52BA4A}"/>
                  </a:ext>
                </a:extLst>
              </p:cNvPr>
              <p:cNvSpPr txBox="1"/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9   {A, B, C, D, E, F, G, H, 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9    {AD, AC, BE, BC, CE, DE, FI, GI, HI}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BCE, ADEBC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2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ADEBC (and others)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vertex degrees: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2+2+3+2+3+1+1+1+3=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18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EE70043-208E-9221-DACF-13B11B52B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blipFill>
                <a:blip r:embed="rId2"/>
                <a:stretch>
                  <a:fillRect l="-634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2231D2BF-9899-46D2-B930-9BA520CAD4DD}"/>
              </a:ext>
            </a:extLst>
          </p:cNvPr>
          <p:cNvSpPr txBox="1"/>
          <p:nvPr/>
        </p:nvSpPr>
        <p:spPr>
          <a:xfrm>
            <a:off x="1048776" y="284369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2946F50-14B4-0C59-F331-D793AAA18C21}"/>
              </a:ext>
            </a:extLst>
          </p:cNvPr>
          <p:cNvSpPr txBox="1"/>
          <p:nvPr/>
        </p:nvSpPr>
        <p:spPr>
          <a:xfrm>
            <a:off x="900226" y="447914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86564B-239A-3A24-C72F-3CD695D12A32}"/>
              </a:ext>
            </a:extLst>
          </p:cNvPr>
          <p:cNvSpPr txBox="1"/>
          <p:nvPr/>
        </p:nvSpPr>
        <p:spPr>
          <a:xfrm>
            <a:off x="2376003" y="24138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E6DC69-FBDE-09A0-C61F-43827C5C9233}"/>
              </a:ext>
            </a:extLst>
          </p:cNvPr>
          <p:cNvSpPr txBox="1"/>
          <p:nvPr/>
        </p:nvSpPr>
        <p:spPr>
          <a:xfrm>
            <a:off x="2221954" y="44956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7E9485A-01B3-C3F9-2A42-ABA18EEE9615}"/>
              </a:ext>
            </a:extLst>
          </p:cNvPr>
          <p:cNvSpPr txBox="1"/>
          <p:nvPr/>
        </p:nvSpPr>
        <p:spPr>
          <a:xfrm>
            <a:off x="4966374" y="33553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4D8AB6-B7B4-4DD7-B528-CF303B90BD19}"/>
              </a:ext>
            </a:extLst>
          </p:cNvPr>
          <p:cNvSpPr txBox="1"/>
          <p:nvPr/>
        </p:nvSpPr>
        <p:spPr>
          <a:xfrm>
            <a:off x="5941951" y="331906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360146-4F97-26CE-542A-6C7F76FC7F33}"/>
              </a:ext>
            </a:extLst>
          </p:cNvPr>
          <p:cNvSpPr txBox="1"/>
          <p:nvPr/>
        </p:nvSpPr>
        <p:spPr>
          <a:xfrm>
            <a:off x="5941951" y="53651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6DC548B-30A5-5C86-FC0F-A3DB5EAB2EDA}"/>
              </a:ext>
            </a:extLst>
          </p:cNvPr>
          <p:cNvSpPr txBox="1"/>
          <p:nvPr/>
        </p:nvSpPr>
        <p:spPr>
          <a:xfrm>
            <a:off x="8046918" y="334208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690DBD-251E-4762-19EE-57C75A8A5F75}"/>
              </a:ext>
            </a:extLst>
          </p:cNvPr>
          <p:cNvSpPr txBox="1"/>
          <p:nvPr/>
        </p:nvSpPr>
        <p:spPr>
          <a:xfrm>
            <a:off x="8445401" y="54913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578AD2-9837-ABDA-37BC-54D1A050D796}"/>
              </a:ext>
            </a:extLst>
          </p:cNvPr>
          <p:cNvSpPr txBox="1"/>
          <p:nvPr/>
        </p:nvSpPr>
        <p:spPr>
          <a:xfrm>
            <a:off x="2827757" y="6036584"/>
            <a:ext cx="199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Undirected graph</a:t>
            </a:r>
          </a:p>
        </p:txBody>
      </p:sp>
      <p:sp>
        <p:nvSpPr>
          <p:cNvPr id="90" name="Title 1">
            <a:extLst>
              <a:ext uri="{FF2B5EF4-FFF2-40B4-BE49-F238E27FC236}">
                <a16:creationId xmlns:a16="http://schemas.microsoft.com/office/drawing/2014/main" id="{3EFD2E8A-CDE1-5764-503D-B4180A3DB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928" y="372340"/>
            <a:ext cx="10515600" cy="1325563"/>
          </a:xfrm>
        </p:spPr>
        <p:txBody>
          <a:bodyPr/>
          <a:lstStyle/>
          <a:p>
            <a:r>
              <a:rPr lang="en-US" dirty="0"/>
              <a:t>Undirected Graphs</a:t>
            </a:r>
          </a:p>
        </p:txBody>
      </p:sp>
    </p:spTree>
    <p:extLst>
      <p:ext uri="{BB962C8B-B14F-4D97-AF65-F5344CB8AC3E}">
        <p14:creationId xmlns:p14="http://schemas.microsoft.com/office/powerpoint/2010/main" val="647110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B4C2B-15EE-7BC4-4C34-79781844D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55D9-7DC7-C83B-F852-1D6A7A9F5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Theory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4CFDB4A-EF87-848D-51CF-029A5F70E632}"/>
              </a:ext>
            </a:extLst>
          </p:cNvPr>
          <p:cNvGrpSpPr/>
          <p:nvPr/>
        </p:nvGrpSpPr>
        <p:grpSpPr>
          <a:xfrm>
            <a:off x="267152" y="1861813"/>
            <a:ext cx="5097864" cy="3579003"/>
            <a:chOff x="998136" y="1691264"/>
            <a:chExt cx="5097864" cy="35790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1B10532-91B7-35A6-2A04-D4FF2054F70E}"/>
                </a:ext>
              </a:extLst>
            </p:cNvPr>
            <p:cNvGrpSpPr/>
            <p:nvPr/>
          </p:nvGrpSpPr>
          <p:grpSpPr>
            <a:xfrm>
              <a:off x="998136" y="2493652"/>
              <a:ext cx="783771" cy="728321"/>
              <a:chOff x="3308071" y="3976840"/>
              <a:chExt cx="783771" cy="728321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A6E8AA-58FC-C6BE-64D5-51927B06F4BD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A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2930823-CB8D-6DFF-8830-CD84FDE8A642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001B0F8-83FF-300C-A6E3-85C7D6D4DB21}"/>
                </a:ext>
              </a:extLst>
            </p:cNvPr>
            <p:cNvGrpSpPr/>
            <p:nvPr/>
          </p:nvGrpSpPr>
          <p:grpSpPr>
            <a:xfrm>
              <a:off x="3099916" y="2493652"/>
              <a:ext cx="783771" cy="728321"/>
              <a:chOff x="3308071" y="3976840"/>
              <a:chExt cx="783771" cy="728321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8A3C7F-2BC1-814C-097B-D3E38169B4F1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DD5EA6C-1F39-5BB5-F4C5-DA46464E4AB4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407EC8F-1BB2-C89F-4342-256077DB8B5F}"/>
                </a:ext>
              </a:extLst>
            </p:cNvPr>
            <p:cNvGrpSpPr/>
            <p:nvPr/>
          </p:nvGrpSpPr>
          <p:grpSpPr>
            <a:xfrm>
              <a:off x="998136" y="4541946"/>
              <a:ext cx="783771" cy="728321"/>
              <a:chOff x="3308071" y="3976840"/>
              <a:chExt cx="783771" cy="72832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B02E5C6-A83B-593F-41BD-65A64C31A4A2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579B173-F835-1BFE-DED6-AD2BE66866BE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B25082C-B59A-F054-BF5A-D00E1C19B659}"/>
                </a:ext>
              </a:extLst>
            </p:cNvPr>
            <p:cNvGrpSpPr/>
            <p:nvPr/>
          </p:nvGrpSpPr>
          <p:grpSpPr>
            <a:xfrm>
              <a:off x="3104545" y="4530681"/>
              <a:ext cx="783771" cy="728321"/>
              <a:chOff x="3308071" y="3976840"/>
              <a:chExt cx="783771" cy="72832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72B6EA-B622-7DB4-97DB-BA81B1E19A3C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E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78EB01CA-50CE-1F68-606F-FD84C8AA3BB6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92B958D-E52B-5EA1-CC30-923BAB1B810B}"/>
                </a:ext>
              </a:extLst>
            </p:cNvPr>
            <p:cNvGrpSpPr/>
            <p:nvPr/>
          </p:nvGrpSpPr>
          <p:grpSpPr>
            <a:xfrm>
              <a:off x="5312229" y="3470017"/>
              <a:ext cx="783771" cy="728321"/>
              <a:chOff x="3308071" y="3976840"/>
              <a:chExt cx="783771" cy="728321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A8041A-BF79-3B72-A45D-19A63EFF05EC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C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4B428B4-6DEB-AC8F-9722-C082BA46801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F8734A2-E94A-F810-9AAB-C65C16BE7331}"/>
                </a:ext>
              </a:extLst>
            </p:cNvPr>
            <p:cNvCxnSpPr>
              <a:stCxn id="6" idx="4"/>
              <a:endCxn id="12" idx="0"/>
            </p:cNvCxnSpPr>
            <p:nvPr/>
          </p:nvCxnSpPr>
          <p:spPr>
            <a:xfrm>
              <a:off x="1390022" y="3221973"/>
              <a:ext cx="0" cy="131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DF609CC-02FB-0D25-F73B-83A23CA441CC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H="1" flipV="1">
              <a:off x="3491802" y="3221973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B957CA8-8933-F7DC-ECEB-0BC2B1F24F8F}"/>
                </a:ext>
              </a:extLst>
            </p:cNvPr>
            <p:cNvCxnSpPr>
              <a:cxnSpLocks/>
              <a:stCxn id="12" idx="6"/>
              <a:endCxn id="15" idx="2"/>
            </p:cNvCxnSpPr>
            <p:nvPr/>
          </p:nvCxnSpPr>
          <p:spPr>
            <a:xfrm flipV="1">
              <a:off x="1781907" y="4894842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67684C2-1EB1-5220-5F5F-B2DCDAC35038}"/>
                </a:ext>
              </a:extLst>
            </p:cNvPr>
            <p:cNvCxnSpPr>
              <a:cxnSpLocks/>
              <a:stCxn id="9" idx="6"/>
              <a:endCxn id="18" idx="1"/>
            </p:cNvCxnSpPr>
            <p:nvPr/>
          </p:nvCxnSpPr>
          <p:spPr>
            <a:xfrm>
              <a:off x="3883687" y="2857813"/>
              <a:ext cx="1543323" cy="7188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54933D9-A9B4-06DF-D553-2B0E9ED4B549}"/>
                </a:ext>
              </a:extLst>
            </p:cNvPr>
            <p:cNvCxnSpPr>
              <a:cxnSpLocks/>
              <a:stCxn id="15" idx="6"/>
              <a:endCxn id="18" idx="3"/>
            </p:cNvCxnSpPr>
            <p:nvPr/>
          </p:nvCxnSpPr>
          <p:spPr>
            <a:xfrm flipV="1">
              <a:off x="3888316" y="4091678"/>
              <a:ext cx="1538694" cy="8031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01961A9-9C97-F02C-5C28-E681A48F17AB}"/>
                </a:ext>
              </a:extLst>
            </p:cNvPr>
            <p:cNvSpPr/>
            <p:nvPr/>
          </p:nvSpPr>
          <p:spPr>
            <a:xfrm>
              <a:off x="1386670" y="1691264"/>
              <a:ext cx="4344143" cy="1778753"/>
            </a:xfrm>
            <a:custGeom>
              <a:avLst/>
              <a:gdLst>
                <a:gd name="csX0" fmla="*/ 0 w 4330840"/>
                <a:gd name="csY0" fmla="*/ 808296 h 1813131"/>
                <a:gd name="csX1" fmla="*/ 2280976 w 4330840"/>
                <a:gd name="csY1" fmla="*/ 34573 h 1813131"/>
                <a:gd name="csX2" fmla="*/ 4330840 w 4330840"/>
                <a:gd name="csY2" fmla="*/ 1813131 h 181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30840" h="1813131">
                  <a:moveTo>
                    <a:pt x="0" y="808296"/>
                  </a:moveTo>
                  <a:cubicBezTo>
                    <a:pt x="779584" y="337698"/>
                    <a:pt x="1559169" y="-132900"/>
                    <a:pt x="2280976" y="34573"/>
                  </a:cubicBezTo>
                  <a:cubicBezTo>
                    <a:pt x="3002783" y="202045"/>
                    <a:pt x="3666811" y="1007588"/>
                    <a:pt x="4330840" y="1813131"/>
                  </a:cubicBezTo>
                </a:path>
              </a:pathLst>
            </a:cu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5B3DBCA-1DDF-D313-B4FF-346ABBDCD489}"/>
              </a:ext>
            </a:extLst>
          </p:cNvPr>
          <p:cNvGrpSpPr/>
          <p:nvPr/>
        </p:nvGrpSpPr>
        <p:grpSpPr>
          <a:xfrm>
            <a:off x="5735724" y="3640566"/>
            <a:ext cx="2890180" cy="2776615"/>
            <a:chOff x="7916427" y="2220777"/>
            <a:chExt cx="2890180" cy="27766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495DC1E-9F1C-9FA2-98CE-7210856B79BB}"/>
                </a:ext>
              </a:extLst>
            </p:cNvPr>
            <p:cNvGrpSpPr/>
            <p:nvPr/>
          </p:nvGrpSpPr>
          <p:grpSpPr>
            <a:xfrm>
              <a:off x="7916427" y="2220777"/>
              <a:ext cx="783771" cy="728321"/>
              <a:chOff x="3308071" y="3976840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85221AB-4293-C8D3-A779-9606D1A7A4EB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F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353A8E2-3FA6-CCC5-2B72-071AD8C3B1B7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176A32E-DB74-9119-32E7-246DF8582252}"/>
                </a:ext>
              </a:extLst>
            </p:cNvPr>
            <p:cNvGrpSpPr/>
            <p:nvPr/>
          </p:nvGrpSpPr>
          <p:grpSpPr>
            <a:xfrm>
              <a:off x="10018207" y="2220777"/>
              <a:ext cx="783771" cy="728321"/>
              <a:chOff x="3308071" y="3976840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47A2CF0-0F06-1AC3-35F7-731C7E73B88F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G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DC5684C-4ECE-4F21-0455-A697AEA042EE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D378CDF-5C5C-70C8-DEA2-5DC833DC4201}"/>
                </a:ext>
              </a:extLst>
            </p:cNvPr>
            <p:cNvGrpSpPr/>
            <p:nvPr/>
          </p:nvGrpSpPr>
          <p:grpSpPr>
            <a:xfrm>
              <a:off x="7916427" y="4269071"/>
              <a:ext cx="783771" cy="728321"/>
              <a:chOff x="3308071" y="3976840"/>
              <a:chExt cx="783771" cy="72832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7B593ED-B34A-E575-7685-8B6D1E2C6C10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H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84B4480-9C57-5FEE-4730-D78A650F2CFE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5A15350-BD03-E97E-24BE-C12B6AF5E7C7}"/>
                </a:ext>
              </a:extLst>
            </p:cNvPr>
            <p:cNvGrpSpPr/>
            <p:nvPr/>
          </p:nvGrpSpPr>
          <p:grpSpPr>
            <a:xfrm>
              <a:off x="10022836" y="4257806"/>
              <a:ext cx="783771" cy="728321"/>
              <a:chOff x="3308071" y="3976840"/>
              <a:chExt cx="783771" cy="72832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E64B146-A920-DBE7-FF00-3F5CCF3EC4CE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8834096D-4E4A-5E64-6352-2F1EB773D1A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C707FFB-49DB-A548-8577-A98D4497D0B9}"/>
                </a:ext>
              </a:extLst>
            </p:cNvPr>
            <p:cNvCxnSpPr>
              <a:cxnSpLocks/>
              <a:stCxn id="28" idx="5"/>
              <a:endCxn id="37" idx="1"/>
            </p:cNvCxnSpPr>
            <p:nvPr/>
          </p:nvCxnSpPr>
          <p:spPr>
            <a:xfrm>
              <a:off x="8585417" y="2842438"/>
              <a:ext cx="1552200" cy="15220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504084-6585-0567-1234-713F890EE19C}"/>
                </a:ext>
              </a:extLst>
            </p:cNvPr>
            <p:cNvCxnSpPr>
              <a:cxnSpLocks/>
              <a:stCxn id="37" idx="0"/>
              <a:endCxn id="31" idx="4"/>
            </p:cNvCxnSpPr>
            <p:nvPr/>
          </p:nvCxnSpPr>
          <p:spPr>
            <a:xfrm flipH="1" flipV="1">
              <a:off x="10410093" y="2949098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8023030-4BF1-30C7-84D5-0B61346B9386}"/>
                </a:ext>
              </a:extLst>
            </p:cNvPr>
            <p:cNvCxnSpPr>
              <a:cxnSpLocks/>
              <a:stCxn id="34" idx="6"/>
              <a:endCxn id="37" idx="2"/>
            </p:cNvCxnSpPr>
            <p:nvPr/>
          </p:nvCxnSpPr>
          <p:spPr>
            <a:xfrm flipV="1">
              <a:off x="8700198" y="4621967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ECEE3A9-51B6-FE0B-922D-6977909CEC5A}"/>
                  </a:ext>
                </a:extLst>
              </p:cNvPr>
              <p:cNvSpPr txBox="1"/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9   {A, B, C, D, E, F, G, H, 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9    {AD, AC, BE, BC, CE, DE, FI, GI, HI}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BCE, ADEBC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2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ADEBC (and others)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vertex degrees: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2+2+3+2+3+1+1+1+3=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18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ECEE3A9-51B6-FE0B-922D-6977909CE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blipFill>
                <a:blip r:embed="rId2"/>
                <a:stretch>
                  <a:fillRect l="-634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E5EA7D8B-DBE1-CA4F-80CC-0E1B581BF69A}"/>
              </a:ext>
            </a:extLst>
          </p:cNvPr>
          <p:cNvSpPr txBox="1"/>
          <p:nvPr/>
        </p:nvSpPr>
        <p:spPr>
          <a:xfrm>
            <a:off x="1048776" y="284369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D3EBC5-8728-F145-F497-97E6AC01A134}"/>
              </a:ext>
            </a:extLst>
          </p:cNvPr>
          <p:cNvSpPr txBox="1"/>
          <p:nvPr/>
        </p:nvSpPr>
        <p:spPr>
          <a:xfrm>
            <a:off x="900226" y="447914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0C7C59-49E5-B9D0-7ECC-212E3BEA94E7}"/>
              </a:ext>
            </a:extLst>
          </p:cNvPr>
          <p:cNvSpPr txBox="1"/>
          <p:nvPr/>
        </p:nvSpPr>
        <p:spPr>
          <a:xfrm>
            <a:off x="2376003" y="24138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3352BB3-12AA-6DF9-7D20-66C44AF9C3AE}"/>
              </a:ext>
            </a:extLst>
          </p:cNvPr>
          <p:cNvSpPr txBox="1"/>
          <p:nvPr/>
        </p:nvSpPr>
        <p:spPr>
          <a:xfrm>
            <a:off x="2221954" y="44956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C19E7A-74A9-8A5F-AF10-FC1A322537F6}"/>
              </a:ext>
            </a:extLst>
          </p:cNvPr>
          <p:cNvSpPr txBox="1"/>
          <p:nvPr/>
        </p:nvSpPr>
        <p:spPr>
          <a:xfrm>
            <a:off x="4966374" y="33553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C18B07-1F80-5BD5-6217-5D83DF9B4E34}"/>
              </a:ext>
            </a:extLst>
          </p:cNvPr>
          <p:cNvSpPr txBox="1"/>
          <p:nvPr/>
        </p:nvSpPr>
        <p:spPr>
          <a:xfrm>
            <a:off x="5941951" y="331906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8DB5D5-3334-BA36-C5BA-9A670C3B8EBF}"/>
              </a:ext>
            </a:extLst>
          </p:cNvPr>
          <p:cNvSpPr txBox="1"/>
          <p:nvPr/>
        </p:nvSpPr>
        <p:spPr>
          <a:xfrm>
            <a:off x="5941951" y="53651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C4F32D-56D1-AA42-5DB7-F92465F57978}"/>
              </a:ext>
            </a:extLst>
          </p:cNvPr>
          <p:cNvSpPr txBox="1"/>
          <p:nvPr/>
        </p:nvSpPr>
        <p:spPr>
          <a:xfrm>
            <a:off x="8046918" y="334208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1F9A374-C161-51A6-2654-8A1C36731F72}"/>
              </a:ext>
            </a:extLst>
          </p:cNvPr>
          <p:cNvSpPr txBox="1"/>
          <p:nvPr/>
        </p:nvSpPr>
        <p:spPr>
          <a:xfrm>
            <a:off x="8445401" y="54913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653A4C-F67D-346A-9FD2-B1F6F5D4F27D}"/>
              </a:ext>
            </a:extLst>
          </p:cNvPr>
          <p:cNvSpPr txBox="1"/>
          <p:nvPr/>
        </p:nvSpPr>
        <p:spPr>
          <a:xfrm>
            <a:off x="2827757" y="6036584"/>
            <a:ext cx="199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Undirected graph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0CDAB9C-6AA2-25BE-C17D-58F5EC2B5119}"/>
              </a:ext>
            </a:extLst>
          </p:cNvPr>
          <p:cNvSpPr txBox="1"/>
          <p:nvPr/>
        </p:nvSpPr>
        <p:spPr>
          <a:xfrm>
            <a:off x="9085707" y="2852682"/>
            <a:ext cx="305831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</a:t>
            </a:r>
            <a:r>
              <a:rPr lang="en-US" b="1" dirty="0"/>
              <a:t>simple graph </a:t>
            </a:r>
            <a:r>
              <a:rPr lang="en-US" dirty="0"/>
              <a:t>has at most one edge between any pair of vertices, and no loop edges (e.g. edges where both ends are the same vertex).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194895B-DFC6-1B0E-6F17-9F212AB0AE85}"/>
              </a:ext>
            </a:extLst>
          </p:cNvPr>
          <p:cNvGrpSpPr/>
          <p:nvPr/>
        </p:nvGrpSpPr>
        <p:grpSpPr>
          <a:xfrm>
            <a:off x="9171666" y="4609945"/>
            <a:ext cx="783771" cy="728321"/>
            <a:chOff x="3308071" y="3976840"/>
            <a:chExt cx="783771" cy="728321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43C0D84-480B-545B-327B-BF00386204DB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sz="2800" b="1" dirty="0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FD36C78-F71C-BF2D-F149-8425E4C6CA0B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2A67BD13-8B00-FEF1-90FF-536923F2747A}"/>
              </a:ext>
            </a:extLst>
          </p:cNvPr>
          <p:cNvGrpSpPr/>
          <p:nvPr/>
        </p:nvGrpSpPr>
        <p:grpSpPr>
          <a:xfrm>
            <a:off x="11278075" y="4598680"/>
            <a:ext cx="783771" cy="728321"/>
            <a:chOff x="3308071" y="3976840"/>
            <a:chExt cx="783771" cy="728321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53EAE5F-9243-8A2C-8843-B4C39AAB82C2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sz="2800" b="1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27BD48F6-9D20-3D59-C343-F5383E8DD993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3D6FBD3-88DE-E1CB-53F1-9A97A95E634F}"/>
              </a:ext>
            </a:extLst>
          </p:cNvPr>
          <p:cNvCxnSpPr>
            <a:cxnSpLocks/>
            <a:endCxn id="71" idx="7"/>
          </p:cNvCxnSpPr>
          <p:nvPr/>
        </p:nvCxnSpPr>
        <p:spPr>
          <a:xfrm flipH="1">
            <a:off x="9840656" y="4701231"/>
            <a:ext cx="1554175" cy="153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959D065-B2D7-C673-F141-3186218C4FBA}"/>
              </a:ext>
            </a:extLst>
          </p:cNvPr>
          <p:cNvCxnSpPr>
            <a:cxnSpLocks/>
            <a:stCxn id="74" idx="3"/>
            <a:endCxn id="71" idx="5"/>
          </p:cNvCxnSpPr>
          <p:nvPr/>
        </p:nvCxnSpPr>
        <p:spPr>
          <a:xfrm flipH="1">
            <a:off x="9840656" y="5220341"/>
            <a:ext cx="1552200" cy="112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7C5B79F-92EC-D57B-BF2B-CE6C1932D228}"/>
              </a:ext>
            </a:extLst>
          </p:cNvPr>
          <p:cNvGrpSpPr/>
          <p:nvPr/>
        </p:nvGrpSpPr>
        <p:grpSpPr>
          <a:xfrm>
            <a:off x="10175042" y="6028063"/>
            <a:ext cx="783771" cy="728321"/>
            <a:chOff x="3308071" y="3976840"/>
            <a:chExt cx="783771" cy="728321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EB7265F-98F5-ADF0-7E40-33B5152EAF33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endParaRPr lang="en-US" sz="2800" b="1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52238903-868E-1EDF-9536-47B8DA45F059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115FD9D-EFB3-461F-2AA6-5A35007E6F14}"/>
              </a:ext>
            </a:extLst>
          </p:cNvPr>
          <p:cNvGrpSpPr/>
          <p:nvPr/>
        </p:nvGrpSpPr>
        <p:grpSpPr>
          <a:xfrm>
            <a:off x="9171666" y="4405671"/>
            <a:ext cx="2890180" cy="932595"/>
            <a:chOff x="9171666" y="4405671"/>
            <a:chExt cx="2890180" cy="932595"/>
          </a:xfrm>
        </p:grpSpPr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429D78C5-69D8-6A17-21CD-9666D12ED3E1}"/>
                </a:ext>
              </a:extLst>
            </p:cNvPr>
            <p:cNvCxnSpPr>
              <a:cxnSpLocks/>
            </p:cNvCxnSpPr>
            <p:nvPr/>
          </p:nvCxnSpPr>
          <p:spPr>
            <a:xfrm>
              <a:off x="9288501" y="4405671"/>
              <a:ext cx="2773345" cy="91006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F058F48C-838A-045C-2FBF-B91C5BECAF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71666" y="4521287"/>
              <a:ext cx="2361296" cy="81697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11B5163-DE10-25A5-10E3-83099C6BB69B}"/>
              </a:ext>
            </a:extLst>
          </p:cNvPr>
          <p:cNvGrpSpPr/>
          <p:nvPr/>
        </p:nvGrpSpPr>
        <p:grpSpPr>
          <a:xfrm>
            <a:off x="9866828" y="5758287"/>
            <a:ext cx="1803132" cy="815431"/>
            <a:chOff x="9171666" y="4405671"/>
            <a:chExt cx="2890180" cy="932595"/>
          </a:xfrm>
        </p:grpSpPr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E832BBA1-730B-EA8B-5038-27104B3B6AE3}"/>
                </a:ext>
              </a:extLst>
            </p:cNvPr>
            <p:cNvCxnSpPr>
              <a:cxnSpLocks/>
            </p:cNvCxnSpPr>
            <p:nvPr/>
          </p:nvCxnSpPr>
          <p:spPr>
            <a:xfrm>
              <a:off x="9288501" y="4405671"/>
              <a:ext cx="2773345" cy="91006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1EBD172D-BB76-5AC7-03F9-309C0753C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71666" y="4521287"/>
              <a:ext cx="2361296" cy="81697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6" name="Freeform 85">
            <a:extLst>
              <a:ext uri="{FF2B5EF4-FFF2-40B4-BE49-F238E27FC236}">
                <a16:creationId xmlns:a16="http://schemas.microsoft.com/office/drawing/2014/main" id="{21ED8E0D-8145-0410-248D-B6F458364106}"/>
              </a:ext>
            </a:extLst>
          </p:cNvPr>
          <p:cNvSpPr/>
          <p:nvPr/>
        </p:nvSpPr>
        <p:spPr>
          <a:xfrm>
            <a:off x="10711543" y="5610722"/>
            <a:ext cx="549778" cy="729788"/>
          </a:xfrm>
          <a:custGeom>
            <a:avLst/>
            <a:gdLst>
              <a:gd name="csX0" fmla="*/ 0 w 549778"/>
              <a:gd name="csY0" fmla="*/ 438386 h 729788"/>
              <a:gd name="csX1" fmla="*/ 542611 w 549778"/>
              <a:gd name="csY1" fmla="*/ 6307 h 729788"/>
              <a:gd name="csX2" fmla="*/ 261257 w 549778"/>
              <a:gd name="csY2" fmla="*/ 729788 h 729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9778" h="729788">
                <a:moveTo>
                  <a:pt x="0" y="438386"/>
                </a:moveTo>
                <a:cubicBezTo>
                  <a:pt x="249534" y="198063"/>
                  <a:pt x="499068" y="-42260"/>
                  <a:pt x="542611" y="6307"/>
                </a:cubicBezTo>
                <a:cubicBezTo>
                  <a:pt x="586154" y="54874"/>
                  <a:pt x="423705" y="392331"/>
                  <a:pt x="261257" y="729788"/>
                </a:cubicBezTo>
              </a:path>
            </a:pathLst>
          </a:custGeom>
          <a:noFill/>
          <a:ln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CDC119B-A562-6AF4-670E-A03299B0D894}"/>
                  </a:ext>
                </a:extLst>
              </p14:cNvPr>
              <p14:cNvContentPartPr/>
              <p14:nvPr/>
            </p14:nvContentPartPr>
            <p14:xfrm>
              <a:off x="8940960" y="4361760"/>
              <a:ext cx="3187800" cy="24962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CDC119B-A562-6AF4-670E-A03299B0D89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31600" y="4352400"/>
                <a:ext cx="3206520" cy="2514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66028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DAB03-EBCD-1B0C-401C-F138ED871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6B668-E5B3-1B4F-F021-4A197B3F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Theory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2B2C7E4-0553-D068-1351-30375C0A81B4}"/>
              </a:ext>
            </a:extLst>
          </p:cNvPr>
          <p:cNvGrpSpPr/>
          <p:nvPr/>
        </p:nvGrpSpPr>
        <p:grpSpPr>
          <a:xfrm>
            <a:off x="267152" y="1861813"/>
            <a:ext cx="5097864" cy="3579003"/>
            <a:chOff x="998136" y="1691264"/>
            <a:chExt cx="5097864" cy="35790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1B20CC3-FE8C-D38D-793B-CF475D963C88}"/>
                </a:ext>
              </a:extLst>
            </p:cNvPr>
            <p:cNvGrpSpPr/>
            <p:nvPr/>
          </p:nvGrpSpPr>
          <p:grpSpPr>
            <a:xfrm>
              <a:off x="998136" y="2493652"/>
              <a:ext cx="783771" cy="728321"/>
              <a:chOff x="3308071" y="3976840"/>
              <a:chExt cx="783771" cy="728321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3305867-6734-3691-FBC5-728CA6899CB4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A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0A51ED2-2810-F046-7D89-4C492C8AFEE2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946DBDF-76B3-8CED-A44A-67B737CB1A1F}"/>
                </a:ext>
              </a:extLst>
            </p:cNvPr>
            <p:cNvGrpSpPr/>
            <p:nvPr/>
          </p:nvGrpSpPr>
          <p:grpSpPr>
            <a:xfrm>
              <a:off x="3099916" y="2493652"/>
              <a:ext cx="783771" cy="728321"/>
              <a:chOff x="3308071" y="3976840"/>
              <a:chExt cx="783771" cy="728321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B3DC5C-A84C-FEEF-79B8-A9D28DE79836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DD73FF2-7B9D-77AD-133F-A4E17809B47A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09E2226-23BC-4D0E-FF81-9E351C618B3C}"/>
                </a:ext>
              </a:extLst>
            </p:cNvPr>
            <p:cNvGrpSpPr/>
            <p:nvPr/>
          </p:nvGrpSpPr>
          <p:grpSpPr>
            <a:xfrm>
              <a:off x="998136" y="4541946"/>
              <a:ext cx="783771" cy="728321"/>
              <a:chOff x="3308071" y="3976840"/>
              <a:chExt cx="783771" cy="72832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6927CFC-8C02-3E4C-ED3E-41936DC5310F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45B6AEC-B784-DE17-55BD-1220E8E15FC7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6F9B309-54FB-9F0D-168B-9F6908B77869}"/>
                </a:ext>
              </a:extLst>
            </p:cNvPr>
            <p:cNvGrpSpPr/>
            <p:nvPr/>
          </p:nvGrpSpPr>
          <p:grpSpPr>
            <a:xfrm>
              <a:off x="3104545" y="4530681"/>
              <a:ext cx="783771" cy="728321"/>
              <a:chOff x="3308071" y="3976840"/>
              <a:chExt cx="783771" cy="72832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9D68CD-1F80-05BE-A4E4-D8D399591098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E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BFBAEB6-6FC4-3CE9-0BBF-DA51684122B5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9ABEDD4-58AE-D8E6-1B54-C6D669CA967A}"/>
                </a:ext>
              </a:extLst>
            </p:cNvPr>
            <p:cNvGrpSpPr/>
            <p:nvPr/>
          </p:nvGrpSpPr>
          <p:grpSpPr>
            <a:xfrm>
              <a:off x="5312229" y="3470017"/>
              <a:ext cx="783771" cy="728321"/>
              <a:chOff x="3308071" y="3976840"/>
              <a:chExt cx="783771" cy="728321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7D2EEE-DFBF-F3FF-A068-06432514F15C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C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DB83A61-8EFF-BACE-A4BD-0F64D29EE041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32E4EE7-17E7-5BC3-06EC-5FD0E6699814}"/>
                </a:ext>
              </a:extLst>
            </p:cNvPr>
            <p:cNvCxnSpPr>
              <a:stCxn id="6" idx="4"/>
              <a:endCxn id="12" idx="0"/>
            </p:cNvCxnSpPr>
            <p:nvPr/>
          </p:nvCxnSpPr>
          <p:spPr>
            <a:xfrm>
              <a:off x="1390022" y="3221973"/>
              <a:ext cx="0" cy="131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E2EA52-2FB4-9B9E-DF7F-DA5E97AB1F5F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H="1" flipV="1">
              <a:off x="3491802" y="3221973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81B489A-9A25-22C7-F9DB-EB3D1718F5C9}"/>
                </a:ext>
              </a:extLst>
            </p:cNvPr>
            <p:cNvCxnSpPr>
              <a:cxnSpLocks/>
              <a:stCxn id="12" idx="6"/>
              <a:endCxn id="15" idx="2"/>
            </p:cNvCxnSpPr>
            <p:nvPr/>
          </p:nvCxnSpPr>
          <p:spPr>
            <a:xfrm flipV="1">
              <a:off x="1781907" y="4894842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DBD3B2C-4558-9A26-EDC3-8F8A7DCB79CF}"/>
                </a:ext>
              </a:extLst>
            </p:cNvPr>
            <p:cNvCxnSpPr>
              <a:cxnSpLocks/>
              <a:stCxn id="9" idx="6"/>
              <a:endCxn id="18" idx="1"/>
            </p:cNvCxnSpPr>
            <p:nvPr/>
          </p:nvCxnSpPr>
          <p:spPr>
            <a:xfrm>
              <a:off x="3883687" y="2857813"/>
              <a:ext cx="1543323" cy="7188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2F24915-7C45-0A8E-810B-964FE0FFA8F8}"/>
                </a:ext>
              </a:extLst>
            </p:cNvPr>
            <p:cNvCxnSpPr>
              <a:cxnSpLocks/>
              <a:stCxn id="15" idx="6"/>
              <a:endCxn id="18" idx="3"/>
            </p:cNvCxnSpPr>
            <p:nvPr/>
          </p:nvCxnSpPr>
          <p:spPr>
            <a:xfrm flipV="1">
              <a:off x="3888316" y="4091678"/>
              <a:ext cx="1538694" cy="8031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C66BEDAB-C575-4AD7-1E9A-3C427E7A193A}"/>
                </a:ext>
              </a:extLst>
            </p:cNvPr>
            <p:cNvSpPr/>
            <p:nvPr/>
          </p:nvSpPr>
          <p:spPr>
            <a:xfrm>
              <a:off x="1386670" y="1691264"/>
              <a:ext cx="4344143" cy="1778753"/>
            </a:xfrm>
            <a:custGeom>
              <a:avLst/>
              <a:gdLst>
                <a:gd name="csX0" fmla="*/ 0 w 4330840"/>
                <a:gd name="csY0" fmla="*/ 808296 h 1813131"/>
                <a:gd name="csX1" fmla="*/ 2280976 w 4330840"/>
                <a:gd name="csY1" fmla="*/ 34573 h 1813131"/>
                <a:gd name="csX2" fmla="*/ 4330840 w 4330840"/>
                <a:gd name="csY2" fmla="*/ 1813131 h 181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30840" h="1813131">
                  <a:moveTo>
                    <a:pt x="0" y="808296"/>
                  </a:moveTo>
                  <a:cubicBezTo>
                    <a:pt x="779584" y="337698"/>
                    <a:pt x="1559169" y="-132900"/>
                    <a:pt x="2280976" y="34573"/>
                  </a:cubicBezTo>
                  <a:cubicBezTo>
                    <a:pt x="3002783" y="202045"/>
                    <a:pt x="3666811" y="1007588"/>
                    <a:pt x="4330840" y="1813131"/>
                  </a:cubicBezTo>
                </a:path>
              </a:pathLst>
            </a:cu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84C1E3-7FC4-200B-459C-523FEF7AC73D}"/>
              </a:ext>
            </a:extLst>
          </p:cNvPr>
          <p:cNvGrpSpPr/>
          <p:nvPr/>
        </p:nvGrpSpPr>
        <p:grpSpPr>
          <a:xfrm>
            <a:off x="5735724" y="3640566"/>
            <a:ext cx="2890180" cy="2776615"/>
            <a:chOff x="7916427" y="2220777"/>
            <a:chExt cx="2890180" cy="277661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B7DFBF1-78E9-BF82-4689-EC0A5D42235D}"/>
                </a:ext>
              </a:extLst>
            </p:cNvPr>
            <p:cNvGrpSpPr/>
            <p:nvPr/>
          </p:nvGrpSpPr>
          <p:grpSpPr>
            <a:xfrm>
              <a:off x="7916427" y="2220777"/>
              <a:ext cx="783771" cy="728321"/>
              <a:chOff x="3308071" y="3976840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D2D9EB-E904-8E61-2BB9-ED733907E8C8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F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ED6D0CC-7D57-7932-5E41-6FF7529AEDA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980B228-9570-92EC-A119-7571E7F2BC71}"/>
                </a:ext>
              </a:extLst>
            </p:cNvPr>
            <p:cNvGrpSpPr/>
            <p:nvPr/>
          </p:nvGrpSpPr>
          <p:grpSpPr>
            <a:xfrm>
              <a:off x="10018207" y="2220777"/>
              <a:ext cx="783771" cy="728321"/>
              <a:chOff x="3308071" y="3976840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3FBB77C-B15C-235D-17CB-2726CFA33819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G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5E5FDF1-D824-A46E-03F4-424E01B6BB32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F3E7839-B4B5-CF63-8D2A-80ABAEE230A6}"/>
                </a:ext>
              </a:extLst>
            </p:cNvPr>
            <p:cNvGrpSpPr/>
            <p:nvPr/>
          </p:nvGrpSpPr>
          <p:grpSpPr>
            <a:xfrm>
              <a:off x="7916427" y="4269071"/>
              <a:ext cx="783771" cy="728321"/>
              <a:chOff x="3308071" y="3976840"/>
              <a:chExt cx="783771" cy="728321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D8322CF-A117-E66C-AD32-E60C92AD845A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H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6209B6A-5B2A-DD9B-C28A-0F8419D40DA0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B04631D-5829-B9EF-94AE-8BFE631F4EDC}"/>
                </a:ext>
              </a:extLst>
            </p:cNvPr>
            <p:cNvGrpSpPr/>
            <p:nvPr/>
          </p:nvGrpSpPr>
          <p:grpSpPr>
            <a:xfrm>
              <a:off x="10022836" y="4257806"/>
              <a:ext cx="783771" cy="728321"/>
              <a:chOff x="3308071" y="3976840"/>
              <a:chExt cx="783771" cy="72832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6CE5C36-C353-7064-6B66-499D7E5FF940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A5615CF-0327-BAB2-E1C9-0D0721E8F98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D601B10-EB8B-CDBF-2CFC-02982F8CBAC4}"/>
                </a:ext>
              </a:extLst>
            </p:cNvPr>
            <p:cNvCxnSpPr>
              <a:cxnSpLocks/>
              <a:stCxn id="28" idx="5"/>
              <a:endCxn id="37" idx="1"/>
            </p:cNvCxnSpPr>
            <p:nvPr/>
          </p:nvCxnSpPr>
          <p:spPr>
            <a:xfrm>
              <a:off x="8585417" y="2842438"/>
              <a:ext cx="1552200" cy="15220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A619676-AE0F-2500-6366-AD7399F404DF}"/>
                </a:ext>
              </a:extLst>
            </p:cNvPr>
            <p:cNvCxnSpPr>
              <a:cxnSpLocks/>
              <a:stCxn id="37" idx="0"/>
              <a:endCxn id="31" idx="4"/>
            </p:cNvCxnSpPr>
            <p:nvPr/>
          </p:nvCxnSpPr>
          <p:spPr>
            <a:xfrm flipH="1" flipV="1">
              <a:off x="10410093" y="2949098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A4CCC50-22D0-C240-A214-BBAA87527C43}"/>
                </a:ext>
              </a:extLst>
            </p:cNvPr>
            <p:cNvCxnSpPr>
              <a:cxnSpLocks/>
              <a:stCxn id="34" idx="6"/>
              <a:endCxn id="37" idx="2"/>
            </p:cNvCxnSpPr>
            <p:nvPr/>
          </p:nvCxnSpPr>
          <p:spPr>
            <a:xfrm flipV="1">
              <a:off x="8700198" y="4621967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FAFD2B2-7A7A-C934-3AC8-424A3293733E}"/>
                  </a:ext>
                </a:extLst>
              </p:cNvPr>
              <p:cNvSpPr txBox="1"/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9   {A, B, C, D, E, F, G, H, 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9    {AD, AC, BE, BC, CE, DE, FI, GI, HI}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BCE, ADEBC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2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ADEBC (and others)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vertex degrees: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2+2+3+2+3+1+1+1+3=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18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FAFD2B2-7A7A-C934-3AC8-424A32937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374" y="762462"/>
                <a:ext cx="6734151" cy="1754326"/>
              </a:xfrm>
              <a:prstGeom prst="rect">
                <a:avLst/>
              </a:prstGeom>
              <a:blipFill>
                <a:blip r:embed="rId2"/>
                <a:stretch>
                  <a:fillRect l="-634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75E72CBF-DFD1-6951-192D-0CB5BF938340}"/>
              </a:ext>
            </a:extLst>
          </p:cNvPr>
          <p:cNvSpPr txBox="1"/>
          <p:nvPr/>
        </p:nvSpPr>
        <p:spPr>
          <a:xfrm>
            <a:off x="1048776" y="284369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C9D3C5-6734-DD49-0708-AE57A0A53ED7}"/>
              </a:ext>
            </a:extLst>
          </p:cNvPr>
          <p:cNvSpPr txBox="1"/>
          <p:nvPr/>
        </p:nvSpPr>
        <p:spPr>
          <a:xfrm>
            <a:off x="900226" y="447914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8DB1978-AD3F-FF6B-E357-F7BFDF3D25B1}"/>
              </a:ext>
            </a:extLst>
          </p:cNvPr>
          <p:cNvSpPr txBox="1"/>
          <p:nvPr/>
        </p:nvSpPr>
        <p:spPr>
          <a:xfrm>
            <a:off x="2376003" y="24138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E11C31-3030-BAF2-C825-40C92D18110E}"/>
              </a:ext>
            </a:extLst>
          </p:cNvPr>
          <p:cNvSpPr txBox="1"/>
          <p:nvPr/>
        </p:nvSpPr>
        <p:spPr>
          <a:xfrm>
            <a:off x="2221954" y="44956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8465C5-866E-610C-43C7-CB28F588257C}"/>
              </a:ext>
            </a:extLst>
          </p:cNvPr>
          <p:cNvSpPr txBox="1"/>
          <p:nvPr/>
        </p:nvSpPr>
        <p:spPr>
          <a:xfrm>
            <a:off x="4966374" y="33553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D0D7A5-3501-404D-8DDA-27E01C8C500A}"/>
              </a:ext>
            </a:extLst>
          </p:cNvPr>
          <p:cNvSpPr txBox="1"/>
          <p:nvPr/>
        </p:nvSpPr>
        <p:spPr>
          <a:xfrm>
            <a:off x="5941951" y="331906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8C6BFC-7B75-8C82-CF17-BCC29DC10749}"/>
              </a:ext>
            </a:extLst>
          </p:cNvPr>
          <p:cNvSpPr txBox="1"/>
          <p:nvPr/>
        </p:nvSpPr>
        <p:spPr>
          <a:xfrm>
            <a:off x="5941951" y="53651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8B8D40-2B91-18E6-5BA2-127302674242}"/>
              </a:ext>
            </a:extLst>
          </p:cNvPr>
          <p:cNvSpPr txBox="1"/>
          <p:nvPr/>
        </p:nvSpPr>
        <p:spPr>
          <a:xfrm>
            <a:off x="8046918" y="334208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954E3F-C210-33B3-5D55-A2CF0630AA29}"/>
              </a:ext>
            </a:extLst>
          </p:cNvPr>
          <p:cNvSpPr txBox="1"/>
          <p:nvPr/>
        </p:nvSpPr>
        <p:spPr>
          <a:xfrm>
            <a:off x="8445401" y="54913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2007D4-52C8-1B53-AFCD-5230F09A3348}"/>
              </a:ext>
            </a:extLst>
          </p:cNvPr>
          <p:cNvSpPr txBox="1"/>
          <p:nvPr/>
        </p:nvSpPr>
        <p:spPr>
          <a:xfrm>
            <a:off x="2827757" y="6036584"/>
            <a:ext cx="199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Undirected graph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7EFA31-0F59-DBDA-306B-86FDDA348E71}"/>
              </a:ext>
            </a:extLst>
          </p:cNvPr>
          <p:cNvSpPr txBox="1"/>
          <p:nvPr/>
        </p:nvSpPr>
        <p:spPr>
          <a:xfrm>
            <a:off x="9274923" y="3895511"/>
            <a:ext cx="258803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Proposition 13.6</a:t>
            </a:r>
          </a:p>
          <a:p>
            <a:pPr algn="ctr"/>
            <a:r>
              <a:rPr lang="en-US" dirty="0"/>
              <a:t>The sum of the degrees of a graph is twice the number of edges.</a:t>
            </a:r>
          </a:p>
        </p:txBody>
      </p:sp>
    </p:spTree>
    <p:extLst>
      <p:ext uri="{BB962C8B-B14F-4D97-AF65-F5344CB8AC3E}">
        <p14:creationId xmlns:p14="http://schemas.microsoft.com/office/powerpoint/2010/main" val="622151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CB2C4-1151-9FAF-54FF-23F519CEA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Graphs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05536AF-D054-B315-D3A9-272577B2DB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824478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0C8915-867F-F321-1160-00B83047C922}"/>
              </a:ext>
            </a:extLst>
          </p:cNvPr>
          <p:cNvSpPr txBox="1"/>
          <p:nvPr/>
        </p:nvSpPr>
        <p:spPr>
          <a:xfrm>
            <a:off x="7748027" y="458975"/>
            <a:ext cx="258803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</a:t>
            </a:r>
            <a:r>
              <a:rPr lang="en-US" b="1" dirty="0"/>
              <a:t>complete graph </a:t>
            </a:r>
            <a:r>
              <a:rPr lang="en-US" dirty="0"/>
              <a:t>is a simple graph where each pair of vertices is connected by an edge.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83E81C-23DB-DAAE-031F-816F86E7F952}"/>
                  </a:ext>
                </a:extLst>
              </p:cNvPr>
              <p:cNvSpPr txBox="1"/>
              <p:nvPr/>
            </p:nvSpPr>
            <p:spPr>
              <a:xfrm>
                <a:off x="7748027" y="2216934"/>
                <a:ext cx="2588037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𝑲</m:t>
                        </m:r>
                      </m:e>
                      <m:sub>
                        <m:r>
                          <a:rPr lang="en-CA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dirty="0"/>
                  <a:t> is the name for the complete graph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vertices.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83E81C-23DB-DAAE-031F-816F86E7F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8027" y="2216934"/>
                <a:ext cx="2588037" cy="923330"/>
              </a:xfrm>
              <a:prstGeom prst="rect">
                <a:avLst/>
              </a:prstGeom>
              <a:blipFill>
                <a:blip r:embed="rId3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54CEA9-7FD8-7B9C-7DD7-494AEC31B947}"/>
                  </a:ext>
                </a:extLst>
              </p:cNvPr>
              <p:cNvSpPr txBox="1"/>
              <p:nvPr/>
            </p:nvSpPr>
            <p:spPr>
              <a:xfrm>
                <a:off x="6780113" y="3697894"/>
                <a:ext cx="4523864" cy="77335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1+2+…+(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−1)=</m:t>
                    </m:r>
                    <m:f>
                      <m:fPr>
                        <m:ctrlPr>
                          <a:rPr lang="en-CA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edges, i.e.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CA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b="1" dirty="0"/>
                  <a:t>edges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54CEA9-7FD8-7B9C-7DD7-494AEC31B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0113" y="3697894"/>
                <a:ext cx="4523864" cy="773353"/>
              </a:xfrm>
              <a:prstGeom prst="rect">
                <a:avLst/>
              </a:prstGeom>
              <a:blipFill>
                <a:blip r:embed="rId4"/>
                <a:stretch>
                  <a:fillRect r="-674" b="-134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C098777-3B41-E6F8-FCFA-50AFE5C923E1}"/>
              </a:ext>
            </a:extLst>
          </p:cNvPr>
          <p:cNvSpPr txBox="1"/>
          <p:nvPr/>
        </p:nvSpPr>
        <p:spPr>
          <a:xfrm>
            <a:off x="6780113" y="5028878"/>
            <a:ext cx="452386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simple graph is a </a:t>
            </a:r>
            <a:r>
              <a:rPr lang="en-CA" b="1" dirty="0"/>
              <a:t>sub-graph</a:t>
            </a:r>
            <a:r>
              <a:rPr lang="en-CA" dirty="0"/>
              <a:t> of a complete graph, i.e. by removing edges or vertices you can get any other graph.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54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9341E-0CB5-DC18-2CBA-5827DB581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EE71A-7E27-8069-3A1F-E3F4E8B42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Graphs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F2A03A7-6E0C-EA1F-1832-462B24239CDB}"/>
              </a:ext>
            </a:extLst>
          </p:cNvPr>
          <p:cNvGrpSpPr/>
          <p:nvPr/>
        </p:nvGrpSpPr>
        <p:grpSpPr>
          <a:xfrm>
            <a:off x="838200" y="3206812"/>
            <a:ext cx="783771" cy="728321"/>
            <a:chOff x="3308071" y="3976840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630914-3EF9-32A5-1D72-309EB1F3BDB9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03CA65B-DA1F-4FB1-94B3-1B115632C320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862DC9D-DF9F-B5FE-D185-F3D51B56E188}"/>
              </a:ext>
            </a:extLst>
          </p:cNvPr>
          <p:cNvGrpSpPr/>
          <p:nvPr/>
        </p:nvGrpSpPr>
        <p:grpSpPr>
          <a:xfrm>
            <a:off x="2939980" y="3206812"/>
            <a:ext cx="783771" cy="728321"/>
            <a:chOff x="3308071" y="3976840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695E25E-1899-F5FC-3A82-DDABED312D9C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9F13300-0793-1BA2-14EB-B679DADCA0F5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2E335F3-20D2-1333-4A0E-2EAC8B54DDC2}"/>
              </a:ext>
            </a:extLst>
          </p:cNvPr>
          <p:cNvGrpSpPr/>
          <p:nvPr/>
        </p:nvGrpSpPr>
        <p:grpSpPr>
          <a:xfrm>
            <a:off x="838200" y="5255106"/>
            <a:ext cx="783771" cy="728321"/>
            <a:chOff x="3308071" y="3976840"/>
            <a:chExt cx="783771" cy="72832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84792B-AAD9-4A31-FB7C-A2EFA1968EB3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DF86BFE-10C8-8F98-1467-D6A0884DB01D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1D6A35-4180-7C00-171C-B8C8DB965AB9}"/>
              </a:ext>
            </a:extLst>
          </p:cNvPr>
          <p:cNvGrpSpPr/>
          <p:nvPr/>
        </p:nvGrpSpPr>
        <p:grpSpPr>
          <a:xfrm>
            <a:off x="2944609" y="5243841"/>
            <a:ext cx="783771" cy="728321"/>
            <a:chOff x="3308071" y="3976840"/>
            <a:chExt cx="783771" cy="72832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E39FA01-F914-B183-DF1C-6953CC80D5E6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16BF383-72DB-8C43-C32A-5DDB73118D66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C544B99-9234-E5DF-2BE4-BF549BC7CB36}"/>
              </a:ext>
            </a:extLst>
          </p:cNvPr>
          <p:cNvGrpSpPr/>
          <p:nvPr/>
        </p:nvGrpSpPr>
        <p:grpSpPr>
          <a:xfrm>
            <a:off x="5152293" y="4183177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BDE7725-F19B-A0E7-0062-CB2B04623F79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B415BF0-5370-CE6B-E1F8-49F4CB8FB919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942B21-B453-8399-473F-EE0051BE9D03}"/>
              </a:ext>
            </a:extLst>
          </p:cNvPr>
          <p:cNvCxnSpPr>
            <a:stCxn id="6" idx="4"/>
            <a:endCxn id="12" idx="0"/>
          </p:cNvCxnSpPr>
          <p:nvPr/>
        </p:nvCxnSpPr>
        <p:spPr>
          <a:xfrm>
            <a:off x="1230086" y="3935133"/>
            <a:ext cx="0" cy="1319973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8BA0E1B-B5AE-E379-89C6-67F2FB8AE817}"/>
              </a:ext>
            </a:extLst>
          </p:cNvPr>
          <p:cNvCxnSpPr>
            <a:cxnSpLocks/>
            <a:stCxn id="15" idx="0"/>
            <a:endCxn id="9" idx="4"/>
          </p:cNvCxnSpPr>
          <p:nvPr/>
        </p:nvCxnSpPr>
        <p:spPr>
          <a:xfrm flipH="1" flipV="1">
            <a:off x="3331866" y="3935133"/>
            <a:ext cx="4629" cy="1308708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F2F42C9-9D08-B735-33CE-33CD57938A72}"/>
              </a:ext>
            </a:extLst>
          </p:cNvPr>
          <p:cNvCxnSpPr>
            <a:cxnSpLocks/>
            <a:stCxn id="9" idx="6"/>
            <a:endCxn id="18" idx="1"/>
          </p:cNvCxnSpPr>
          <p:nvPr/>
        </p:nvCxnSpPr>
        <p:spPr>
          <a:xfrm>
            <a:off x="3723751" y="3570973"/>
            <a:ext cx="1543323" cy="718864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76DF267-A654-D3DF-F443-244686250CC1}"/>
              </a:ext>
            </a:extLst>
          </p:cNvPr>
          <p:cNvCxnSpPr>
            <a:cxnSpLocks/>
            <a:stCxn id="15" idx="6"/>
            <a:endCxn id="18" idx="3"/>
          </p:cNvCxnSpPr>
          <p:nvPr/>
        </p:nvCxnSpPr>
        <p:spPr>
          <a:xfrm flipV="1">
            <a:off x="3728380" y="4804838"/>
            <a:ext cx="1538694" cy="80316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8BFAF9-2BBE-5365-478B-5FEB66287168}"/>
              </a:ext>
            </a:extLst>
          </p:cNvPr>
          <p:cNvSpPr/>
          <p:nvPr/>
        </p:nvSpPr>
        <p:spPr>
          <a:xfrm>
            <a:off x="1226734" y="2404424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4F5451-D9F5-9F7D-B2DE-D040C44524E8}"/>
              </a:ext>
            </a:extLst>
          </p:cNvPr>
          <p:cNvSpPr txBox="1"/>
          <p:nvPr/>
        </p:nvSpPr>
        <p:spPr>
          <a:xfrm>
            <a:off x="4966374" y="762462"/>
            <a:ext cx="411933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vertices: 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edges: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Cycles: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components: 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Longest path with no repeat vertices: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 of in-degrees: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 of out-degrees: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9C7260-1567-8D8C-2202-1006B23D1FE0}"/>
              </a:ext>
            </a:extLst>
          </p:cNvPr>
          <p:cNvSpPr txBox="1"/>
          <p:nvPr/>
        </p:nvSpPr>
        <p:spPr>
          <a:xfrm>
            <a:off x="1763457" y="6304505"/>
            <a:ext cx="172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Directed graph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06D8884A-F376-E66D-A55D-5B50BD697F32}"/>
              </a:ext>
            </a:extLst>
          </p:cNvPr>
          <p:cNvSpPr/>
          <p:nvPr/>
        </p:nvSpPr>
        <p:spPr>
          <a:xfrm>
            <a:off x="1436914" y="3878664"/>
            <a:ext cx="1517301" cy="1617784"/>
          </a:xfrm>
          <a:custGeom>
            <a:avLst/>
            <a:gdLst>
              <a:gd name="csX0" fmla="*/ 0 w 1517301"/>
              <a:gd name="csY0" fmla="*/ 0 h 1617784"/>
              <a:gd name="csX1" fmla="*/ 432079 w 1517301"/>
              <a:gd name="csY1" fmla="*/ 914400 h 1617784"/>
              <a:gd name="csX2" fmla="*/ 1517301 w 1517301"/>
              <a:gd name="csY2" fmla="*/ 1617784 h 1617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17301" h="1617784">
                <a:moveTo>
                  <a:pt x="0" y="0"/>
                </a:moveTo>
                <a:cubicBezTo>
                  <a:pt x="89598" y="322384"/>
                  <a:pt x="179196" y="644769"/>
                  <a:pt x="432079" y="914400"/>
                </a:cubicBezTo>
                <a:cubicBezTo>
                  <a:pt x="684962" y="1184031"/>
                  <a:pt x="1101131" y="1400907"/>
                  <a:pt x="1517301" y="1617784"/>
                </a:cubicBezTo>
              </a:path>
            </a:pathLst>
          </a:custGeom>
          <a:noFill/>
          <a:ln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E340E773-2AF2-3D89-97D6-36A87B864213}"/>
              </a:ext>
            </a:extLst>
          </p:cNvPr>
          <p:cNvSpPr/>
          <p:nvPr/>
        </p:nvSpPr>
        <p:spPr>
          <a:xfrm rot="10800000">
            <a:off x="1617343" y="3677774"/>
            <a:ext cx="1517301" cy="1617784"/>
          </a:xfrm>
          <a:custGeom>
            <a:avLst/>
            <a:gdLst>
              <a:gd name="csX0" fmla="*/ 0 w 1517301"/>
              <a:gd name="csY0" fmla="*/ 0 h 1617784"/>
              <a:gd name="csX1" fmla="*/ 432079 w 1517301"/>
              <a:gd name="csY1" fmla="*/ 914400 h 1617784"/>
              <a:gd name="csX2" fmla="*/ 1517301 w 1517301"/>
              <a:gd name="csY2" fmla="*/ 1617784 h 1617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17301" h="1617784">
                <a:moveTo>
                  <a:pt x="0" y="0"/>
                </a:moveTo>
                <a:cubicBezTo>
                  <a:pt x="89598" y="322384"/>
                  <a:pt x="179196" y="644769"/>
                  <a:pt x="432079" y="914400"/>
                </a:cubicBezTo>
                <a:cubicBezTo>
                  <a:pt x="684962" y="1184031"/>
                  <a:pt x="1101131" y="1400907"/>
                  <a:pt x="1517301" y="1617784"/>
                </a:cubicBezTo>
              </a:path>
            </a:pathLst>
          </a:custGeom>
          <a:noFill/>
          <a:ln>
            <a:solidFill>
              <a:schemeClr val="accent1"/>
            </a:solidFill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DEC4ABA-CEBB-85DE-B906-73414BDD3FF2}"/>
                  </a:ext>
                </a:extLst>
              </p14:cNvPr>
              <p14:cNvContentPartPr/>
              <p14:nvPr/>
            </p14:nvContentPartPr>
            <p14:xfrm>
              <a:off x="1968480" y="4254480"/>
              <a:ext cx="609840" cy="7308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DEC4ABA-CEBB-85DE-B906-73414BDD3F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59120" y="4245120"/>
                <a:ext cx="628560" cy="74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36794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2BA52-9A46-123A-443E-6072B08F0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2D5F-1DA8-6836-1281-985F90A2B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Graphs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2E8699-ADEC-3263-A3D7-4D1808EE6B58}"/>
              </a:ext>
            </a:extLst>
          </p:cNvPr>
          <p:cNvGrpSpPr/>
          <p:nvPr/>
        </p:nvGrpSpPr>
        <p:grpSpPr>
          <a:xfrm>
            <a:off x="838200" y="3206812"/>
            <a:ext cx="783771" cy="728321"/>
            <a:chOff x="3308071" y="3976840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795C1EB-4DA4-0DF1-FB3D-FEF8C9500BB6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88D4FE3-2E8B-3F3E-EADA-A716998C0020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16E2465-15C2-78CA-FEF8-842E9A421AF6}"/>
              </a:ext>
            </a:extLst>
          </p:cNvPr>
          <p:cNvGrpSpPr/>
          <p:nvPr/>
        </p:nvGrpSpPr>
        <p:grpSpPr>
          <a:xfrm>
            <a:off x="2939980" y="3206812"/>
            <a:ext cx="783771" cy="728321"/>
            <a:chOff x="3308071" y="3976840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D5FFE85-929A-A17E-D7D6-7AD3AB276B04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4E37147-119C-25AF-5CCA-F37F49584CBB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EBA812F-87D0-DA75-34BB-692E6052B3CF}"/>
              </a:ext>
            </a:extLst>
          </p:cNvPr>
          <p:cNvGrpSpPr/>
          <p:nvPr/>
        </p:nvGrpSpPr>
        <p:grpSpPr>
          <a:xfrm>
            <a:off x="838200" y="5255106"/>
            <a:ext cx="783771" cy="728321"/>
            <a:chOff x="3308071" y="3976840"/>
            <a:chExt cx="783771" cy="72832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E47403A-BDF1-F339-DCDB-25972FB00F8F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22ACAF4-4225-E0D0-D241-C7776961711E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CF452B3-77FA-7FBC-70CF-1C018585504F}"/>
              </a:ext>
            </a:extLst>
          </p:cNvPr>
          <p:cNvGrpSpPr/>
          <p:nvPr/>
        </p:nvGrpSpPr>
        <p:grpSpPr>
          <a:xfrm>
            <a:off x="2944609" y="5243841"/>
            <a:ext cx="783771" cy="728321"/>
            <a:chOff x="3308071" y="3976840"/>
            <a:chExt cx="783771" cy="72832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CA0E7A-674B-F6C6-D0C7-C2400C5E0CA2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548494-B9B6-02F0-7EBC-B2039C9A4099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7A06461-A815-9349-554A-C0846931E60A}"/>
              </a:ext>
            </a:extLst>
          </p:cNvPr>
          <p:cNvGrpSpPr/>
          <p:nvPr/>
        </p:nvGrpSpPr>
        <p:grpSpPr>
          <a:xfrm>
            <a:off x="5152293" y="4183177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A7C2723-F228-1AA2-33AB-5446CD4D1EEB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3103709-3175-4949-675A-0A7C8E0D0F6C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E7C1E4-EBD0-B5A5-14CB-EA34E6E259C8}"/>
              </a:ext>
            </a:extLst>
          </p:cNvPr>
          <p:cNvCxnSpPr>
            <a:stCxn id="6" idx="4"/>
            <a:endCxn id="12" idx="0"/>
          </p:cNvCxnSpPr>
          <p:nvPr/>
        </p:nvCxnSpPr>
        <p:spPr>
          <a:xfrm>
            <a:off x="1230086" y="3935133"/>
            <a:ext cx="0" cy="1319973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23FF859-225D-0C20-4706-8959415A312D}"/>
              </a:ext>
            </a:extLst>
          </p:cNvPr>
          <p:cNvCxnSpPr>
            <a:cxnSpLocks/>
            <a:stCxn id="15" idx="0"/>
            <a:endCxn id="9" idx="4"/>
          </p:cNvCxnSpPr>
          <p:nvPr/>
        </p:nvCxnSpPr>
        <p:spPr>
          <a:xfrm flipH="1" flipV="1">
            <a:off x="3331866" y="3935133"/>
            <a:ext cx="4629" cy="1308708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69DA032-D79C-1254-607D-BB279561EFEC}"/>
              </a:ext>
            </a:extLst>
          </p:cNvPr>
          <p:cNvCxnSpPr>
            <a:cxnSpLocks/>
            <a:stCxn id="9" idx="6"/>
            <a:endCxn id="18" idx="1"/>
          </p:cNvCxnSpPr>
          <p:nvPr/>
        </p:nvCxnSpPr>
        <p:spPr>
          <a:xfrm>
            <a:off x="3723751" y="3570973"/>
            <a:ext cx="1543323" cy="718864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8F60E64-76C9-2366-29A8-6E0A20DBDA76}"/>
              </a:ext>
            </a:extLst>
          </p:cNvPr>
          <p:cNvCxnSpPr>
            <a:cxnSpLocks/>
            <a:stCxn id="15" idx="6"/>
            <a:endCxn id="18" idx="3"/>
          </p:cNvCxnSpPr>
          <p:nvPr/>
        </p:nvCxnSpPr>
        <p:spPr>
          <a:xfrm flipV="1">
            <a:off x="3728380" y="4804838"/>
            <a:ext cx="1538694" cy="80316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EE9FAA97-E19C-8723-529D-5ABECA2911F6}"/>
              </a:ext>
            </a:extLst>
          </p:cNvPr>
          <p:cNvSpPr/>
          <p:nvPr/>
        </p:nvSpPr>
        <p:spPr>
          <a:xfrm>
            <a:off x="1226734" y="2404424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D05BA5-EB31-33A6-A46C-81A80E20FA2E}"/>
                  </a:ext>
                </a:extLst>
              </p:cNvPr>
              <p:cNvSpPr txBox="1"/>
              <p:nvPr/>
            </p:nvSpPr>
            <p:spPr>
              <a:xfrm>
                <a:off x="4966374" y="762462"/>
                <a:ext cx="4881914" cy="20313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5   {A, B, C, D, E}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7    {AE, BE, CA, CB, DA, EA, EC}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AE, BEC, ADEBC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1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DAECB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in-degrees: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3+1+1+0+2=7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out-degrees: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1+1+2+1+2=7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D05BA5-EB31-33A6-A46C-81A80E20F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374" y="762462"/>
                <a:ext cx="4881914" cy="2031325"/>
              </a:xfrm>
              <a:prstGeom prst="rect">
                <a:avLst/>
              </a:prstGeom>
              <a:blipFill>
                <a:blip r:embed="rId2"/>
                <a:stretch>
                  <a:fillRect l="-874" t="-1502" b="-3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5F4CC80-5E03-76CC-7F49-FD194ADB4EC3}"/>
              </a:ext>
            </a:extLst>
          </p:cNvPr>
          <p:cNvSpPr txBox="1"/>
          <p:nvPr/>
        </p:nvSpPr>
        <p:spPr>
          <a:xfrm>
            <a:off x="1763457" y="6304505"/>
            <a:ext cx="172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Directed graph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5BD479D9-3AAD-481C-4BC4-A5AAC6E91F91}"/>
              </a:ext>
            </a:extLst>
          </p:cNvPr>
          <p:cNvSpPr/>
          <p:nvPr/>
        </p:nvSpPr>
        <p:spPr>
          <a:xfrm>
            <a:off x="1436914" y="3878664"/>
            <a:ext cx="1517301" cy="1617784"/>
          </a:xfrm>
          <a:custGeom>
            <a:avLst/>
            <a:gdLst>
              <a:gd name="csX0" fmla="*/ 0 w 1517301"/>
              <a:gd name="csY0" fmla="*/ 0 h 1617784"/>
              <a:gd name="csX1" fmla="*/ 432079 w 1517301"/>
              <a:gd name="csY1" fmla="*/ 914400 h 1617784"/>
              <a:gd name="csX2" fmla="*/ 1517301 w 1517301"/>
              <a:gd name="csY2" fmla="*/ 1617784 h 1617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17301" h="1617784">
                <a:moveTo>
                  <a:pt x="0" y="0"/>
                </a:moveTo>
                <a:cubicBezTo>
                  <a:pt x="89598" y="322384"/>
                  <a:pt x="179196" y="644769"/>
                  <a:pt x="432079" y="914400"/>
                </a:cubicBezTo>
                <a:cubicBezTo>
                  <a:pt x="684962" y="1184031"/>
                  <a:pt x="1101131" y="1400907"/>
                  <a:pt x="1517301" y="1617784"/>
                </a:cubicBezTo>
              </a:path>
            </a:pathLst>
          </a:custGeom>
          <a:noFill/>
          <a:ln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DA25E009-5A4C-5105-1A4D-AD776DFB7A4A}"/>
              </a:ext>
            </a:extLst>
          </p:cNvPr>
          <p:cNvSpPr/>
          <p:nvPr/>
        </p:nvSpPr>
        <p:spPr>
          <a:xfrm rot="10800000">
            <a:off x="1617343" y="3677774"/>
            <a:ext cx="1517301" cy="1617784"/>
          </a:xfrm>
          <a:custGeom>
            <a:avLst/>
            <a:gdLst>
              <a:gd name="csX0" fmla="*/ 0 w 1517301"/>
              <a:gd name="csY0" fmla="*/ 0 h 1617784"/>
              <a:gd name="csX1" fmla="*/ 432079 w 1517301"/>
              <a:gd name="csY1" fmla="*/ 914400 h 1617784"/>
              <a:gd name="csX2" fmla="*/ 1517301 w 1517301"/>
              <a:gd name="csY2" fmla="*/ 1617784 h 1617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17301" h="1617784">
                <a:moveTo>
                  <a:pt x="0" y="0"/>
                </a:moveTo>
                <a:cubicBezTo>
                  <a:pt x="89598" y="322384"/>
                  <a:pt x="179196" y="644769"/>
                  <a:pt x="432079" y="914400"/>
                </a:cubicBezTo>
                <a:cubicBezTo>
                  <a:pt x="684962" y="1184031"/>
                  <a:pt x="1101131" y="1400907"/>
                  <a:pt x="1517301" y="1617784"/>
                </a:cubicBezTo>
              </a:path>
            </a:pathLst>
          </a:custGeom>
          <a:noFill/>
          <a:ln>
            <a:solidFill>
              <a:schemeClr val="accent1"/>
            </a:solidFill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BA9E6B-C4A7-D7FA-25A3-059BBFB78874}"/>
              </a:ext>
            </a:extLst>
          </p:cNvPr>
          <p:cNvSpPr txBox="1"/>
          <p:nvPr/>
        </p:nvSpPr>
        <p:spPr>
          <a:xfrm>
            <a:off x="98001" y="3174987"/>
            <a:ext cx="726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In: </a:t>
            </a:r>
            <a:r>
              <a:rPr lang="en-US" sz="1600" dirty="0">
                <a:solidFill>
                  <a:srgbClr val="FF0000"/>
                </a:solidFill>
              </a:rPr>
              <a:t>3</a:t>
            </a:r>
          </a:p>
          <a:p>
            <a:pPr algn="r"/>
            <a:r>
              <a:rPr lang="en-US" sz="1600" dirty="0"/>
              <a:t>Out: </a:t>
            </a:r>
            <a:r>
              <a:rPr lang="en-US" sz="1600" dirty="0">
                <a:solidFill>
                  <a:srgbClr val="00B050"/>
                </a:solidFill>
              </a:rPr>
              <a:t>1</a:t>
            </a:r>
            <a:endParaRPr lang="en-US" sz="16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AF5AC80-1BFE-8CEC-EDA6-D3FFDAA8B4CA}"/>
              </a:ext>
            </a:extLst>
          </p:cNvPr>
          <p:cNvSpPr txBox="1"/>
          <p:nvPr/>
        </p:nvSpPr>
        <p:spPr>
          <a:xfrm>
            <a:off x="2244161" y="3227350"/>
            <a:ext cx="726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In: </a:t>
            </a:r>
            <a:r>
              <a:rPr lang="en-US" sz="1600" dirty="0">
                <a:solidFill>
                  <a:srgbClr val="FF0000"/>
                </a:solidFill>
              </a:rPr>
              <a:t>1</a:t>
            </a:r>
          </a:p>
          <a:p>
            <a:pPr algn="r"/>
            <a:r>
              <a:rPr lang="en-US" sz="1600" dirty="0"/>
              <a:t>Out: </a:t>
            </a:r>
            <a:r>
              <a:rPr lang="en-US" sz="1600" dirty="0">
                <a:solidFill>
                  <a:srgbClr val="00B050"/>
                </a:solidFill>
              </a:rPr>
              <a:t>1</a:t>
            </a:r>
            <a:endParaRPr lang="en-US" sz="16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3C2D6F-51F1-C531-9FD6-D24B12F9808B}"/>
              </a:ext>
            </a:extLst>
          </p:cNvPr>
          <p:cNvSpPr txBox="1"/>
          <p:nvPr/>
        </p:nvSpPr>
        <p:spPr>
          <a:xfrm>
            <a:off x="5856180" y="4274463"/>
            <a:ext cx="726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In: </a:t>
            </a:r>
            <a:r>
              <a:rPr lang="en-US" sz="1600" dirty="0">
                <a:solidFill>
                  <a:srgbClr val="FF0000"/>
                </a:solidFill>
              </a:rPr>
              <a:t>1</a:t>
            </a:r>
          </a:p>
          <a:p>
            <a:pPr algn="r"/>
            <a:r>
              <a:rPr lang="en-US" sz="1600" dirty="0"/>
              <a:t>Out: </a:t>
            </a:r>
            <a:r>
              <a:rPr lang="en-US" sz="1600" dirty="0">
                <a:solidFill>
                  <a:srgbClr val="00B050"/>
                </a:solidFill>
              </a:rPr>
              <a:t>2</a:t>
            </a:r>
            <a:endParaRPr lang="en-US" sz="16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569E19-59F0-B586-D543-B7E0FB88DFE0}"/>
              </a:ext>
            </a:extLst>
          </p:cNvPr>
          <p:cNvSpPr txBox="1"/>
          <p:nvPr/>
        </p:nvSpPr>
        <p:spPr>
          <a:xfrm>
            <a:off x="148760" y="5264741"/>
            <a:ext cx="726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In: </a:t>
            </a:r>
            <a:r>
              <a:rPr lang="en-US" sz="1600" dirty="0">
                <a:solidFill>
                  <a:srgbClr val="FF0000"/>
                </a:solidFill>
              </a:rPr>
              <a:t>0</a:t>
            </a:r>
          </a:p>
          <a:p>
            <a:pPr algn="r"/>
            <a:r>
              <a:rPr lang="en-US" sz="1600" dirty="0"/>
              <a:t>Out: </a:t>
            </a:r>
            <a:r>
              <a:rPr lang="en-US" sz="1600" dirty="0">
                <a:solidFill>
                  <a:srgbClr val="00B050"/>
                </a:solidFill>
              </a:rPr>
              <a:t>1</a:t>
            </a:r>
            <a:endParaRPr lang="en-US" sz="16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B99431-A579-C273-B6E4-9D4AB57F6DDF}"/>
              </a:ext>
            </a:extLst>
          </p:cNvPr>
          <p:cNvSpPr txBox="1"/>
          <p:nvPr/>
        </p:nvSpPr>
        <p:spPr>
          <a:xfrm>
            <a:off x="3492455" y="5679774"/>
            <a:ext cx="7264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/>
              <a:t>In: </a:t>
            </a:r>
            <a:r>
              <a:rPr lang="en-US" sz="1600" dirty="0">
                <a:solidFill>
                  <a:srgbClr val="FF0000"/>
                </a:solidFill>
              </a:rPr>
              <a:t>2</a:t>
            </a:r>
          </a:p>
          <a:p>
            <a:pPr algn="r"/>
            <a:r>
              <a:rPr lang="en-US" sz="1600" dirty="0"/>
              <a:t>Out: </a:t>
            </a:r>
            <a:r>
              <a:rPr lang="en-US" sz="1600" dirty="0">
                <a:solidFill>
                  <a:srgbClr val="00B050"/>
                </a:solidFill>
              </a:rPr>
              <a:t>2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09F203-6FEA-2B61-ECD2-17874868CA45}"/>
              </a:ext>
            </a:extLst>
          </p:cNvPr>
          <p:cNvSpPr txBox="1"/>
          <p:nvPr/>
        </p:nvSpPr>
        <p:spPr>
          <a:xfrm>
            <a:off x="8089218" y="3064086"/>
            <a:ext cx="350658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Proposition 13.7</a:t>
            </a:r>
          </a:p>
          <a:p>
            <a:pPr algn="ctr"/>
            <a:r>
              <a:rPr lang="en-US" dirty="0"/>
              <a:t>For a directed graph, the sum of the in-degrees equals the sum of the out-degrees.</a:t>
            </a:r>
          </a:p>
        </p:txBody>
      </p:sp>
    </p:spTree>
    <p:extLst>
      <p:ext uri="{BB962C8B-B14F-4D97-AF65-F5344CB8AC3E}">
        <p14:creationId xmlns:p14="http://schemas.microsoft.com/office/powerpoint/2010/main" val="2423363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A3726-61FC-725A-59D4-CFB22A7F7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Trees</a:t>
            </a:r>
            <a:r>
              <a:rPr lang="en-US" dirty="0"/>
              <a:t>: connected graphs with no cycles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B774E05-2459-DBF2-1852-FB2EF759559F}"/>
              </a:ext>
            </a:extLst>
          </p:cNvPr>
          <p:cNvGrpSpPr/>
          <p:nvPr/>
        </p:nvGrpSpPr>
        <p:grpSpPr>
          <a:xfrm>
            <a:off x="267152" y="2664201"/>
            <a:ext cx="783771" cy="728321"/>
            <a:chOff x="3308071" y="3976840"/>
            <a:chExt cx="783771" cy="72832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CCF239-E2A0-8C18-CD44-3C1BB9DE66B2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7A9D96F-CA3B-710F-6A1B-78E3882FD708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29F3021-BCB3-9436-8BC0-3019B1D54D63}"/>
              </a:ext>
            </a:extLst>
          </p:cNvPr>
          <p:cNvGrpSpPr/>
          <p:nvPr/>
        </p:nvGrpSpPr>
        <p:grpSpPr>
          <a:xfrm>
            <a:off x="2368932" y="2664201"/>
            <a:ext cx="783771" cy="728321"/>
            <a:chOff x="3308071" y="397684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CEE686D-9AA4-C357-E9AC-93A2EAF8A76B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50DA8B1-66C7-2C86-EBE1-BED1E961F8E7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64D26B3-BC90-E672-D5F7-D82B01546AF3}"/>
              </a:ext>
            </a:extLst>
          </p:cNvPr>
          <p:cNvGrpSpPr/>
          <p:nvPr/>
        </p:nvGrpSpPr>
        <p:grpSpPr>
          <a:xfrm>
            <a:off x="267152" y="4712495"/>
            <a:ext cx="783771" cy="728321"/>
            <a:chOff x="3308071" y="3976840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6E7CC12-C910-9A45-9C5C-1A965D97CD49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D53780A-4921-E91C-DCBE-5A1B34D871EA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07D115C-C7F9-F11D-7EE4-0A94FEE3B1E4}"/>
              </a:ext>
            </a:extLst>
          </p:cNvPr>
          <p:cNvGrpSpPr/>
          <p:nvPr/>
        </p:nvGrpSpPr>
        <p:grpSpPr>
          <a:xfrm>
            <a:off x="2373561" y="4701230"/>
            <a:ext cx="783771" cy="728321"/>
            <a:chOff x="3308071" y="3976840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B276E4-8923-A66D-AE28-6EB59C4037A3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21BA1DD-42C7-337D-9DCB-05322D89AD22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1B023B9-B125-6B8A-F798-2C625AC8D026}"/>
              </a:ext>
            </a:extLst>
          </p:cNvPr>
          <p:cNvGrpSpPr/>
          <p:nvPr/>
        </p:nvGrpSpPr>
        <p:grpSpPr>
          <a:xfrm>
            <a:off x="4581245" y="3640566"/>
            <a:ext cx="783771" cy="728321"/>
            <a:chOff x="3308071" y="3976840"/>
            <a:chExt cx="783771" cy="72832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260ECC0-65C2-D981-EE72-CF01CC958624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E1D6F4A-5139-A450-C14D-050E507FB3E7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47BE3F-9E5E-554A-0FCF-E3E590A7E672}"/>
              </a:ext>
            </a:extLst>
          </p:cNvPr>
          <p:cNvCxnSpPr>
            <a:cxnSpLocks/>
            <a:stCxn id="25" idx="4"/>
            <a:endCxn id="21" idx="0"/>
          </p:cNvCxnSpPr>
          <p:nvPr/>
        </p:nvCxnSpPr>
        <p:spPr>
          <a:xfrm>
            <a:off x="659038" y="3392522"/>
            <a:ext cx="0" cy="1319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FB5465-83A2-4430-12C5-4A12578070F0}"/>
              </a:ext>
            </a:extLst>
          </p:cNvPr>
          <p:cNvCxnSpPr>
            <a:cxnSpLocks/>
            <a:stCxn id="19" idx="0"/>
            <a:endCxn id="25" idx="5"/>
          </p:cNvCxnSpPr>
          <p:nvPr/>
        </p:nvCxnSpPr>
        <p:spPr>
          <a:xfrm flipH="1" flipV="1">
            <a:off x="936142" y="3285862"/>
            <a:ext cx="1829305" cy="14153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CE4D0F-7E28-4DEF-415A-673E57ACF4B4}"/>
              </a:ext>
            </a:extLst>
          </p:cNvPr>
          <p:cNvCxnSpPr>
            <a:cxnSpLocks/>
            <a:stCxn id="23" idx="6"/>
            <a:endCxn id="17" idx="1"/>
          </p:cNvCxnSpPr>
          <p:nvPr/>
        </p:nvCxnSpPr>
        <p:spPr>
          <a:xfrm>
            <a:off x="3152703" y="3028362"/>
            <a:ext cx="1543323" cy="718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>
            <a:extLst>
              <a:ext uri="{FF2B5EF4-FFF2-40B4-BE49-F238E27FC236}">
                <a16:creationId xmlns:a16="http://schemas.microsoft.com/office/drawing/2014/main" id="{EF98C674-3886-ADE1-B6AE-B32311A225E0}"/>
              </a:ext>
            </a:extLst>
          </p:cNvPr>
          <p:cNvSpPr/>
          <p:nvPr/>
        </p:nvSpPr>
        <p:spPr>
          <a:xfrm>
            <a:off x="655686" y="1861813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E326DB-209A-092B-1EF9-2B845F603A13}"/>
              </a:ext>
            </a:extLst>
          </p:cNvPr>
          <p:cNvSpPr txBox="1"/>
          <p:nvPr/>
        </p:nvSpPr>
        <p:spPr>
          <a:xfrm>
            <a:off x="5783600" y="1642155"/>
            <a:ext cx="42964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vertices: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edges: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Cycles: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components: 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Longest path with no repeat vertices: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Sum of degrees: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17EAA1-2DFB-C451-8B29-8B39B8251311}"/>
              </a:ext>
            </a:extLst>
          </p:cNvPr>
          <p:cNvSpPr txBox="1"/>
          <p:nvPr/>
        </p:nvSpPr>
        <p:spPr>
          <a:xfrm>
            <a:off x="3924364" y="4865336"/>
            <a:ext cx="246268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vertex is designated as the root, so this is called a </a:t>
            </a:r>
            <a:r>
              <a:rPr lang="en-US" b="1" dirty="0"/>
              <a:t>free tree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1818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FF434-0C76-8335-83D9-50EF5AF78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25C07-3C6F-2EB0-4DA3-940FD392C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Trees</a:t>
            </a:r>
            <a:r>
              <a:rPr lang="en-US" dirty="0"/>
              <a:t>: connected graphs with no cycles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D021961-4282-3782-0CAE-0039AF72DE51}"/>
              </a:ext>
            </a:extLst>
          </p:cNvPr>
          <p:cNvGrpSpPr/>
          <p:nvPr/>
        </p:nvGrpSpPr>
        <p:grpSpPr>
          <a:xfrm>
            <a:off x="267152" y="2664201"/>
            <a:ext cx="783771" cy="728321"/>
            <a:chOff x="3308071" y="3976840"/>
            <a:chExt cx="783771" cy="72832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CC82107-A7C0-44FB-06F7-248ADC00DBF4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528A722-CC2A-F309-96EB-BDF4A1D0C9AE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9E99B3D-660F-1AA5-0821-1E3C9B9F92D5}"/>
              </a:ext>
            </a:extLst>
          </p:cNvPr>
          <p:cNvGrpSpPr/>
          <p:nvPr/>
        </p:nvGrpSpPr>
        <p:grpSpPr>
          <a:xfrm>
            <a:off x="2368932" y="2664201"/>
            <a:ext cx="783771" cy="728321"/>
            <a:chOff x="3308071" y="397684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A0A75AE-C60D-91F9-E446-3616D2BEC200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DA01C82-87C5-8746-D8C7-56D08B76FC37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B6DB211-0C26-51FA-7732-F4C04FA6D18B}"/>
              </a:ext>
            </a:extLst>
          </p:cNvPr>
          <p:cNvGrpSpPr/>
          <p:nvPr/>
        </p:nvGrpSpPr>
        <p:grpSpPr>
          <a:xfrm>
            <a:off x="267152" y="4712495"/>
            <a:ext cx="783771" cy="728321"/>
            <a:chOff x="3308071" y="3976840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53E91A-8A59-E1E5-6777-3BD22DBC12C7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623A151-A7C2-9A69-6DDA-ABDB846A7C74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6ED6BC9-532E-DCAD-C349-FF41151FCB3F}"/>
              </a:ext>
            </a:extLst>
          </p:cNvPr>
          <p:cNvGrpSpPr/>
          <p:nvPr/>
        </p:nvGrpSpPr>
        <p:grpSpPr>
          <a:xfrm>
            <a:off x="2373561" y="4701230"/>
            <a:ext cx="783771" cy="728321"/>
            <a:chOff x="3308071" y="3976840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D7A1F48-2525-D1AF-839D-D565AC4DABAD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3EFE7B6-D048-FA43-DC8A-4458815A977A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57D3726-539F-854C-51D6-C22C6D053B2D}"/>
              </a:ext>
            </a:extLst>
          </p:cNvPr>
          <p:cNvGrpSpPr/>
          <p:nvPr/>
        </p:nvGrpSpPr>
        <p:grpSpPr>
          <a:xfrm>
            <a:off x="4581245" y="3640566"/>
            <a:ext cx="783771" cy="728321"/>
            <a:chOff x="3308071" y="3976840"/>
            <a:chExt cx="783771" cy="72832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A2C62BE-7388-B026-B1A7-E8C313E0C593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066ED53-E2B0-F960-F3A6-B0CC101EA1CB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7EA5295-8C7E-CE32-1B67-7E3E172F6A38}"/>
              </a:ext>
            </a:extLst>
          </p:cNvPr>
          <p:cNvCxnSpPr>
            <a:cxnSpLocks/>
            <a:stCxn id="25" idx="4"/>
            <a:endCxn id="21" idx="0"/>
          </p:cNvCxnSpPr>
          <p:nvPr/>
        </p:nvCxnSpPr>
        <p:spPr>
          <a:xfrm>
            <a:off x="659038" y="3392522"/>
            <a:ext cx="0" cy="1319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82F5918-46F4-B103-2699-C08D36B5FBB1}"/>
              </a:ext>
            </a:extLst>
          </p:cNvPr>
          <p:cNvCxnSpPr>
            <a:cxnSpLocks/>
            <a:stCxn id="19" idx="0"/>
            <a:endCxn id="25" idx="5"/>
          </p:cNvCxnSpPr>
          <p:nvPr/>
        </p:nvCxnSpPr>
        <p:spPr>
          <a:xfrm flipH="1" flipV="1">
            <a:off x="936142" y="3285862"/>
            <a:ext cx="1829305" cy="14153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F6B932-876A-49D1-24DE-EF5FCA33A30E}"/>
              </a:ext>
            </a:extLst>
          </p:cNvPr>
          <p:cNvCxnSpPr>
            <a:cxnSpLocks/>
            <a:stCxn id="23" idx="6"/>
            <a:endCxn id="17" idx="1"/>
          </p:cNvCxnSpPr>
          <p:nvPr/>
        </p:nvCxnSpPr>
        <p:spPr>
          <a:xfrm>
            <a:off x="3152703" y="3028362"/>
            <a:ext cx="1543323" cy="718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>
            <a:extLst>
              <a:ext uri="{FF2B5EF4-FFF2-40B4-BE49-F238E27FC236}">
                <a16:creationId xmlns:a16="http://schemas.microsoft.com/office/drawing/2014/main" id="{7C54A11C-539E-C898-5BA0-6DE84A83D5E9}"/>
              </a:ext>
            </a:extLst>
          </p:cNvPr>
          <p:cNvSpPr/>
          <p:nvPr/>
        </p:nvSpPr>
        <p:spPr>
          <a:xfrm>
            <a:off x="655686" y="1861813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7AE271D-C5A5-DD8A-CF6E-2D39CD04AF54}"/>
                  </a:ext>
                </a:extLst>
              </p:cNvPr>
              <p:cNvSpPr txBox="1"/>
              <p:nvPr/>
            </p:nvSpPr>
            <p:spPr>
              <a:xfrm>
                <a:off x="5783600" y="1642155"/>
                <a:ext cx="6236451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5   {A, B, C, D, E}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4   {AC, AD, AE, BC}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none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1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DACB, EACB (others)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degrees: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3+1+2+1+1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7AE271D-C5A5-DD8A-CF6E-2D39CD04A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3600" y="1642155"/>
                <a:ext cx="6236451" cy="1754326"/>
              </a:xfrm>
              <a:prstGeom prst="rect">
                <a:avLst/>
              </a:prstGeom>
              <a:blipFill>
                <a:blip r:embed="rId2"/>
                <a:stretch>
                  <a:fillRect l="-684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83B47072-BF54-561F-9811-26537CE8AC94}"/>
              </a:ext>
            </a:extLst>
          </p:cNvPr>
          <p:cNvSpPr txBox="1"/>
          <p:nvPr/>
        </p:nvSpPr>
        <p:spPr>
          <a:xfrm>
            <a:off x="3924364" y="4865336"/>
            <a:ext cx="246268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vertex is designated as the root, so this is called a </a:t>
            </a:r>
            <a:r>
              <a:rPr lang="en-US" b="1" dirty="0"/>
              <a:t>free tree</a:t>
            </a:r>
            <a:r>
              <a:rPr lang="en-US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D06E52-3CA2-6B5A-C9BA-14DEADDFDA5D}"/>
              </a:ext>
            </a:extLst>
          </p:cNvPr>
          <p:cNvSpPr txBox="1"/>
          <p:nvPr/>
        </p:nvSpPr>
        <p:spPr>
          <a:xfrm>
            <a:off x="1050923" y="257795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74403E-1D13-33E3-75B6-073A2A5349B3}"/>
              </a:ext>
            </a:extLst>
          </p:cNvPr>
          <p:cNvSpPr txBox="1"/>
          <p:nvPr/>
        </p:nvSpPr>
        <p:spPr>
          <a:xfrm>
            <a:off x="3101708" y="25492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47B152-E6FA-1685-A485-D4B7B0CF782D}"/>
              </a:ext>
            </a:extLst>
          </p:cNvPr>
          <p:cNvSpPr txBox="1"/>
          <p:nvPr/>
        </p:nvSpPr>
        <p:spPr>
          <a:xfrm>
            <a:off x="4273147" y="38224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47F51C-480A-CC1D-A78A-95954BA47CD9}"/>
              </a:ext>
            </a:extLst>
          </p:cNvPr>
          <p:cNvSpPr txBox="1"/>
          <p:nvPr/>
        </p:nvSpPr>
        <p:spPr>
          <a:xfrm>
            <a:off x="791622" y="44034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B3895C-BDD2-8EA8-FFC4-CACE4202FB5A}"/>
              </a:ext>
            </a:extLst>
          </p:cNvPr>
          <p:cNvSpPr txBox="1"/>
          <p:nvPr/>
        </p:nvSpPr>
        <p:spPr>
          <a:xfrm>
            <a:off x="2214883" y="45523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15526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8F00-3839-9289-C713-DD78E0879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C5FC4-BE2F-91F1-2FEB-396E830A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Trees</a:t>
            </a:r>
            <a:r>
              <a:rPr lang="en-US" dirty="0"/>
              <a:t>: connected graphs with no cycles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6C0198E-1AE2-858F-67A7-0063EB69FAFE}"/>
              </a:ext>
            </a:extLst>
          </p:cNvPr>
          <p:cNvGrpSpPr/>
          <p:nvPr/>
        </p:nvGrpSpPr>
        <p:grpSpPr>
          <a:xfrm>
            <a:off x="267152" y="2664201"/>
            <a:ext cx="783771" cy="728321"/>
            <a:chOff x="3308071" y="3976840"/>
            <a:chExt cx="783771" cy="72832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2D394D9-D761-7D9E-3ACE-DC9C3C62DAE2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494AEB5-EF36-0DDD-5C8F-253C48C8A80C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54510B1-28CE-CBDD-578E-B7C176E72AFB}"/>
              </a:ext>
            </a:extLst>
          </p:cNvPr>
          <p:cNvGrpSpPr/>
          <p:nvPr/>
        </p:nvGrpSpPr>
        <p:grpSpPr>
          <a:xfrm>
            <a:off x="2368932" y="2664201"/>
            <a:ext cx="783771" cy="728321"/>
            <a:chOff x="3308071" y="397684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3F610A-9A14-071D-99AF-888AB0C4E289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328563F-F0C1-1BD3-6E23-4706964B156A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DDFDB14-C141-B7F0-608E-096F807AB977}"/>
              </a:ext>
            </a:extLst>
          </p:cNvPr>
          <p:cNvGrpSpPr/>
          <p:nvPr/>
        </p:nvGrpSpPr>
        <p:grpSpPr>
          <a:xfrm>
            <a:off x="267152" y="4712495"/>
            <a:ext cx="783771" cy="728321"/>
            <a:chOff x="3308071" y="3976840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9058056-AEB2-4CC3-9A7A-DE3C0534F97E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3117026-8887-9150-5078-6476D846161B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807662F-A469-7EEF-2600-FA78F39E24A3}"/>
              </a:ext>
            </a:extLst>
          </p:cNvPr>
          <p:cNvGrpSpPr/>
          <p:nvPr/>
        </p:nvGrpSpPr>
        <p:grpSpPr>
          <a:xfrm>
            <a:off x="2373561" y="4701230"/>
            <a:ext cx="783771" cy="728321"/>
            <a:chOff x="3308071" y="3976840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8098DF5-F61E-F626-D558-470B411977EA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AEE1E6C-FF1B-5098-B712-92ECE315EC96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00C39B3-9F43-70E9-1CC5-F91A407B8385}"/>
              </a:ext>
            </a:extLst>
          </p:cNvPr>
          <p:cNvGrpSpPr/>
          <p:nvPr/>
        </p:nvGrpSpPr>
        <p:grpSpPr>
          <a:xfrm>
            <a:off x="4581245" y="3640566"/>
            <a:ext cx="783771" cy="728321"/>
            <a:chOff x="3308071" y="3976840"/>
            <a:chExt cx="783771" cy="72832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3E9F445-9E51-EA43-CBB1-27CFBCC55CAE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D5532FF-4C4C-CA06-EFCF-6EEAE02F500E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4376C55-60C5-E9C7-36C0-7B0B18CD32F1}"/>
              </a:ext>
            </a:extLst>
          </p:cNvPr>
          <p:cNvCxnSpPr>
            <a:cxnSpLocks/>
            <a:stCxn id="25" idx="4"/>
            <a:endCxn id="21" idx="0"/>
          </p:cNvCxnSpPr>
          <p:nvPr/>
        </p:nvCxnSpPr>
        <p:spPr>
          <a:xfrm>
            <a:off x="659038" y="3392522"/>
            <a:ext cx="0" cy="1319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9ADBEC-5746-C839-A396-AF21A0AFEB51}"/>
              </a:ext>
            </a:extLst>
          </p:cNvPr>
          <p:cNvCxnSpPr>
            <a:cxnSpLocks/>
            <a:stCxn id="19" idx="0"/>
            <a:endCxn id="25" idx="5"/>
          </p:cNvCxnSpPr>
          <p:nvPr/>
        </p:nvCxnSpPr>
        <p:spPr>
          <a:xfrm flipH="1" flipV="1">
            <a:off x="936142" y="3285862"/>
            <a:ext cx="1829305" cy="14153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F49A6A-90F0-5911-1DFB-E1F07BDD27BB}"/>
              </a:ext>
            </a:extLst>
          </p:cNvPr>
          <p:cNvCxnSpPr>
            <a:cxnSpLocks/>
            <a:stCxn id="23" idx="6"/>
            <a:endCxn id="17" idx="1"/>
          </p:cNvCxnSpPr>
          <p:nvPr/>
        </p:nvCxnSpPr>
        <p:spPr>
          <a:xfrm>
            <a:off x="3152703" y="3028362"/>
            <a:ext cx="1543323" cy="718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>
            <a:extLst>
              <a:ext uri="{FF2B5EF4-FFF2-40B4-BE49-F238E27FC236}">
                <a16:creationId xmlns:a16="http://schemas.microsoft.com/office/drawing/2014/main" id="{0E08D48A-4F44-2556-4699-58A90C0212EC}"/>
              </a:ext>
            </a:extLst>
          </p:cNvPr>
          <p:cNvSpPr/>
          <p:nvPr/>
        </p:nvSpPr>
        <p:spPr>
          <a:xfrm>
            <a:off x="655686" y="1861813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809024-9DAC-29A9-1CD9-2CEFC94B06DD}"/>
                  </a:ext>
                </a:extLst>
              </p:cNvPr>
              <p:cNvSpPr txBox="1"/>
              <p:nvPr/>
            </p:nvSpPr>
            <p:spPr>
              <a:xfrm>
                <a:off x="5783600" y="1642155"/>
                <a:ext cx="6236451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vertices: </a:t>
                </a:r>
                <a:r>
                  <a:rPr lang="en-US" dirty="0">
                    <a:solidFill>
                      <a:srgbClr val="FF0000"/>
                    </a:solidFill>
                  </a:rPr>
                  <a:t>5   {A, B, C, D, E}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edges: </a:t>
                </a:r>
                <a:r>
                  <a:rPr lang="en-US" dirty="0">
                    <a:solidFill>
                      <a:srgbClr val="FF0000"/>
                    </a:solidFill>
                  </a:rPr>
                  <a:t>4   {AC, AD, AE, BC}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Cycles: </a:t>
                </a:r>
                <a:r>
                  <a:rPr lang="en-US" dirty="0">
                    <a:solidFill>
                      <a:srgbClr val="FF0000"/>
                    </a:solidFill>
                  </a:rPr>
                  <a:t>none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# components: </a:t>
                </a:r>
                <a:r>
                  <a:rPr lang="en-US" dirty="0">
                    <a:solidFill>
                      <a:srgbClr val="FF0000"/>
                    </a:solidFill>
                  </a:rPr>
                  <a:t>1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Longest path with no repeat vertices: </a:t>
                </a:r>
                <a:r>
                  <a:rPr lang="en-US" dirty="0">
                    <a:solidFill>
                      <a:srgbClr val="FF0000"/>
                    </a:solidFill>
                  </a:rPr>
                  <a:t>DACB, EACB (others)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Sum of degrees: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3+1+2+1+1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809024-9DAC-29A9-1CD9-2CEFC94B0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3600" y="1642155"/>
                <a:ext cx="6236451" cy="1754326"/>
              </a:xfrm>
              <a:prstGeom prst="rect">
                <a:avLst/>
              </a:prstGeom>
              <a:blipFill>
                <a:blip r:embed="rId2"/>
                <a:stretch>
                  <a:fillRect l="-684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7770855-3E3B-22FA-2ECF-2D523F309DCA}"/>
              </a:ext>
            </a:extLst>
          </p:cNvPr>
          <p:cNvSpPr txBox="1"/>
          <p:nvPr/>
        </p:nvSpPr>
        <p:spPr>
          <a:xfrm>
            <a:off x="3924364" y="4865336"/>
            <a:ext cx="246268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vertex is designated as the root, so this is called a </a:t>
            </a:r>
            <a:r>
              <a:rPr lang="en-US" b="1" dirty="0"/>
              <a:t>free tree</a:t>
            </a:r>
            <a:r>
              <a:rPr lang="en-US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86FF2B-B121-F723-A0FF-681679EC755D}"/>
              </a:ext>
            </a:extLst>
          </p:cNvPr>
          <p:cNvSpPr txBox="1"/>
          <p:nvPr/>
        </p:nvSpPr>
        <p:spPr>
          <a:xfrm>
            <a:off x="1050923" y="257795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F6981C-077D-56AF-9E05-4E0BE2DF0BA7}"/>
              </a:ext>
            </a:extLst>
          </p:cNvPr>
          <p:cNvSpPr txBox="1"/>
          <p:nvPr/>
        </p:nvSpPr>
        <p:spPr>
          <a:xfrm>
            <a:off x="3101708" y="25492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BF3DFB-E2CC-2B49-E02C-753B40A8FA52}"/>
              </a:ext>
            </a:extLst>
          </p:cNvPr>
          <p:cNvSpPr txBox="1"/>
          <p:nvPr/>
        </p:nvSpPr>
        <p:spPr>
          <a:xfrm>
            <a:off x="4273147" y="38224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5BE27F4-9343-BF02-3539-BBF12B5379CF}"/>
              </a:ext>
            </a:extLst>
          </p:cNvPr>
          <p:cNvSpPr txBox="1"/>
          <p:nvPr/>
        </p:nvSpPr>
        <p:spPr>
          <a:xfrm>
            <a:off x="791622" y="44034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E460B9-C3C5-4BFE-915C-48F30E9934FE}"/>
              </a:ext>
            </a:extLst>
          </p:cNvPr>
          <p:cNvSpPr txBox="1"/>
          <p:nvPr/>
        </p:nvSpPr>
        <p:spPr>
          <a:xfrm>
            <a:off x="2214883" y="455235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533214-826B-AFA0-6944-CD17C4F5307B}"/>
              </a:ext>
            </a:extLst>
          </p:cNvPr>
          <p:cNvSpPr txBox="1"/>
          <p:nvPr/>
        </p:nvSpPr>
        <p:spPr>
          <a:xfrm>
            <a:off x="8202845" y="3876326"/>
            <a:ext cx="302058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Proposition 13.11</a:t>
            </a:r>
          </a:p>
          <a:p>
            <a:pPr algn="ctr"/>
            <a:r>
              <a:rPr lang="en-US" dirty="0"/>
              <a:t>The number of edges in a tree is one less than the number of vertices.</a:t>
            </a:r>
          </a:p>
        </p:txBody>
      </p:sp>
    </p:spTree>
    <p:extLst>
      <p:ext uri="{BB962C8B-B14F-4D97-AF65-F5344CB8AC3E}">
        <p14:creationId xmlns:p14="http://schemas.microsoft.com/office/powerpoint/2010/main" val="9777424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46ACB-2464-F726-6D50-ABC7999C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Spanning Trees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75480D4-D246-C9C2-AFA6-6452E7090CB5}"/>
              </a:ext>
            </a:extLst>
          </p:cNvPr>
          <p:cNvGrpSpPr/>
          <p:nvPr/>
        </p:nvGrpSpPr>
        <p:grpSpPr>
          <a:xfrm>
            <a:off x="689182" y="2674249"/>
            <a:ext cx="783771" cy="728321"/>
            <a:chOff x="3308071" y="3976840"/>
            <a:chExt cx="783771" cy="72832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DAB307F-D6F1-C8F9-090D-21FF79A1E73F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A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785348A-5487-CC24-749D-291408FF5C38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6651BE3-0440-2097-4394-6E5B4533E6E8}"/>
              </a:ext>
            </a:extLst>
          </p:cNvPr>
          <p:cNvGrpSpPr/>
          <p:nvPr/>
        </p:nvGrpSpPr>
        <p:grpSpPr>
          <a:xfrm>
            <a:off x="2790962" y="2674249"/>
            <a:ext cx="783771" cy="728321"/>
            <a:chOff x="3308071" y="397684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7FF6CB4-F1BC-A812-F2AA-1B7AD8DEB5E1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FB786E6-67E2-7107-91F5-1DA0C44AF364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62DE4B1-1F44-5D33-200B-2C721452B242}"/>
              </a:ext>
            </a:extLst>
          </p:cNvPr>
          <p:cNvGrpSpPr/>
          <p:nvPr/>
        </p:nvGrpSpPr>
        <p:grpSpPr>
          <a:xfrm>
            <a:off x="689182" y="4722543"/>
            <a:ext cx="783771" cy="728321"/>
            <a:chOff x="3308071" y="3976840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6CAD246-FB67-2A4B-4DDE-D6C5187E7363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F5AD7C6-0162-974B-337F-9C2FA4C2DDD5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7DEA62-1F4D-37FA-EBC6-2F51A3D7CABA}"/>
              </a:ext>
            </a:extLst>
          </p:cNvPr>
          <p:cNvGrpSpPr/>
          <p:nvPr/>
        </p:nvGrpSpPr>
        <p:grpSpPr>
          <a:xfrm>
            <a:off x="2795591" y="4711278"/>
            <a:ext cx="783771" cy="728321"/>
            <a:chOff x="3308071" y="3976840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372BACF-F504-21BC-AA51-EE6BB99CBB68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C06F5BB-C690-DBBF-D09B-1A13104C2322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BB2359D-BE2C-324A-C39F-9A4267CA0683}"/>
              </a:ext>
            </a:extLst>
          </p:cNvPr>
          <p:cNvGrpSpPr/>
          <p:nvPr/>
        </p:nvGrpSpPr>
        <p:grpSpPr>
          <a:xfrm>
            <a:off x="5003275" y="3650614"/>
            <a:ext cx="783771" cy="728321"/>
            <a:chOff x="3308071" y="3976840"/>
            <a:chExt cx="783771" cy="72832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3541AE0-7FDF-9F09-CE31-B67F18A7159D}"/>
                </a:ext>
              </a:extLst>
            </p:cNvPr>
            <p:cNvSpPr txBox="1"/>
            <p:nvPr/>
          </p:nvSpPr>
          <p:spPr>
            <a:xfrm>
              <a:off x="3308071" y="4068126"/>
              <a:ext cx="78377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27A885-F7AD-A92B-9D95-095ED8BD5B18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22B315-CD60-C02A-C2AA-6A20A7BE3B26}"/>
              </a:ext>
            </a:extLst>
          </p:cNvPr>
          <p:cNvCxnSpPr>
            <a:stCxn id="25" idx="4"/>
            <a:endCxn id="21" idx="0"/>
          </p:cNvCxnSpPr>
          <p:nvPr/>
        </p:nvCxnSpPr>
        <p:spPr>
          <a:xfrm>
            <a:off x="1081068" y="3402570"/>
            <a:ext cx="0" cy="1319973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37C682B-3280-3ACB-A981-8CFF32744456}"/>
              </a:ext>
            </a:extLst>
          </p:cNvPr>
          <p:cNvCxnSpPr>
            <a:cxnSpLocks/>
            <a:stCxn id="19" idx="0"/>
            <a:endCxn id="23" idx="4"/>
          </p:cNvCxnSpPr>
          <p:nvPr/>
        </p:nvCxnSpPr>
        <p:spPr>
          <a:xfrm flipH="1" flipV="1">
            <a:off x="3182848" y="3402570"/>
            <a:ext cx="4629" cy="1308708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283012-AA01-D1F7-F377-958DFC12BC35}"/>
              </a:ext>
            </a:extLst>
          </p:cNvPr>
          <p:cNvCxnSpPr>
            <a:cxnSpLocks/>
            <a:stCxn id="21" idx="6"/>
            <a:endCxn id="19" idx="2"/>
          </p:cNvCxnSpPr>
          <p:nvPr/>
        </p:nvCxnSpPr>
        <p:spPr>
          <a:xfrm flipV="1">
            <a:off x="1472953" y="5075439"/>
            <a:ext cx="1322638" cy="11265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8CEE636-19BF-14DE-4A21-9CD4CDE2D92B}"/>
              </a:ext>
            </a:extLst>
          </p:cNvPr>
          <p:cNvCxnSpPr>
            <a:cxnSpLocks/>
            <a:stCxn id="23" idx="6"/>
            <a:endCxn id="17" idx="1"/>
          </p:cNvCxnSpPr>
          <p:nvPr/>
        </p:nvCxnSpPr>
        <p:spPr>
          <a:xfrm>
            <a:off x="3574733" y="3038410"/>
            <a:ext cx="1543323" cy="718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F79DF0E-2EF3-4FEF-9E88-35CA9A90CE4C}"/>
              </a:ext>
            </a:extLst>
          </p:cNvPr>
          <p:cNvCxnSpPr>
            <a:cxnSpLocks/>
            <a:stCxn id="19" idx="6"/>
            <a:endCxn id="17" idx="3"/>
          </p:cNvCxnSpPr>
          <p:nvPr/>
        </p:nvCxnSpPr>
        <p:spPr>
          <a:xfrm flipV="1">
            <a:off x="3579362" y="4272275"/>
            <a:ext cx="1538694" cy="803164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>
            <a:extLst>
              <a:ext uri="{FF2B5EF4-FFF2-40B4-BE49-F238E27FC236}">
                <a16:creationId xmlns:a16="http://schemas.microsoft.com/office/drawing/2014/main" id="{867B0AEF-79CC-2177-5200-71B5CE2AC279}"/>
              </a:ext>
            </a:extLst>
          </p:cNvPr>
          <p:cNvSpPr/>
          <p:nvPr/>
        </p:nvSpPr>
        <p:spPr>
          <a:xfrm>
            <a:off x="1077716" y="1871861"/>
            <a:ext cx="4344143" cy="1778753"/>
          </a:xfrm>
          <a:custGeom>
            <a:avLst/>
            <a:gdLst>
              <a:gd name="csX0" fmla="*/ 0 w 4330840"/>
              <a:gd name="csY0" fmla="*/ 808296 h 1813131"/>
              <a:gd name="csX1" fmla="*/ 2280976 w 4330840"/>
              <a:gd name="csY1" fmla="*/ 34573 h 1813131"/>
              <a:gd name="csX2" fmla="*/ 4330840 w 4330840"/>
              <a:gd name="csY2" fmla="*/ 1813131 h 18131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30840" h="1813131">
                <a:moveTo>
                  <a:pt x="0" y="808296"/>
                </a:moveTo>
                <a:cubicBezTo>
                  <a:pt x="779584" y="337698"/>
                  <a:pt x="1559169" y="-132900"/>
                  <a:pt x="2280976" y="34573"/>
                </a:cubicBezTo>
                <a:cubicBezTo>
                  <a:pt x="3002783" y="202045"/>
                  <a:pt x="3666811" y="1007588"/>
                  <a:pt x="4330840" y="1813131"/>
                </a:cubicBezTo>
              </a:path>
            </a:pathLst>
          </a:cu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8EE9C1-A043-5F38-BB00-0E2658528478}"/>
              </a:ext>
            </a:extLst>
          </p:cNvPr>
          <p:cNvSpPr txBox="1"/>
          <p:nvPr/>
        </p:nvSpPr>
        <p:spPr>
          <a:xfrm>
            <a:off x="6423742" y="3554812"/>
            <a:ext cx="34712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</a:t>
            </a:r>
            <a:r>
              <a:rPr lang="en-US" b="1" dirty="0"/>
              <a:t>spanning tree </a:t>
            </a:r>
            <a:r>
              <a:rPr lang="en-US" dirty="0"/>
              <a:t>of a graph G is spanning subgraph that is a tree.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731B5EC-0DB3-C009-E267-FCC08D4C650F}"/>
                  </a:ext>
                </a:extLst>
              </p:cNvPr>
              <p:cNvSpPr txBox="1"/>
              <p:nvPr/>
            </p:nvSpPr>
            <p:spPr>
              <a:xfrm>
                <a:off x="6624708" y="2167786"/>
                <a:ext cx="3069291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 </a:t>
                </a:r>
                <a:r>
                  <a:rPr lang="en-US" b="1" dirty="0"/>
                  <a:t>spanning subgraph </a:t>
                </a:r>
                <a:r>
                  <a:rPr lang="en-US" dirty="0"/>
                  <a:t>of a graph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is a subgraph that contains all the vertices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731B5EC-0DB3-C009-E267-FCC08D4C6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708" y="2167786"/>
                <a:ext cx="3069291" cy="923330"/>
              </a:xfrm>
              <a:prstGeom prst="rect">
                <a:avLst/>
              </a:prstGeom>
              <a:blipFill>
                <a:blip r:embed="rId2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D419D23B-016A-0A44-CAF0-E5E8319810DF}"/>
              </a:ext>
            </a:extLst>
          </p:cNvPr>
          <p:cNvSpPr txBox="1"/>
          <p:nvPr/>
        </p:nvSpPr>
        <p:spPr>
          <a:xfrm>
            <a:off x="6423742" y="4664839"/>
            <a:ext cx="34712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All graphs have a spanning tree (often more than one).</a:t>
            </a:r>
          </a:p>
        </p:txBody>
      </p:sp>
    </p:spTree>
    <p:extLst>
      <p:ext uri="{BB962C8B-B14F-4D97-AF65-F5344CB8AC3E}">
        <p14:creationId xmlns:p14="http://schemas.microsoft.com/office/powerpoint/2010/main" val="1880742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83610-E95C-0500-4196-B2757D7BC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Traversal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02BC0-FF51-AEE9-0F1A-A177DD421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Imagine standing on a graph node and walking around it by following edges</a:t>
            </a:r>
          </a:p>
          <a:p>
            <a:r>
              <a:rPr lang="en-US" dirty="0"/>
              <a:t>There is no one best way to traverse a graph, it depends on the problem</a:t>
            </a:r>
          </a:p>
          <a:p>
            <a:r>
              <a:rPr lang="en-US" dirty="0"/>
              <a:t>In general there are two main strategies</a:t>
            </a:r>
          </a:p>
          <a:p>
            <a:pPr lvl="1"/>
            <a:r>
              <a:rPr lang="en-US" b="1" dirty="0"/>
              <a:t>Depth-first search</a:t>
            </a:r>
            <a:r>
              <a:rPr lang="en-US" dirty="0"/>
              <a:t>: </a:t>
            </a:r>
            <a:r>
              <a:rPr lang="en-CA" dirty="0"/>
              <a:t>explore one neighbor of a node as far as possible before backing up and trying the next neighbor</a:t>
            </a:r>
            <a:endParaRPr lang="en-US" dirty="0"/>
          </a:p>
          <a:p>
            <a:pPr lvl="1"/>
            <a:r>
              <a:rPr lang="en-US" b="1" dirty="0"/>
              <a:t>Breadth-first search</a:t>
            </a:r>
            <a:r>
              <a:rPr lang="en-US" dirty="0"/>
              <a:t>: explore all neighbors of a node, then all neighbors of neighbors, and so on</a:t>
            </a:r>
          </a:p>
        </p:txBody>
      </p:sp>
    </p:spTree>
    <p:extLst>
      <p:ext uri="{BB962C8B-B14F-4D97-AF65-F5344CB8AC3E}">
        <p14:creationId xmlns:p14="http://schemas.microsoft.com/office/powerpoint/2010/main" val="4026082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E5EF8-2EF2-D56E-8E99-F4E80A2E3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 First Search</a:t>
            </a:r>
          </a:p>
        </p:txBody>
      </p:sp>
      <p:pic>
        <p:nvPicPr>
          <p:cNvPr id="4" name="Picture 3" descr="DFS is a great way to solve mazes and other puzzles that have a single solution.">
            <a:extLst>
              <a:ext uri="{FF2B5EF4-FFF2-40B4-BE49-F238E27FC236}">
                <a16:creationId xmlns:a16="http://schemas.microsoft.com/office/drawing/2014/main" id="{EB005D96-88CD-4FC7-5024-8A87ADBDA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18" y="1869761"/>
            <a:ext cx="6870700" cy="3746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39C0F5-E8CA-B4D5-527C-FC7BD4869D08}"/>
              </a:ext>
            </a:extLst>
          </p:cNvPr>
          <p:cNvSpPr txBox="1"/>
          <p:nvPr/>
        </p:nvSpPr>
        <p:spPr>
          <a:xfrm>
            <a:off x="1788607" y="5858189"/>
            <a:ext cx="541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https://</a:t>
            </a:r>
            <a:r>
              <a:rPr lang="en-US" dirty="0" err="1"/>
              <a:t>brilliant.org</a:t>
            </a:r>
            <a:r>
              <a:rPr lang="en-US" dirty="0"/>
              <a:t>/wiki/depth-first-search-</a:t>
            </a:r>
            <a:r>
              <a:rPr lang="en-US" dirty="0" err="1"/>
              <a:t>dfs</a:t>
            </a:r>
            <a:r>
              <a:rPr lang="en-US" dirty="0"/>
              <a:t>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408951-4715-90F4-1D26-D724B8F93585}"/>
              </a:ext>
            </a:extLst>
          </p:cNvPr>
          <p:cNvSpPr txBox="1"/>
          <p:nvPr/>
        </p:nvSpPr>
        <p:spPr>
          <a:xfrm>
            <a:off x="8420519" y="3105834"/>
            <a:ext cx="22608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Solving a maze with depth-first search.</a:t>
            </a:r>
          </a:p>
        </p:txBody>
      </p:sp>
    </p:spTree>
    <p:extLst>
      <p:ext uri="{BB962C8B-B14F-4D97-AF65-F5344CB8AC3E}">
        <p14:creationId xmlns:p14="http://schemas.microsoft.com/office/powerpoint/2010/main" val="3603048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A1914-82C6-1D8F-90B8-2EC005147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 First Search (DFS , graph traversal)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00E6D-3E27-02BF-903C-B464066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772400" cy="38012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4BBC15-7519-BCE1-F547-94153A9F0CEA}"/>
              </a:ext>
            </a:extLst>
          </p:cNvPr>
          <p:cNvSpPr txBox="1"/>
          <p:nvPr/>
        </p:nvSpPr>
        <p:spPr>
          <a:xfrm>
            <a:off x="5656385" y="4468075"/>
            <a:ext cx="295421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An </a:t>
            </a:r>
            <a:r>
              <a:rPr lang="en-US" b="1" dirty="0"/>
              <a:t>edge is visited </a:t>
            </a:r>
            <a:r>
              <a:rPr lang="en-US" dirty="0"/>
              <a:t>if it has been marked as a discovery edge or a back edge.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0A2239-42FB-3F40-AE16-D6DA24799AB1}"/>
              </a:ext>
            </a:extLst>
          </p:cNvPr>
          <p:cNvCxnSpPr>
            <a:cxnSpLocks/>
          </p:cNvCxnSpPr>
          <p:nvPr/>
        </p:nvCxnSpPr>
        <p:spPr>
          <a:xfrm flipH="1" flipV="1">
            <a:off x="3275763" y="3758084"/>
            <a:ext cx="2380622" cy="7099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CDEFB8C-AAC5-0E23-20F5-0E9C2406C606}"/>
                  </a:ext>
                </a:extLst>
              </p14:cNvPr>
              <p14:cNvContentPartPr/>
              <p14:nvPr/>
            </p14:nvContentPartPr>
            <p14:xfrm>
              <a:off x="1149480" y="2006640"/>
              <a:ext cx="5721480" cy="2991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CDEFB8C-AAC5-0E23-20F5-0E9C2406C60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40120" y="1997280"/>
                <a:ext cx="5740200" cy="3009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968274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3289-952F-B1F7-8208-8E178729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 First Search (DFS , graph traversal)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5E390-E2FC-56AB-54D6-5B1C18A58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Proposition 3.12</a:t>
            </a:r>
            <a:r>
              <a:rPr lang="en-US" dirty="0"/>
              <a:t>: the discovery edges of DFS form a spanning tree of a connected graph</a:t>
            </a:r>
          </a:p>
          <a:p>
            <a:pPr marL="0" indent="0">
              <a:buNone/>
            </a:pPr>
            <a:r>
              <a:rPr lang="en-US" dirty="0"/>
              <a:t>Proof relies on two observations: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visited vertices form a tree because cycles can never be formed with visited vertices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when DFS is done, all the nodes are visited (i.e. there are no unvisited nodes)</a:t>
            </a:r>
          </a:p>
        </p:txBody>
      </p:sp>
    </p:spTree>
    <p:extLst>
      <p:ext uri="{BB962C8B-B14F-4D97-AF65-F5344CB8AC3E}">
        <p14:creationId xmlns:p14="http://schemas.microsoft.com/office/powerpoint/2010/main" val="42364562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1053B-53B9-3CBB-A252-759400B35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27FE7-743A-0C47-EF4F-4FEB9C256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 First Search (DFS , graph traversal)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8B9C1-95C4-B18A-B1E6-15C510897B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86813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Performance of DFS is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general.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DFS can solve these problems in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time:</a:t>
                </a:r>
              </a:p>
              <a:p>
                <a:r>
                  <a:rPr lang="en-US" dirty="0"/>
                  <a:t>Testing if a graph is connected.</a:t>
                </a:r>
              </a:p>
              <a:p>
                <a:r>
                  <a:rPr lang="en-US" dirty="0"/>
                  <a:t>If a graph is connected, find a spanning tree.</a:t>
                </a:r>
              </a:p>
              <a:p>
                <a:r>
                  <a:rPr lang="en-US" dirty="0"/>
                  <a:t>Find a path between vertices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(or prove no such path)</a:t>
                </a:r>
              </a:p>
              <a:p>
                <a:r>
                  <a:rPr lang="en-US" dirty="0"/>
                  <a:t>Find a cycle in a graph, or show it has no cycles (i.e. is a forest)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8B9C1-95C4-B18A-B1E6-15C510897B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868130" cy="4351338"/>
              </a:xfrm>
              <a:blipFill>
                <a:blip r:embed="rId2"/>
                <a:stretch>
                  <a:fillRect l="-1168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C66193-16FF-E089-1AAF-C2AAA4628D24}"/>
                  </a:ext>
                </a:extLst>
              </p:cNvPr>
              <p:cNvSpPr txBox="1"/>
              <p:nvPr/>
            </p:nvSpPr>
            <p:spPr>
              <a:xfrm>
                <a:off x="4350936" y="2491991"/>
                <a:ext cx="1537729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# vertices</a:t>
                </a: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# edges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C66193-16FF-E089-1AAF-C2AAA4628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0936" y="2491991"/>
                <a:ext cx="1537729" cy="646331"/>
              </a:xfrm>
              <a:prstGeom prst="rect">
                <a:avLst/>
              </a:prstGeom>
              <a:blipFill>
                <a:blip r:embed="rId3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62BACE-3822-460F-8A28-CB72B77682C3}"/>
                  </a:ext>
                </a:extLst>
              </p:cNvPr>
              <p:cNvSpPr txBox="1"/>
              <p:nvPr/>
            </p:nvSpPr>
            <p:spPr>
              <a:xfrm>
                <a:off x="6633587" y="2353491"/>
                <a:ext cx="2617089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the worst case, this is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the worst case.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62BACE-3822-460F-8A28-CB72B7768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3587" y="2353491"/>
                <a:ext cx="2617089" cy="923330"/>
              </a:xfrm>
              <a:prstGeom prst="rect">
                <a:avLst/>
              </a:prstGeom>
              <a:blipFill>
                <a:blip r:embed="rId4"/>
                <a:stretch>
                  <a:fillRect l="-966" t="-2703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85727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D64AF-8378-FBE4-A665-1738EC9A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 First Search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CDA8E1-5071-BD75-4331-41F63A80E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23" y="1690688"/>
            <a:ext cx="5556669" cy="41786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E5FEAF-E160-95D0-D4E6-49035C2B1386}"/>
              </a:ext>
            </a:extLst>
          </p:cNvPr>
          <p:cNvSpPr txBox="1"/>
          <p:nvPr/>
        </p:nvSpPr>
        <p:spPr>
          <a:xfrm>
            <a:off x="418805" y="6123543"/>
            <a:ext cx="5677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https://</a:t>
            </a:r>
            <a:r>
              <a:rPr lang="en-US" dirty="0" err="1"/>
              <a:t>en.wikipedia.org</a:t>
            </a:r>
            <a:r>
              <a:rPr lang="en-US" dirty="0"/>
              <a:t>/wiki/Breadth-</a:t>
            </a:r>
            <a:r>
              <a:rPr lang="en-US" dirty="0" err="1"/>
              <a:t>first_search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46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39B1C-CB2E-7D3E-EB55-86B715C47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 First Search (BFS, graph traversal)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0E8335-33E3-3824-489B-83CCC2481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98" y="1489720"/>
            <a:ext cx="6293837" cy="4880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44AE491-5888-1EEB-BD8F-3EB93B4522EF}"/>
                  </a:ext>
                </a:extLst>
              </p:cNvPr>
              <p:cNvSpPr txBox="1"/>
              <p:nvPr/>
            </p:nvSpPr>
            <p:spPr>
              <a:xfrm>
                <a:off x="7020235" y="3200399"/>
                <a:ext cx="2954215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 </a:t>
                </a:r>
                <a:r>
                  <a:rPr lang="en-US" b="1" dirty="0"/>
                  <a:t>vertex is explored </a:t>
                </a:r>
                <a:r>
                  <a:rPr lang="en-US" dirty="0"/>
                  <a:t>if it is in some collection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44AE491-5888-1EEB-BD8F-3EB93B4522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35" y="3200399"/>
                <a:ext cx="2954215" cy="646331"/>
              </a:xfrm>
              <a:prstGeom prst="rect">
                <a:avLst/>
              </a:prstGeom>
              <a:blipFill>
                <a:blip r:embed="rId3"/>
                <a:stretch>
                  <a:fillRect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C3C7537-355F-3441-F728-2002B42E7085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4401178" y="3523565"/>
            <a:ext cx="2619057" cy="844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0796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093EC-ABA8-022B-6005-41DC39877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 First Search (BFS, graph traversal)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6A4A84-F261-5D86-3778-0686B29AB1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BFS can label every vertex with the shortest length (in edges) from the vertex to the start of the search.</a:t>
                </a:r>
              </a:p>
              <a:p>
                <a:r>
                  <a:rPr lang="en-US" dirty="0"/>
                  <a:t>The discovery edges form a spanning tree</a:t>
                </a:r>
              </a:p>
              <a:p>
                <a:r>
                  <a:rPr lang="en-US" dirty="0"/>
                  <a:t>The running time of BFS is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general</a:t>
                </a:r>
              </a:p>
              <a:p>
                <a:pPr lvl="1"/>
                <a:r>
                  <a:rPr lang="en-US" dirty="0"/>
                  <a:t>Although in practice it needs an exponential amount of memory (in the worst case) to store all the node levels.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6A4A84-F261-5D86-3778-0686B29AB1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099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3A2F-1CB2-1D53-BE1D-DC688790E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 First Search (BFS, graph traversal)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C3D80C-969F-A902-24B8-E43A54519A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BFS can solve these problems in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1" i="1" dirty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1" i="1" dirty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time:</a:t>
                </a:r>
              </a:p>
              <a:p>
                <a:r>
                  <a:rPr lang="en-US" dirty="0"/>
                  <a:t>Testing if a graph is connected.</a:t>
                </a:r>
              </a:p>
              <a:p>
                <a:r>
                  <a:rPr lang="en-US" dirty="0"/>
                  <a:t>If a graph is connected, find a spanning tree.</a:t>
                </a:r>
              </a:p>
              <a:p>
                <a:r>
                  <a:rPr lang="en-US" dirty="0"/>
                  <a:t>Find a path between vertices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with the minimum number of edges (or prove there no path)</a:t>
                </a:r>
              </a:p>
              <a:p>
                <a:r>
                  <a:rPr lang="en-US" dirty="0"/>
                  <a:t>Find a cycle in a graph, or show it has no cycles (i.e. is a forest)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C3D80C-969F-A902-24B8-E43A54519A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02531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60DE2-E5C5-B4CE-9CFA-DC9C13555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Weighted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9C1B8-B7A1-88BA-1F86-7F16763D0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63277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 practice it is often useful to put </a:t>
            </a:r>
            <a:r>
              <a:rPr lang="en-US" b="1" dirty="0"/>
              <a:t>weights</a:t>
            </a:r>
            <a:r>
              <a:rPr lang="en-US" dirty="0"/>
              <a:t> on edges</a:t>
            </a:r>
          </a:p>
          <a:p>
            <a:pPr lvl="1"/>
            <a:r>
              <a:rPr lang="en-US" dirty="0"/>
              <a:t>Weights could represent time, distance, cost, strength, etc.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2C8408-3F91-60EF-3500-DAD1D27A33AD}"/>
              </a:ext>
            </a:extLst>
          </p:cNvPr>
          <p:cNvGrpSpPr/>
          <p:nvPr/>
        </p:nvGrpSpPr>
        <p:grpSpPr>
          <a:xfrm>
            <a:off x="6966856" y="2104931"/>
            <a:ext cx="5097864" cy="2798719"/>
            <a:chOff x="3349450" y="1863770"/>
            <a:chExt cx="5097864" cy="279871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71DAF44-E0E8-2CC6-04A0-4F945C6F1FD4}"/>
                </a:ext>
              </a:extLst>
            </p:cNvPr>
            <p:cNvGrpSpPr/>
            <p:nvPr/>
          </p:nvGrpSpPr>
          <p:grpSpPr>
            <a:xfrm>
              <a:off x="3349450" y="1880703"/>
              <a:ext cx="783771" cy="728321"/>
              <a:chOff x="3308071" y="3976840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2436162-CD46-D517-ED51-1E772BBF6D07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5E32F8F-B404-934B-38C0-1A23548E69F3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FC603B7-7BC6-B17A-84BE-460123A61CB8}"/>
                </a:ext>
              </a:extLst>
            </p:cNvPr>
            <p:cNvGrpSpPr/>
            <p:nvPr/>
          </p:nvGrpSpPr>
          <p:grpSpPr>
            <a:xfrm>
              <a:off x="5451230" y="1880703"/>
              <a:ext cx="783771" cy="728321"/>
              <a:chOff x="3308071" y="3976840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7271C2A-AA5B-6010-9F2A-2600AE3C3AB3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0CA2553-4B5B-222D-9F11-6027D26509E9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DC6C752-AB03-D08E-384F-E5D42C3E7D62}"/>
                </a:ext>
              </a:extLst>
            </p:cNvPr>
            <p:cNvGrpSpPr/>
            <p:nvPr/>
          </p:nvGrpSpPr>
          <p:grpSpPr>
            <a:xfrm>
              <a:off x="3349450" y="3928997"/>
              <a:ext cx="783771" cy="728321"/>
              <a:chOff x="3308071" y="3976840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821B5D-31E2-4F01-FE20-D773999CF28F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E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CB6C7AF-D396-14C7-BC67-5AF2AA7CB48D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B627CC6-9DF9-7EE5-ED4F-54FDE961FB18}"/>
                </a:ext>
              </a:extLst>
            </p:cNvPr>
            <p:cNvGrpSpPr/>
            <p:nvPr/>
          </p:nvGrpSpPr>
          <p:grpSpPr>
            <a:xfrm>
              <a:off x="5455859" y="3917732"/>
              <a:ext cx="783771" cy="728321"/>
              <a:chOff x="3308071" y="3976840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9A87735-E4C7-E8B9-13B2-5E2ADF0102D6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BB0149A-0D67-3C87-4820-51C8CA52479C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DCBE856-E877-CDB9-913D-88ACB2011D14}"/>
                </a:ext>
              </a:extLst>
            </p:cNvPr>
            <p:cNvGrpSpPr/>
            <p:nvPr/>
          </p:nvGrpSpPr>
          <p:grpSpPr>
            <a:xfrm>
              <a:off x="7663543" y="2857068"/>
              <a:ext cx="783771" cy="728321"/>
              <a:chOff x="3308071" y="3976840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DFDA119-6BEF-B2A1-C6B0-49D9D93D4B65}"/>
                  </a:ext>
                </a:extLst>
              </p:cNvPr>
              <p:cNvSpPr txBox="1"/>
              <p:nvPr/>
            </p:nvSpPr>
            <p:spPr>
              <a:xfrm>
                <a:off x="3308071" y="4068126"/>
                <a:ext cx="783771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C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A9AF724-9E60-7181-2A50-3101DD67CB0C}"/>
                  </a:ext>
                </a:extLst>
              </p:cNvPr>
              <p:cNvSpPr/>
              <p:nvPr/>
            </p:nvSpPr>
            <p:spPr>
              <a:xfrm>
                <a:off x="3308071" y="3976840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37BDADD-3937-242F-EA9D-BEB6C7F64AAB}"/>
                </a:ext>
              </a:extLst>
            </p:cNvPr>
            <p:cNvCxnSpPr>
              <a:stCxn id="31" idx="4"/>
              <a:endCxn id="27" idx="0"/>
            </p:cNvCxnSpPr>
            <p:nvPr/>
          </p:nvCxnSpPr>
          <p:spPr>
            <a:xfrm>
              <a:off x="3741336" y="2609024"/>
              <a:ext cx="0" cy="131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0CF6975-3730-1878-55EB-3BB7DE3E0BE9}"/>
                </a:ext>
              </a:extLst>
            </p:cNvPr>
            <p:cNvCxnSpPr>
              <a:cxnSpLocks/>
              <a:stCxn id="31" idx="6"/>
              <a:endCxn id="29" idx="2"/>
            </p:cNvCxnSpPr>
            <p:nvPr/>
          </p:nvCxnSpPr>
          <p:spPr>
            <a:xfrm>
              <a:off x="4133221" y="2244864"/>
              <a:ext cx="131800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403878E-82E9-6206-3D8C-21EF5FD22B89}"/>
                </a:ext>
              </a:extLst>
            </p:cNvPr>
            <p:cNvCxnSpPr>
              <a:cxnSpLocks/>
              <a:stCxn id="25" idx="0"/>
              <a:endCxn id="29" idx="4"/>
            </p:cNvCxnSpPr>
            <p:nvPr/>
          </p:nvCxnSpPr>
          <p:spPr>
            <a:xfrm flipH="1" flipV="1">
              <a:off x="5843116" y="2609024"/>
              <a:ext cx="4629" cy="130870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64E29EE-0E3F-52A1-7022-81A5E5DFF02A}"/>
                </a:ext>
              </a:extLst>
            </p:cNvPr>
            <p:cNvCxnSpPr>
              <a:cxnSpLocks/>
              <a:stCxn id="27" idx="6"/>
              <a:endCxn id="25" idx="2"/>
            </p:cNvCxnSpPr>
            <p:nvPr/>
          </p:nvCxnSpPr>
          <p:spPr>
            <a:xfrm flipV="1">
              <a:off x="4133221" y="4281893"/>
              <a:ext cx="1322638" cy="1126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E067224-D8C0-D60D-75E2-2B5E1D0F586D}"/>
                </a:ext>
              </a:extLst>
            </p:cNvPr>
            <p:cNvCxnSpPr>
              <a:cxnSpLocks/>
              <a:stCxn id="29" idx="6"/>
              <a:endCxn id="23" idx="1"/>
            </p:cNvCxnSpPr>
            <p:nvPr/>
          </p:nvCxnSpPr>
          <p:spPr>
            <a:xfrm>
              <a:off x="6235001" y="2244864"/>
              <a:ext cx="1543323" cy="7188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D3C33D-D36C-4F45-F2FD-5C9BD605E38C}"/>
                </a:ext>
              </a:extLst>
            </p:cNvPr>
            <p:cNvCxnSpPr>
              <a:cxnSpLocks/>
              <a:stCxn id="25" idx="6"/>
              <a:endCxn id="23" idx="3"/>
            </p:cNvCxnSpPr>
            <p:nvPr/>
          </p:nvCxnSpPr>
          <p:spPr>
            <a:xfrm flipV="1">
              <a:off x="6239630" y="3478729"/>
              <a:ext cx="1538694" cy="8031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231482C-01BB-2D9C-F506-08A897684081}"/>
                </a:ext>
              </a:extLst>
            </p:cNvPr>
            <p:cNvSpPr txBox="1"/>
            <p:nvPr/>
          </p:nvSpPr>
          <p:spPr>
            <a:xfrm>
              <a:off x="5493124" y="303656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0719A5E-7576-B01E-A904-9F2EE1AC92F7}"/>
                </a:ext>
              </a:extLst>
            </p:cNvPr>
            <p:cNvSpPr txBox="1"/>
            <p:nvPr/>
          </p:nvSpPr>
          <p:spPr>
            <a:xfrm>
              <a:off x="3391344" y="304101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CEEA54-41D9-C346-4627-CD9A2098B869}"/>
                </a:ext>
              </a:extLst>
            </p:cNvPr>
            <p:cNvSpPr txBox="1"/>
            <p:nvPr/>
          </p:nvSpPr>
          <p:spPr>
            <a:xfrm>
              <a:off x="4638176" y="186377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3FAE83B-661E-801A-B889-6A1C233D6980}"/>
                </a:ext>
              </a:extLst>
            </p:cNvPr>
            <p:cNvSpPr txBox="1"/>
            <p:nvPr/>
          </p:nvSpPr>
          <p:spPr>
            <a:xfrm>
              <a:off x="6886478" y="223310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6979523-C374-004B-4D68-B8F53653FE61}"/>
                </a:ext>
              </a:extLst>
            </p:cNvPr>
            <p:cNvSpPr txBox="1"/>
            <p:nvPr/>
          </p:nvSpPr>
          <p:spPr>
            <a:xfrm>
              <a:off x="6900247" y="385306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D1C32D-CAA1-83C8-A660-D0A40DFD3B5C}"/>
                </a:ext>
              </a:extLst>
            </p:cNvPr>
            <p:cNvSpPr txBox="1"/>
            <p:nvPr/>
          </p:nvSpPr>
          <p:spPr>
            <a:xfrm>
              <a:off x="4640491" y="429315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2674993-8638-D67D-0316-1E8051886355}"/>
                  </a:ext>
                </a:extLst>
              </p:cNvPr>
              <p:cNvSpPr txBox="1"/>
              <p:nvPr/>
            </p:nvSpPr>
            <p:spPr>
              <a:xfrm>
                <a:off x="8668328" y="635466"/>
                <a:ext cx="2157423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For simplicity, we will assume edge weights are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2674993-8638-D67D-0316-1E8051886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8328" y="635466"/>
                <a:ext cx="2157423" cy="923330"/>
              </a:xfrm>
              <a:prstGeom prst="rect">
                <a:avLst/>
              </a:prstGeom>
              <a:blipFill>
                <a:blip r:embed="rId2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Picture 32">
            <a:extLst>
              <a:ext uri="{FF2B5EF4-FFF2-40B4-BE49-F238E27FC236}">
                <a16:creationId xmlns:a16="http://schemas.microsoft.com/office/drawing/2014/main" id="{D6EAA733-4829-F13B-AE79-8E1C367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71" y="3647055"/>
            <a:ext cx="561340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5421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FB23C-CC27-ED62-A596-A34DC0E6F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Dijkstra’s Algorithm (Shortest Path)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6BF38-FA65-B3ED-4AAC-EC38EBD00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1439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Dijkstra’s algorithm </a:t>
            </a:r>
            <a:r>
              <a:rPr lang="en-US" dirty="0"/>
              <a:t>is a variation of breadth-first search.</a:t>
            </a:r>
          </a:p>
          <a:p>
            <a:pPr marL="0" indent="0">
              <a:buNone/>
            </a:pPr>
            <a:r>
              <a:rPr lang="en-US" dirty="0"/>
              <a:t>It finds the shortest distance (in terms of edge weight sum) between a given starting node and all other nodes.</a:t>
            </a:r>
          </a:p>
          <a:p>
            <a:pPr marL="0" indent="0">
              <a:buNone/>
            </a:pPr>
            <a:r>
              <a:rPr lang="en-US" dirty="0"/>
              <a:t>It can solve mazes and similar problems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CECD67-C5C9-89B4-5E5A-9E347C563A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546" t="6704" r="11217" b="24044"/>
          <a:stretch>
            <a:fillRect/>
          </a:stretch>
        </p:blipFill>
        <p:spPr>
          <a:xfrm>
            <a:off x="9023420" y="1690688"/>
            <a:ext cx="2672862" cy="356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441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9CC70-8441-366F-9228-644776B2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Dijkstra’s Algorithm (Shortest Path)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19E2AD-8562-BFE7-62F2-9F2AA5774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00" y="1704975"/>
            <a:ext cx="6654800" cy="478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868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C66EE-6F2F-A8EC-7488-B2B912778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Dijkstra’s Algorithm (Shortest Path)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B79B62-5DD7-615B-95D4-4C7EAA3BF1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good implementation of Dijkstra’s algorithm (e.g. using a heap) has a worst-case running time of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((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)</m:t>
                    </m:r>
                    <m:func>
                      <m:funcPr>
                        <m:ctrlPr>
                          <a:rPr lang="en-CA" b="1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CA" b="1" i="0" smtClean="0"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CA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CA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Or </a:t>
                </a:r>
                <a14:m>
                  <m:oMath xmlns:m="http://schemas.openxmlformats.org/officeDocument/2006/math">
                    <m:r>
                      <a:rPr lang="en-CA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CA" b="1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CA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CA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func>
                      <m:funcPr>
                        <m:ctrlPr>
                          <a:rPr lang="en-CA" b="1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CA" b="1" i="1">
                            <a:latin typeface="Cambria Math" panose="02040503050406030204" pitchFamily="18" charset="0"/>
                          </a:rPr>
                          <m:t>𝒍𝒐𝒈</m:t>
                        </m:r>
                      </m:fName>
                      <m:e>
                        <m:r>
                          <a:rPr lang="en-CA" b="1" i="1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CA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terms of vertices</a:t>
                </a:r>
              </a:p>
              <a:p>
                <a:endParaRPr lang="en-US" dirty="0"/>
              </a:p>
              <a:p>
                <a:r>
                  <a:rPr lang="en-US" dirty="0"/>
                  <a:t>In practice, for path-finding in games or robotics, a slight variation of Dijkstra’s algorithm, known as </a:t>
                </a:r>
                <a:r>
                  <a:rPr lang="en-US" b="1" dirty="0"/>
                  <a:t>A* search</a:t>
                </a:r>
                <a:r>
                  <a:rPr lang="en-US" dirty="0"/>
                  <a:t>, is often used because it usually has much better performance</a:t>
                </a:r>
              </a:p>
              <a:p>
                <a:pPr lvl="1"/>
                <a:r>
                  <a:rPr lang="en-US" dirty="0"/>
                  <a:t>A* considers an estimate of the distance from the current vertex to the goal vertex to make better choices about what vertex to visit next</a:t>
                </a:r>
              </a:p>
              <a:p>
                <a:pPr lvl="1"/>
                <a:r>
                  <a:rPr lang="en-US" dirty="0"/>
                  <a:t>Comparison: </a:t>
                </a:r>
                <a:r>
                  <a:rPr lang="en-US" dirty="0">
                    <a:hlinkClick r:id="rId2"/>
                  </a:rPr>
                  <a:t>https://www.youtube.com/watch?v=g024lzsknDo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B79B62-5DD7-615B-95D4-4C7EAA3BF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 r="-16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A7C2C0-D299-7D0A-6931-0F17FCA6C449}"/>
                  </a:ext>
                </a:extLst>
              </p:cNvPr>
              <p:cNvSpPr txBox="1"/>
              <p:nvPr/>
            </p:nvSpPr>
            <p:spPr>
              <a:xfrm>
                <a:off x="9224386" y="2331218"/>
                <a:ext cx="1537729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# vertices</a:t>
                </a: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# edges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A7C2C0-D299-7D0A-6931-0F17FCA6C4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386" y="2331218"/>
                <a:ext cx="1537729" cy="646331"/>
              </a:xfrm>
              <a:prstGeom prst="rect">
                <a:avLst/>
              </a:prstGeom>
              <a:blipFill>
                <a:blip r:embed="rId4"/>
                <a:stretch>
                  <a:fillRect t="-3846" r="-245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69595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D4A06-D627-A3F5-EA91-712415134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Spanning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8EC5A9-8CA8-9B84-A687-0698C698DE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5545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Recall that a </a:t>
                </a:r>
                <a:r>
                  <a:rPr lang="en-US" b="1" dirty="0"/>
                  <a:t>spanning tree </a:t>
                </a:r>
                <a:r>
                  <a:rPr lang="en-US" dirty="0"/>
                  <a:t>of a graph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is a tree subgraph that includes every vertex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a weighted graph, a </a:t>
                </a:r>
                <a:r>
                  <a:rPr lang="en-US" b="1" dirty="0"/>
                  <a:t>minimum spanning tree </a:t>
                </a:r>
                <a:r>
                  <a:rPr lang="en-US" dirty="0"/>
                  <a:t>is a spanning tree whose edge weight sum is as small as possible</a:t>
                </a:r>
              </a:p>
              <a:p>
                <a:r>
                  <a:rPr lang="en-US" dirty="0"/>
                  <a:t>Original application (1920s): find the most efficient electrical power network for a region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8EC5A9-8CA8-9B84-A687-0698C698DE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55453" cy="4351338"/>
              </a:xfrm>
              <a:blipFill>
                <a:blip r:embed="rId2"/>
                <a:stretch>
                  <a:fillRect l="-1784" t="-2241" r="-2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 descr="Minimum spanning tree - Wikipedia">
            <a:extLst>
              <a:ext uri="{FF2B5EF4-FFF2-40B4-BE49-F238E27FC236}">
                <a16:creationId xmlns:a16="http://schemas.microsoft.com/office/drawing/2014/main" id="{63184734-7D16-996E-078C-1DAE3BD36F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94151" y="1690688"/>
            <a:ext cx="5397849" cy="434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548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AD6C9-9AAD-C8B3-2FB6-E2F4FCE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Kruskal’s Algorithm (Minimum Spanning Tree)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6F9CDD-BB9F-539C-2D6F-CC09A46D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773" y="1560059"/>
            <a:ext cx="8066925" cy="45895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A0E042-75EC-54DD-68BE-10F2F8C0A6BB}"/>
              </a:ext>
            </a:extLst>
          </p:cNvPr>
          <p:cNvSpPr txBox="1"/>
          <p:nvPr/>
        </p:nvSpPr>
        <p:spPr>
          <a:xfrm>
            <a:off x="9530861" y="1877199"/>
            <a:ext cx="250481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text also discusses </a:t>
            </a:r>
            <a:r>
              <a:rPr lang="en-US" b="1" dirty="0"/>
              <a:t>Prim’s algorithm</a:t>
            </a:r>
            <a:r>
              <a:rPr lang="en-US" dirty="0"/>
              <a:t>, but we won’t cover that in this course.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106807-673C-8CBF-53B3-4D704FE54B4F}"/>
              </a:ext>
            </a:extLst>
          </p:cNvPr>
          <p:cNvSpPr txBox="1"/>
          <p:nvPr/>
        </p:nvSpPr>
        <p:spPr>
          <a:xfrm>
            <a:off x="9645581" y="4431155"/>
            <a:ext cx="229547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Tracking clusters efficiently is typically done with the </a:t>
            </a:r>
            <a:r>
              <a:rPr lang="en-US" b="1" dirty="0"/>
              <a:t>union-find algorithm</a:t>
            </a:r>
            <a:r>
              <a:rPr lang="en-US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E20AC3-8F2F-130C-FC82-C44F54837FA5}"/>
              </a:ext>
            </a:extLst>
          </p:cNvPr>
          <p:cNvSpPr txBox="1"/>
          <p:nvPr/>
        </p:nvSpPr>
        <p:spPr>
          <a:xfrm>
            <a:off x="3085683" y="4604657"/>
            <a:ext cx="2249992" cy="30777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check prevents cycles</a:t>
            </a:r>
          </a:p>
        </p:txBody>
      </p:sp>
    </p:spTree>
    <p:extLst>
      <p:ext uri="{BB962C8B-B14F-4D97-AF65-F5344CB8AC3E}">
        <p14:creationId xmlns:p14="http://schemas.microsoft.com/office/powerpoint/2010/main" val="11523075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F4EF1-07BF-9D2F-ED6C-A5D8A0F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Kruskal’s Algorithm (Minimum Spanning Tree)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532327-8234-1533-C112-1138068EF9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a simply connected graph, a well-implemented version of Kruskal’s algorithm (using a heap and an efficient union-find algorithm for merging clusters) has running time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𝒎</m:t>
                    </m:r>
                    <m:func>
                      <m:func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CA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CA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532327-8234-1533-C112-1138068EF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46BFEA-DBC6-E7AD-9A17-BA7E5B8DAB8B}"/>
                  </a:ext>
                </a:extLst>
              </p:cNvPr>
              <p:cNvSpPr txBox="1"/>
              <p:nvPr/>
            </p:nvSpPr>
            <p:spPr>
              <a:xfrm>
                <a:off x="8541098" y="3105834"/>
                <a:ext cx="1537729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# vertices</a:t>
                </a: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# edges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46BFEA-DBC6-E7AD-9A17-BA7E5B8DA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1098" y="3105834"/>
                <a:ext cx="1537729" cy="646331"/>
              </a:xfrm>
              <a:prstGeom prst="rect">
                <a:avLst/>
              </a:prstGeom>
              <a:blipFill>
                <a:blip r:embed="rId3"/>
                <a:stretch>
                  <a:fillRect t="-3846" r="-245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1682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5569</TotalTime>
  <Words>2000</Words>
  <Application>Microsoft Macintosh PowerPoint</Application>
  <PresentationFormat>Widescreen</PresentationFormat>
  <Paragraphs>303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Cambria Math</vt:lpstr>
      <vt:lpstr>Office Theme</vt:lpstr>
      <vt:lpstr>Graph Algorithms</vt:lpstr>
      <vt:lpstr>Graph Theory</vt:lpstr>
      <vt:lpstr>Example: Transit Map</vt:lpstr>
      <vt:lpstr>Example: Computer Networks</vt:lpstr>
      <vt:lpstr>Example: Map Coloring</vt:lpstr>
      <vt:lpstr>Example: Video Game Navigation</vt:lpstr>
      <vt:lpstr>Example: Friendship Graphs</vt:lpstr>
      <vt:lpstr>Undirected Graphs</vt:lpstr>
      <vt:lpstr>Undirected Graphs</vt:lpstr>
      <vt:lpstr>Graph Theory</vt:lpstr>
      <vt:lpstr>Graph Theory</vt:lpstr>
      <vt:lpstr>Complete Graphs</vt:lpstr>
      <vt:lpstr>Directed Graphs</vt:lpstr>
      <vt:lpstr>Directed Graphs</vt:lpstr>
      <vt:lpstr>Trees: connected graphs with no cycles</vt:lpstr>
      <vt:lpstr>Trees: connected graphs with no cycles</vt:lpstr>
      <vt:lpstr>Trees: connected graphs with no cycles</vt:lpstr>
      <vt:lpstr>Spanning Trees</vt:lpstr>
      <vt:lpstr>Graph Traversal</vt:lpstr>
      <vt:lpstr>Depth First Search</vt:lpstr>
      <vt:lpstr>Depth First Search (DFS , graph traversal)</vt:lpstr>
      <vt:lpstr>Depth First Search (DFS , graph traversal)</vt:lpstr>
      <vt:lpstr>Depth First Search (DFS , graph traversal)</vt:lpstr>
      <vt:lpstr>Breadth First Search</vt:lpstr>
      <vt:lpstr>Breadth First Search (BFS, graph traversal)</vt:lpstr>
      <vt:lpstr>Breadth First Search (BFS, graph traversal)</vt:lpstr>
      <vt:lpstr>Breadth First Search (BFS, graph traversal)</vt:lpstr>
      <vt:lpstr>Weighted Graphs</vt:lpstr>
      <vt:lpstr>Dijkstra’s Algorithm (Shortest Path)</vt:lpstr>
      <vt:lpstr>Dijkstra’s Algorithm (Shortest Path)</vt:lpstr>
      <vt:lpstr>Dijkstra’s Algorithm (Shortest Path)</vt:lpstr>
      <vt:lpstr>Minimum Spanning Trees</vt:lpstr>
      <vt:lpstr>Kruskal’s Algorithm (Minimum Spanning Tree)</vt:lpstr>
      <vt:lpstr>Kruskal’s Algorithm (Minimum Spanning Tree)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2026-07-07T18:21:54Z</cp:lastPrinted>
  <dcterms:created xsi:type="dcterms:W3CDTF">2026-05-12T03:18:48Z</dcterms:created>
  <dcterms:modified xsi:type="dcterms:W3CDTF">2026-07-23T18:55:59Z</dcterms:modified>
</cp:coreProperties>
</file>