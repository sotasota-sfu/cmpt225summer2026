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2" r:id="rId3"/>
    <p:sldId id="264" r:id="rId4"/>
    <p:sldId id="266" r:id="rId5"/>
    <p:sldId id="265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9B36D-4020-C448-A503-042577509A96}" v="16" dt="2026-05-20T23:02:58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7"/>
    <p:restoredTop sz="96983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5-19T17:51:35.320" v="170" actId="2696"/>
      <pc:docMkLst>
        <pc:docMk/>
      </pc:docMkLst>
      <pc:sldChg chg="del">
        <pc:chgData name="Toby Donaldson" userId="2e6e5431-bb17-4c41-9985-d39c50d83c73" providerId="ADAL" clId="{F31BC264-820E-54C4-A6D1-F92AF9CC222E}" dt="2026-05-19T17:51:35.320" v="170" actId="2696"/>
        <pc:sldMkLst>
          <pc:docMk/>
          <pc:sldMk cId="917661366" sldId="256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3882066604" sldId="257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2285235809" sldId="258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2983885050" sldId="259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3378692664" sldId="260"/>
        </pc:sldMkLst>
      </pc:sldChg>
      <pc:sldChg chg="del">
        <pc:chgData name="Toby Donaldson" userId="2e6e5431-bb17-4c41-9985-d39c50d83c73" providerId="ADAL" clId="{F31BC264-820E-54C4-A6D1-F92AF9CC222E}" dt="2026-05-19T17:51:31.895" v="169" actId="2696"/>
        <pc:sldMkLst>
          <pc:docMk/>
          <pc:sldMk cId="3079706127" sldId="261"/>
        </pc:sldMkLst>
      </pc:sldChg>
      <pc:sldChg chg="del">
        <pc:chgData name="Toby Donaldson" userId="2e6e5431-bb17-4c41-9985-d39c50d83c73" providerId="ADAL" clId="{F31BC264-820E-54C4-A6D1-F92AF9CC222E}" dt="2026-05-19T17:44:14.023" v="1" actId="2696"/>
        <pc:sldMkLst>
          <pc:docMk/>
          <pc:sldMk cId="570944480" sldId="262"/>
        </pc:sldMkLst>
      </pc:sldChg>
      <pc:sldChg chg="addSp delSp modSp new mod">
        <pc:chgData name="Toby Donaldson" userId="2e6e5431-bb17-4c41-9985-d39c50d83c73" providerId="ADAL" clId="{F31BC264-820E-54C4-A6D1-F92AF9CC222E}" dt="2026-05-19T17:51:18.248" v="168" actId="20577"/>
        <pc:sldMkLst>
          <pc:docMk/>
          <pc:sldMk cId="2832120286" sldId="262"/>
        </pc:sldMkLst>
        <pc:spChg chg="mod">
          <ac:chgData name="Toby Donaldson" userId="2e6e5431-bb17-4c41-9985-d39c50d83c73" providerId="ADAL" clId="{F31BC264-820E-54C4-A6D1-F92AF9CC222E}" dt="2026-05-19T17:44:44.085" v="52" actId="20577"/>
          <ac:spMkLst>
            <pc:docMk/>
            <pc:sldMk cId="2832120286" sldId="262"/>
            <ac:spMk id="2" creationId="{35326877-1393-A1DC-DE4F-70F8C375811D}"/>
          </ac:spMkLst>
        </pc:spChg>
        <pc:spChg chg="del">
          <ac:chgData name="Toby Donaldson" userId="2e6e5431-bb17-4c41-9985-d39c50d83c73" providerId="ADAL" clId="{F31BC264-820E-54C4-A6D1-F92AF9CC222E}" dt="2026-05-19T17:44:48.166" v="53" actId="21"/>
          <ac:spMkLst>
            <pc:docMk/>
            <pc:sldMk cId="2832120286" sldId="262"/>
            <ac:spMk id="3" creationId="{D91F4E37-040E-92D3-EC72-8A9F222A120F}"/>
          </ac:spMkLst>
        </pc:spChg>
        <pc:spChg chg="add mod">
          <ac:chgData name="Toby Donaldson" userId="2e6e5431-bb17-4c41-9985-d39c50d83c73" providerId="ADAL" clId="{F31BC264-820E-54C4-A6D1-F92AF9CC222E}" dt="2026-05-19T17:45:14.132" v="55" actId="207"/>
          <ac:spMkLst>
            <pc:docMk/>
            <pc:sldMk cId="2832120286" sldId="262"/>
            <ac:spMk id="4" creationId="{C9931B12-328B-02A0-8D00-C3A87B53EFE7}"/>
          </ac:spMkLst>
        </pc:spChg>
        <pc:spChg chg="add mod">
          <ac:chgData name="Toby Donaldson" userId="2e6e5431-bb17-4c41-9985-d39c50d83c73" providerId="ADAL" clId="{F31BC264-820E-54C4-A6D1-F92AF9CC222E}" dt="2026-05-19T17:45:29.314" v="58" actId="14100"/>
          <ac:spMkLst>
            <pc:docMk/>
            <pc:sldMk cId="2832120286" sldId="262"/>
            <ac:spMk id="5" creationId="{E1D39430-BC9E-B80A-E669-81A218899E5D}"/>
          </ac:spMkLst>
        </pc:spChg>
        <pc:spChg chg="add mod">
          <ac:chgData name="Toby Donaldson" userId="2e6e5431-bb17-4c41-9985-d39c50d83c73" providerId="ADAL" clId="{F31BC264-820E-54C4-A6D1-F92AF9CC222E}" dt="2026-05-19T17:45:57.650" v="66" actId="1076"/>
          <ac:spMkLst>
            <pc:docMk/>
            <pc:sldMk cId="2832120286" sldId="262"/>
            <ac:spMk id="7" creationId="{A9517571-DF3D-1238-259B-47FC11DEE3EF}"/>
          </ac:spMkLst>
        </pc:spChg>
        <pc:spChg chg="mod">
          <ac:chgData name="Toby Donaldson" userId="2e6e5431-bb17-4c41-9985-d39c50d83c73" providerId="ADAL" clId="{F31BC264-820E-54C4-A6D1-F92AF9CC222E}" dt="2026-05-19T17:46:10.618" v="72" actId="20577"/>
          <ac:spMkLst>
            <pc:docMk/>
            <pc:sldMk cId="2832120286" sldId="262"/>
            <ac:spMk id="11" creationId="{23069BDC-2B92-25F0-7AC9-AA6D2A4B6A1D}"/>
          </ac:spMkLst>
        </pc:spChg>
        <pc:spChg chg="mod">
          <ac:chgData name="Toby Donaldson" userId="2e6e5431-bb17-4c41-9985-d39c50d83c73" providerId="ADAL" clId="{F31BC264-820E-54C4-A6D1-F92AF9CC222E}" dt="2026-05-19T17:46:03.940" v="68"/>
          <ac:spMkLst>
            <pc:docMk/>
            <pc:sldMk cId="2832120286" sldId="262"/>
            <ac:spMk id="12" creationId="{D9705C67-E169-D0DB-221D-5D05229BED9A}"/>
          </ac:spMkLst>
        </pc:spChg>
        <pc:spChg chg="mod">
          <ac:chgData name="Toby Donaldson" userId="2e6e5431-bb17-4c41-9985-d39c50d83c73" providerId="ADAL" clId="{F31BC264-820E-54C4-A6D1-F92AF9CC222E}" dt="2026-05-19T17:46:03.940" v="68"/>
          <ac:spMkLst>
            <pc:docMk/>
            <pc:sldMk cId="2832120286" sldId="262"/>
            <ac:spMk id="13" creationId="{A2E33F30-3E53-9824-1401-FE49BFA93B9E}"/>
          </ac:spMkLst>
        </pc:spChg>
        <pc:spChg chg="add mod">
          <ac:chgData name="Toby Donaldson" userId="2e6e5431-bb17-4c41-9985-d39c50d83c73" providerId="ADAL" clId="{F31BC264-820E-54C4-A6D1-F92AF9CC222E}" dt="2026-05-19T17:50:34.463" v="102" actId="1076"/>
          <ac:spMkLst>
            <pc:docMk/>
            <pc:sldMk cId="2832120286" sldId="262"/>
            <ac:spMk id="16" creationId="{1DAD8A94-B340-360B-188D-E929C597711A}"/>
          </ac:spMkLst>
        </pc:spChg>
        <pc:spChg chg="add mod">
          <ac:chgData name="Toby Donaldson" userId="2e6e5431-bb17-4c41-9985-d39c50d83c73" providerId="ADAL" clId="{F31BC264-820E-54C4-A6D1-F92AF9CC222E}" dt="2026-05-19T17:51:18.248" v="168" actId="20577"/>
          <ac:spMkLst>
            <pc:docMk/>
            <pc:sldMk cId="2832120286" sldId="262"/>
            <ac:spMk id="29" creationId="{449EE7D6-A842-80CD-BA0E-E88DDD2953DD}"/>
          </ac:spMkLst>
        </pc:spChg>
        <pc:grpChg chg="add">
          <ac:chgData name="Toby Donaldson" userId="2e6e5431-bb17-4c41-9985-d39c50d83c73" providerId="ADAL" clId="{F31BC264-820E-54C4-A6D1-F92AF9CC222E}" dt="2026-05-19T17:45:35.794" v="59" actId="164"/>
          <ac:grpSpMkLst>
            <pc:docMk/>
            <pc:sldMk cId="2832120286" sldId="262"/>
            <ac:grpSpMk id="6" creationId="{3E8F4198-32CD-3671-DBCA-36D30A28F099}"/>
          </ac:grpSpMkLst>
        </pc:grpChg>
        <pc:grpChg chg="add mod">
          <ac:chgData name="Toby Donaldson" userId="2e6e5431-bb17-4c41-9985-d39c50d83c73" providerId="ADAL" clId="{F31BC264-820E-54C4-A6D1-F92AF9CC222E}" dt="2026-05-19T17:50:34.463" v="102" actId="1076"/>
          <ac:grpSpMkLst>
            <pc:docMk/>
            <pc:sldMk cId="2832120286" sldId="262"/>
            <ac:grpSpMk id="8" creationId="{04C27F1F-5FF8-9EC4-4225-FF967C01C31E}"/>
          </ac:grpSpMkLst>
        </pc:grpChg>
        <pc:grpChg chg="add mod">
          <ac:chgData name="Toby Donaldson" userId="2e6e5431-bb17-4c41-9985-d39c50d83c73" providerId="ADAL" clId="{F31BC264-820E-54C4-A6D1-F92AF9CC222E}" dt="2026-05-19T17:50:34.463" v="102" actId="1076"/>
          <ac:grpSpMkLst>
            <pc:docMk/>
            <pc:sldMk cId="2832120286" sldId="262"/>
            <ac:grpSpMk id="9" creationId="{2AF6C462-1D40-E631-243C-669B9E8B645D}"/>
          </ac:grpSpMkLst>
        </pc:grpChg>
        <pc:grpChg chg="mod">
          <ac:chgData name="Toby Donaldson" userId="2e6e5431-bb17-4c41-9985-d39c50d83c73" providerId="ADAL" clId="{F31BC264-820E-54C4-A6D1-F92AF9CC222E}" dt="2026-05-19T17:46:03.940" v="68"/>
          <ac:grpSpMkLst>
            <pc:docMk/>
            <pc:sldMk cId="2832120286" sldId="262"/>
            <ac:grpSpMk id="10" creationId="{1D6679CB-CFF3-F25A-5CE9-04BF22151021}"/>
          </ac:grpSpMkLst>
        </pc:grpChg>
        <pc:grpChg chg="add mod">
          <ac:chgData name="Toby Donaldson" userId="2e6e5431-bb17-4c41-9985-d39c50d83c73" providerId="ADAL" clId="{F31BC264-820E-54C4-A6D1-F92AF9CC222E}" dt="2026-05-19T17:50:34.463" v="102" actId="1076"/>
          <ac:grpSpMkLst>
            <pc:docMk/>
            <pc:sldMk cId="2832120286" sldId="262"/>
            <ac:grpSpMk id="28" creationId="{BC38F54E-5579-0F56-2700-C39D47F706D4}"/>
          </ac:grpSpMkLst>
        </pc:grpChg>
        <pc:cxnChg chg="add mod">
          <ac:chgData name="Toby Donaldson" userId="2e6e5431-bb17-4c41-9985-d39c50d83c73" providerId="ADAL" clId="{F31BC264-820E-54C4-A6D1-F92AF9CC222E}" dt="2026-05-19T17:50:34.463" v="102" actId="1076"/>
          <ac:cxnSpMkLst>
            <pc:docMk/>
            <pc:sldMk cId="2832120286" sldId="262"/>
            <ac:cxnSpMk id="15" creationId="{BF09BCDA-F818-DD37-2717-E2426DFDA9FC}"/>
          </ac:cxnSpMkLst>
        </pc:cxnChg>
        <pc:cxnChg chg="add mod">
          <ac:chgData name="Toby Donaldson" userId="2e6e5431-bb17-4c41-9985-d39c50d83c73" providerId="ADAL" clId="{F31BC264-820E-54C4-A6D1-F92AF9CC222E}" dt="2026-05-19T17:50:34.463" v="102" actId="1076"/>
          <ac:cxnSpMkLst>
            <pc:docMk/>
            <pc:sldMk cId="2832120286" sldId="262"/>
            <ac:cxnSpMk id="18" creationId="{EFEFC3A8-61AF-31B8-3540-84B7572F093E}"/>
          </ac:cxnSpMkLst>
        </pc:cxnChg>
        <pc:cxnChg chg="add mod">
          <ac:chgData name="Toby Donaldson" userId="2e6e5431-bb17-4c41-9985-d39c50d83c73" providerId="ADAL" clId="{F31BC264-820E-54C4-A6D1-F92AF9CC222E}" dt="2026-05-19T17:50:34.463" v="102" actId="1076"/>
          <ac:cxnSpMkLst>
            <pc:docMk/>
            <pc:sldMk cId="2832120286" sldId="262"/>
            <ac:cxnSpMk id="22" creationId="{2A2F146F-DED1-BCE3-2BE7-C69D16FAF904}"/>
          </ac:cxnSpMkLst>
        </pc:cxnChg>
        <pc:cxnChg chg="add mod">
          <ac:chgData name="Toby Donaldson" userId="2e6e5431-bb17-4c41-9985-d39c50d83c73" providerId="ADAL" clId="{F31BC264-820E-54C4-A6D1-F92AF9CC222E}" dt="2026-05-19T17:49:48.414" v="96" actId="465"/>
          <ac:cxnSpMkLst>
            <pc:docMk/>
            <pc:sldMk cId="2832120286" sldId="262"/>
            <ac:cxnSpMk id="23" creationId="{03754894-8816-8AFD-5E15-7A645C34ACF0}"/>
          </ac:cxnSpMkLst>
        </pc:cxnChg>
        <pc:cxnChg chg="add mod">
          <ac:chgData name="Toby Donaldson" userId="2e6e5431-bb17-4c41-9985-d39c50d83c73" providerId="ADAL" clId="{F31BC264-820E-54C4-A6D1-F92AF9CC222E}" dt="2026-05-19T17:49:48.414" v="96" actId="465"/>
          <ac:cxnSpMkLst>
            <pc:docMk/>
            <pc:sldMk cId="2832120286" sldId="262"/>
            <ac:cxnSpMk id="24" creationId="{53C71849-CE46-34D1-563B-B4BA935FA2C9}"/>
          </ac:cxnSpMkLst>
        </pc:cxnChg>
        <pc:cxnChg chg="add mod">
          <ac:chgData name="Toby Donaldson" userId="2e6e5431-bb17-4c41-9985-d39c50d83c73" providerId="ADAL" clId="{F31BC264-820E-54C4-A6D1-F92AF9CC222E}" dt="2026-05-19T17:49:48.414" v="96" actId="465"/>
          <ac:cxnSpMkLst>
            <pc:docMk/>
            <pc:sldMk cId="2832120286" sldId="262"/>
            <ac:cxnSpMk id="26" creationId="{CDFDBCB5-E260-1FAD-A088-5D851B7D6AFA}"/>
          </ac:cxnSpMkLst>
        </pc:cxnChg>
      </pc:sldChg>
      <pc:sldChg chg="del">
        <pc:chgData name="Toby Donaldson" userId="2e6e5431-bb17-4c41-9985-d39c50d83c73" providerId="ADAL" clId="{F31BC264-820E-54C4-A6D1-F92AF9CC222E}" dt="2026-05-19T17:44:14.023" v="1" actId="2696"/>
        <pc:sldMkLst>
          <pc:docMk/>
          <pc:sldMk cId="1725074489" sldId="263"/>
        </pc:sldMkLst>
      </pc:sldChg>
    </pc:docChg>
  </pc:docChgLst>
  <pc:docChgLst>
    <pc:chgData name="Toby Donaldson" userId="2e6e5431-bb17-4c41-9985-d39c50d83c73" providerId="ADAL" clId="{7F9681A8-EEE2-56F4-9B39-ECCBEE0471AC}"/>
    <pc:docChg chg="undo custSel addSld modSld sldOrd">
      <pc:chgData name="Toby Donaldson" userId="2e6e5431-bb17-4c41-9985-d39c50d83c73" providerId="ADAL" clId="{7F9681A8-EEE2-56F4-9B39-ECCBEE0471AC}" dt="2026-05-20T23:03:17.249" v="1398" actId="1076"/>
      <pc:docMkLst>
        <pc:docMk/>
      </pc:docMkLst>
      <pc:sldChg chg="addSp delSp modSp mod">
        <pc:chgData name="Toby Donaldson" userId="2e6e5431-bb17-4c41-9985-d39c50d83c73" providerId="ADAL" clId="{7F9681A8-EEE2-56F4-9B39-ECCBEE0471AC}" dt="2026-05-20T22:46:22.580" v="615" actId="20577"/>
        <pc:sldMkLst>
          <pc:docMk/>
          <pc:sldMk cId="2832120286" sldId="262"/>
        </pc:sldMkLst>
        <pc:spChg chg="del">
          <ac:chgData name="Toby Donaldson" userId="2e6e5431-bb17-4c41-9985-d39c50d83c73" providerId="ADAL" clId="{7F9681A8-EEE2-56F4-9B39-ECCBEE0471AC}" dt="2026-05-20T22:42:38.338" v="136" actId="21"/>
          <ac:spMkLst>
            <pc:docMk/>
            <pc:sldMk cId="2832120286" sldId="262"/>
            <ac:spMk id="2" creationId="{35326877-1393-A1DC-DE4F-70F8C375811D}"/>
          </ac:spMkLst>
        </pc:spChg>
        <pc:spChg chg="add del mod">
          <ac:chgData name="Toby Donaldson" userId="2e6e5431-bb17-4c41-9985-d39c50d83c73" providerId="ADAL" clId="{7F9681A8-EEE2-56F4-9B39-ECCBEE0471AC}" dt="2026-05-20T22:44:00.572" v="251" actId="20577"/>
          <ac:spMkLst>
            <pc:docMk/>
            <pc:sldMk cId="2832120286" sldId="262"/>
            <ac:spMk id="14" creationId="{2095E3BA-8768-D388-E832-FF31C91FFECF}"/>
          </ac:spMkLst>
        </pc:spChg>
        <pc:spChg chg="mod">
          <ac:chgData name="Toby Donaldson" userId="2e6e5431-bb17-4c41-9985-d39c50d83c73" providerId="ADAL" clId="{7F9681A8-EEE2-56F4-9B39-ECCBEE0471AC}" dt="2026-05-20T22:46:22.580" v="615" actId="20577"/>
          <ac:spMkLst>
            <pc:docMk/>
            <pc:sldMk cId="2832120286" sldId="262"/>
            <ac:spMk id="16" creationId="{1DAD8A94-B340-360B-188D-E929C597711A}"/>
          </ac:spMkLst>
        </pc:spChg>
        <pc:spChg chg="add mod">
          <ac:chgData name="Toby Donaldson" userId="2e6e5431-bb17-4c41-9985-d39c50d83c73" providerId="ADAL" clId="{7F9681A8-EEE2-56F4-9B39-ECCBEE0471AC}" dt="2026-05-20T22:45:46.279" v="589" actId="1076"/>
          <ac:spMkLst>
            <pc:docMk/>
            <pc:sldMk cId="2832120286" sldId="262"/>
            <ac:spMk id="17" creationId="{040E9F8F-71E3-BBF3-0E88-8686B27BA58B}"/>
          </ac:spMkLst>
        </pc:spChg>
        <pc:cxnChg chg="mod">
          <ac:chgData name="Toby Donaldson" userId="2e6e5431-bb17-4c41-9985-d39c50d83c73" providerId="ADAL" clId="{7F9681A8-EEE2-56F4-9B39-ECCBEE0471AC}" dt="2026-05-20T22:46:22.580" v="615" actId="20577"/>
          <ac:cxnSpMkLst>
            <pc:docMk/>
            <pc:sldMk cId="2832120286" sldId="262"/>
            <ac:cxnSpMk id="18" creationId="{EFEFC3A8-61AF-31B8-3540-84B7572F093E}"/>
          </ac:cxnSpMkLst>
        </pc:cxnChg>
      </pc:sldChg>
      <pc:sldChg chg="modSp new mod ord">
        <pc:chgData name="Toby Donaldson" userId="2e6e5431-bb17-4c41-9985-d39c50d83c73" providerId="ADAL" clId="{7F9681A8-EEE2-56F4-9B39-ECCBEE0471AC}" dt="2026-05-20T22:55:29.936" v="863" actId="20577"/>
        <pc:sldMkLst>
          <pc:docMk/>
          <pc:sldMk cId="1617718635" sldId="263"/>
        </pc:sldMkLst>
        <pc:spChg chg="mod">
          <ac:chgData name="Toby Donaldson" userId="2e6e5431-bb17-4c41-9985-d39c50d83c73" providerId="ADAL" clId="{7F9681A8-EEE2-56F4-9B39-ECCBEE0471AC}" dt="2026-05-20T22:42:07.344" v="35" actId="20577"/>
          <ac:spMkLst>
            <pc:docMk/>
            <pc:sldMk cId="1617718635" sldId="263"/>
            <ac:spMk id="2" creationId="{11D03862-48D3-6E99-790C-4C76E955E763}"/>
          </ac:spMkLst>
        </pc:spChg>
        <pc:spChg chg="mod">
          <ac:chgData name="Toby Donaldson" userId="2e6e5431-bb17-4c41-9985-d39c50d83c73" providerId="ADAL" clId="{7F9681A8-EEE2-56F4-9B39-ECCBEE0471AC}" dt="2026-05-20T22:55:29.936" v="863" actId="20577"/>
          <ac:spMkLst>
            <pc:docMk/>
            <pc:sldMk cId="1617718635" sldId="263"/>
            <ac:spMk id="3" creationId="{CC3ED84C-FB6D-2E69-0984-D2910A44471E}"/>
          </ac:spMkLst>
        </pc:spChg>
      </pc:sldChg>
      <pc:sldChg chg="addSp modSp add mod">
        <pc:chgData name="Toby Donaldson" userId="2e6e5431-bb17-4c41-9985-d39c50d83c73" providerId="ADAL" clId="{7F9681A8-EEE2-56F4-9B39-ECCBEE0471AC}" dt="2026-05-20T22:47:22.462" v="778" actId="20577"/>
        <pc:sldMkLst>
          <pc:docMk/>
          <pc:sldMk cId="3163109481" sldId="264"/>
        </pc:sldMkLst>
        <pc:spChg chg="add mod">
          <ac:chgData name="Toby Donaldson" userId="2e6e5431-bb17-4c41-9985-d39c50d83c73" providerId="ADAL" clId="{7F9681A8-EEE2-56F4-9B39-ECCBEE0471AC}" dt="2026-05-20T22:46:16.362" v="609" actId="1076"/>
          <ac:spMkLst>
            <pc:docMk/>
            <pc:sldMk cId="3163109481" sldId="264"/>
            <ac:spMk id="2" creationId="{8B19F673-1862-A06F-4DCA-991C4675EEB1}"/>
          </ac:spMkLst>
        </pc:spChg>
        <pc:spChg chg="mod">
          <ac:chgData name="Toby Donaldson" userId="2e6e5431-bb17-4c41-9985-d39c50d83c73" providerId="ADAL" clId="{7F9681A8-EEE2-56F4-9B39-ECCBEE0471AC}" dt="2026-05-20T22:45:57.178" v="600" actId="20577"/>
          <ac:spMkLst>
            <pc:docMk/>
            <pc:sldMk cId="3163109481" sldId="264"/>
            <ac:spMk id="14" creationId="{9C372C62-B3D8-4D30-5F0B-EEBEE5CF82AD}"/>
          </ac:spMkLst>
        </pc:spChg>
        <pc:spChg chg="mod">
          <ac:chgData name="Toby Donaldson" userId="2e6e5431-bb17-4c41-9985-d39c50d83c73" providerId="ADAL" clId="{7F9681A8-EEE2-56F4-9B39-ECCBEE0471AC}" dt="2026-05-20T22:46:18.797" v="612" actId="20577"/>
          <ac:spMkLst>
            <pc:docMk/>
            <pc:sldMk cId="3163109481" sldId="264"/>
            <ac:spMk id="16" creationId="{8EDEC127-E62A-DEA3-E099-709611F72879}"/>
          </ac:spMkLst>
        </pc:spChg>
        <pc:spChg chg="mod">
          <ac:chgData name="Toby Donaldson" userId="2e6e5431-bb17-4c41-9985-d39c50d83c73" providerId="ADAL" clId="{7F9681A8-EEE2-56F4-9B39-ECCBEE0471AC}" dt="2026-05-20T22:47:22.462" v="778" actId="20577"/>
          <ac:spMkLst>
            <pc:docMk/>
            <pc:sldMk cId="3163109481" sldId="264"/>
            <ac:spMk id="17" creationId="{74ABF0D6-7364-5FB3-938B-659F74529A6B}"/>
          </ac:spMkLst>
        </pc:spChg>
        <pc:cxnChg chg="add mod">
          <ac:chgData name="Toby Donaldson" userId="2e6e5431-bb17-4c41-9985-d39c50d83c73" providerId="ADAL" clId="{7F9681A8-EEE2-56F4-9B39-ECCBEE0471AC}" dt="2026-05-20T22:46:16.362" v="609" actId="1076"/>
          <ac:cxnSpMkLst>
            <pc:docMk/>
            <pc:sldMk cId="3163109481" sldId="264"/>
            <ac:cxnSpMk id="3" creationId="{CBF4C98F-CABA-67A4-C892-C5A6707CF4FB}"/>
          </ac:cxnSpMkLst>
        </pc:cxnChg>
        <pc:cxnChg chg="mod">
          <ac:chgData name="Toby Donaldson" userId="2e6e5431-bb17-4c41-9985-d39c50d83c73" providerId="ADAL" clId="{7F9681A8-EEE2-56F4-9B39-ECCBEE0471AC}" dt="2026-05-20T22:46:18.797" v="612" actId="20577"/>
          <ac:cxnSpMkLst>
            <pc:docMk/>
            <pc:sldMk cId="3163109481" sldId="264"/>
            <ac:cxnSpMk id="18" creationId="{24CED85B-3D0E-D5AA-8793-E9730DFF8B7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5-20T22:57:28.297" v="1161" actId="20577"/>
        <pc:sldMkLst>
          <pc:docMk/>
          <pc:sldMk cId="3605549294" sldId="265"/>
        </pc:sldMkLst>
        <pc:spChg chg="del">
          <ac:chgData name="Toby Donaldson" userId="2e6e5431-bb17-4c41-9985-d39c50d83c73" providerId="ADAL" clId="{7F9681A8-EEE2-56F4-9B39-ECCBEE0471AC}" dt="2026-05-20T22:49:02.297" v="809" actId="21"/>
          <ac:spMkLst>
            <pc:docMk/>
            <pc:sldMk cId="3605549294" sldId="265"/>
            <ac:spMk id="2" creationId="{B183F984-4F7B-A943-D001-3E563E981785}"/>
          </ac:spMkLst>
        </pc:spChg>
        <pc:spChg chg="mod">
          <ac:chgData name="Toby Donaldson" userId="2e6e5431-bb17-4c41-9985-d39c50d83c73" providerId="ADAL" clId="{7F9681A8-EEE2-56F4-9B39-ECCBEE0471AC}" dt="2026-05-20T22:48:15.780" v="803" actId="1076"/>
          <ac:spMkLst>
            <pc:docMk/>
            <pc:sldMk cId="3605549294" sldId="265"/>
            <ac:spMk id="7" creationId="{4B27AF9F-A673-F81E-DE46-9582FDE9CEAF}"/>
          </ac:spMkLst>
        </pc:spChg>
        <pc:spChg chg="mod">
          <ac:chgData name="Toby Donaldson" userId="2e6e5431-bb17-4c41-9985-d39c50d83c73" providerId="ADAL" clId="{7F9681A8-EEE2-56F4-9B39-ECCBEE0471AC}" dt="2026-05-20T22:49:56.699" v="823" actId="20577"/>
          <ac:spMkLst>
            <pc:docMk/>
            <pc:sldMk cId="3605549294" sldId="265"/>
            <ac:spMk id="11" creationId="{314AC85B-2812-D873-BAD7-A482531B238F}"/>
          </ac:spMkLst>
        </pc:spChg>
        <pc:spChg chg="mod">
          <ac:chgData name="Toby Donaldson" userId="2e6e5431-bb17-4c41-9985-d39c50d83c73" providerId="ADAL" clId="{7F9681A8-EEE2-56F4-9B39-ECCBEE0471AC}" dt="2026-05-20T22:53:42.240" v="844" actId="1076"/>
          <ac:spMkLst>
            <pc:docMk/>
            <pc:sldMk cId="3605549294" sldId="265"/>
            <ac:spMk id="14" creationId="{078CC05A-F085-CCF1-7995-F4B68298AEDA}"/>
          </ac:spMkLst>
        </pc:spChg>
        <pc:spChg chg="mod">
          <ac:chgData name="Toby Donaldson" userId="2e6e5431-bb17-4c41-9985-d39c50d83c73" providerId="ADAL" clId="{7F9681A8-EEE2-56F4-9B39-ECCBEE0471AC}" dt="2026-05-20T22:49:19.781" v="811" actId="1076"/>
          <ac:spMkLst>
            <pc:docMk/>
            <pc:sldMk cId="3605549294" sldId="265"/>
            <ac:spMk id="16" creationId="{BCBF0732-9F83-81DE-7BA8-33A1010A150A}"/>
          </ac:spMkLst>
        </pc:spChg>
        <pc:spChg chg="mod">
          <ac:chgData name="Toby Donaldson" userId="2e6e5431-bb17-4c41-9985-d39c50d83c73" providerId="ADAL" clId="{7F9681A8-EEE2-56F4-9B39-ECCBEE0471AC}" dt="2026-05-20T22:57:28.297" v="1161" actId="20577"/>
          <ac:spMkLst>
            <pc:docMk/>
            <pc:sldMk cId="3605549294" sldId="265"/>
            <ac:spMk id="17" creationId="{BF162BDF-B8B6-8F46-D22C-072434EC47DC}"/>
          </ac:spMkLst>
        </pc:spChg>
        <pc:spChg chg="add mod">
          <ac:chgData name="Toby Donaldson" userId="2e6e5431-bb17-4c41-9985-d39c50d83c73" providerId="ADAL" clId="{7F9681A8-EEE2-56F4-9B39-ECCBEE0471AC}" dt="2026-05-20T22:49:19.781" v="811" actId="1076"/>
          <ac:spMkLst>
            <pc:docMk/>
            <pc:sldMk cId="3605549294" sldId="265"/>
            <ac:spMk id="19" creationId="{D02E16DB-D558-6AB8-C2D0-24476DF56F69}"/>
          </ac:spMkLst>
        </pc:spChg>
        <pc:spChg chg="add mod">
          <ac:chgData name="Toby Donaldson" userId="2e6e5431-bb17-4c41-9985-d39c50d83c73" providerId="ADAL" clId="{7F9681A8-EEE2-56F4-9B39-ECCBEE0471AC}" dt="2026-05-20T22:49:10.647" v="810" actId="1076"/>
          <ac:spMkLst>
            <pc:docMk/>
            <pc:sldMk cId="3605549294" sldId="265"/>
            <ac:spMk id="20" creationId="{0689A078-5061-B02E-6C6B-ADA920F0D0AE}"/>
          </ac:spMkLst>
        </pc:spChg>
        <pc:spChg chg="mod">
          <ac:chgData name="Toby Donaldson" userId="2e6e5431-bb17-4c41-9985-d39c50d83c73" providerId="ADAL" clId="{7F9681A8-EEE2-56F4-9B39-ECCBEE0471AC}" dt="2026-05-20T22:50:08.614" v="825" actId="1076"/>
          <ac:spMkLst>
            <pc:docMk/>
            <pc:sldMk cId="3605549294" sldId="265"/>
            <ac:spMk id="27" creationId="{9103E33C-1EDB-8276-E5AE-6E292D3324C0}"/>
          </ac:spMkLst>
        </pc:spChg>
        <pc:spChg chg="mod">
          <ac:chgData name="Toby Donaldson" userId="2e6e5431-bb17-4c41-9985-d39c50d83c73" providerId="ADAL" clId="{7F9681A8-EEE2-56F4-9B39-ECCBEE0471AC}" dt="2026-05-20T22:47:51.278" v="800" actId="20577"/>
          <ac:spMkLst>
            <pc:docMk/>
            <pc:sldMk cId="3605549294" sldId="265"/>
            <ac:spMk id="29" creationId="{386F03B5-0AD6-DBB0-C221-8AF8F0F3346B}"/>
          </ac:spMkLst>
        </pc:spChg>
        <pc:spChg chg="mod">
          <ac:chgData name="Toby Donaldson" userId="2e6e5431-bb17-4c41-9985-d39c50d83c73" providerId="ADAL" clId="{7F9681A8-EEE2-56F4-9B39-ECCBEE0471AC}" dt="2026-05-20T22:49:23.500" v="812"/>
          <ac:spMkLst>
            <pc:docMk/>
            <pc:sldMk cId="3605549294" sldId="265"/>
            <ac:spMk id="30" creationId="{3D98B0C0-EC2E-C0B2-515A-2A8E54C86AD9}"/>
          </ac:spMkLst>
        </pc:spChg>
        <pc:spChg chg="mod">
          <ac:chgData name="Toby Donaldson" userId="2e6e5431-bb17-4c41-9985-d39c50d83c73" providerId="ADAL" clId="{7F9681A8-EEE2-56F4-9B39-ECCBEE0471AC}" dt="2026-05-20T22:49:23.500" v="812"/>
          <ac:spMkLst>
            <pc:docMk/>
            <pc:sldMk cId="3605549294" sldId="265"/>
            <ac:spMk id="31" creationId="{FC8F88D8-F59B-DC56-45C9-FE653159FDCB}"/>
          </ac:spMkLst>
        </pc:spChg>
        <pc:spChg chg="add mod">
          <ac:chgData name="Toby Donaldson" userId="2e6e5431-bb17-4c41-9985-d39c50d83c73" providerId="ADAL" clId="{7F9681A8-EEE2-56F4-9B39-ECCBEE0471AC}" dt="2026-05-20T22:49:42.881" v="816" actId="1076"/>
          <ac:spMkLst>
            <pc:docMk/>
            <pc:sldMk cId="3605549294" sldId="265"/>
            <ac:spMk id="32" creationId="{F4747D39-D960-453F-AA03-1598205DE36B}"/>
          </ac:spMkLst>
        </pc:spChg>
        <pc:spChg chg="add mod">
          <ac:chgData name="Toby Donaldson" userId="2e6e5431-bb17-4c41-9985-d39c50d83c73" providerId="ADAL" clId="{7F9681A8-EEE2-56F4-9B39-ECCBEE0471AC}" dt="2026-05-20T22:53:22.918" v="838" actId="14100"/>
          <ac:spMkLst>
            <pc:docMk/>
            <pc:sldMk cId="3605549294" sldId="265"/>
            <ac:spMk id="33" creationId="{8DDACDDF-2CD1-02F5-6583-35053EB9C81C}"/>
          </ac:spMkLst>
        </pc:spChg>
        <pc:spChg chg="add mod">
          <ac:chgData name="Toby Donaldson" userId="2e6e5431-bb17-4c41-9985-d39c50d83c73" providerId="ADAL" clId="{7F9681A8-EEE2-56F4-9B39-ECCBEE0471AC}" dt="2026-05-20T22:53:17.132" v="837" actId="14100"/>
          <ac:spMkLst>
            <pc:docMk/>
            <pc:sldMk cId="3605549294" sldId="265"/>
            <ac:spMk id="34" creationId="{7458EB44-5225-D637-9848-FDDEBB9BD253}"/>
          </ac:spMkLst>
        </pc:spChg>
        <pc:spChg chg="add mod">
          <ac:chgData name="Toby Donaldson" userId="2e6e5431-bb17-4c41-9985-d39c50d83c73" providerId="ADAL" clId="{7F9681A8-EEE2-56F4-9B39-ECCBEE0471AC}" dt="2026-05-20T22:54:53.416" v="859" actId="14100"/>
          <ac:spMkLst>
            <pc:docMk/>
            <pc:sldMk cId="3605549294" sldId="265"/>
            <ac:spMk id="44" creationId="{E94045BC-92E8-6346-A550-0F1985C0FB19}"/>
          </ac:spMkLst>
        </pc:spChg>
        <pc:spChg chg="add mod">
          <ac:chgData name="Toby Donaldson" userId="2e6e5431-bb17-4c41-9985-d39c50d83c73" providerId="ADAL" clId="{7F9681A8-EEE2-56F4-9B39-ECCBEE0471AC}" dt="2026-05-20T22:55:11.281" v="862" actId="14100"/>
          <ac:spMkLst>
            <pc:docMk/>
            <pc:sldMk cId="3605549294" sldId="265"/>
            <ac:spMk id="45" creationId="{D72B4E1F-6BB3-EE0C-2904-C0A42DE16CFB}"/>
          </ac:spMkLst>
        </pc:spChg>
        <pc:spChg chg="add mod">
          <ac:chgData name="Toby Donaldson" userId="2e6e5431-bb17-4c41-9985-d39c50d83c73" providerId="ADAL" clId="{7F9681A8-EEE2-56F4-9B39-ECCBEE0471AC}" dt="2026-05-20T22:55:57.782" v="872" actId="20577"/>
          <ac:spMkLst>
            <pc:docMk/>
            <pc:sldMk cId="3605549294" sldId="265"/>
            <ac:spMk id="46" creationId="{666AD248-27F6-DF98-9538-DD0BA7FEA4BA}"/>
          </ac:spMkLst>
        </pc:spChg>
        <pc:grpChg chg="mod">
          <ac:chgData name="Toby Donaldson" userId="2e6e5431-bb17-4c41-9985-d39c50d83c73" providerId="ADAL" clId="{7F9681A8-EEE2-56F4-9B39-ECCBEE0471AC}" dt="2026-05-20T22:49:19.781" v="811" actId="1076"/>
          <ac:grpSpMkLst>
            <pc:docMk/>
            <pc:sldMk cId="3605549294" sldId="265"/>
            <ac:grpSpMk id="8" creationId="{E1969CC2-16C3-AB39-7738-F2FF3F42577D}"/>
          </ac:grpSpMkLst>
        </pc:grpChg>
        <pc:grpChg chg="mod">
          <ac:chgData name="Toby Donaldson" userId="2e6e5431-bb17-4c41-9985-d39c50d83c73" providerId="ADAL" clId="{7F9681A8-EEE2-56F4-9B39-ECCBEE0471AC}" dt="2026-05-20T22:49:10.647" v="810" actId="1076"/>
          <ac:grpSpMkLst>
            <pc:docMk/>
            <pc:sldMk cId="3605549294" sldId="265"/>
            <ac:grpSpMk id="9" creationId="{C5C5B4BA-BEEF-6650-7149-9FBB987274F5}"/>
          </ac:grpSpMkLst>
        </pc:grpChg>
        <pc:grpChg chg="add mod">
          <ac:chgData name="Toby Donaldson" userId="2e6e5431-bb17-4c41-9985-d39c50d83c73" providerId="ADAL" clId="{7F9681A8-EEE2-56F4-9B39-ECCBEE0471AC}" dt="2026-05-20T22:49:42.881" v="816" actId="1076"/>
          <ac:grpSpMkLst>
            <pc:docMk/>
            <pc:sldMk cId="3605549294" sldId="265"/>
            <ac:grpSpMk id="21" creationId="{E3D5ABA6-3ECB-30B6-53F9-690DF629FE91}"/>
          </ac:grpSpMkLst>
        </pc:grpChg>
        <pc:grpChg chg="mod">
          <ac:chgData name="Toby Donaldson" userId="2e6e5431-bb17-4c41-9985-d39c50d83c73" providerId="ADAL" clId="{7F9681A8-EEE2-56F4-9B39-ECCBEE0471AC}" dt="2026-05-20T22:49:23.500" v="812"/>
          <ac:grpSpMkLst>
            <pc:docMk/>
            <pc:sldMk cId="3605549294" sldId="265"/>
            <ac:grpSpMk id="25" creationId="{197AEC73-5E10-B00F-4DDA-6892A9EE97B5}"/>
          </ac:grpSpMkLst>
        </pc:grpChg>
        <pc:grpChg chg="mod">
          <ac:chgData name="Toby Donaldson" userId="2e6e5431-bb17-4c41-9985-d39c50d83c73" providerId="ADAL" clId="{7F9681A8-EEE2-56F4-9B39-ECCBEE0471AC}" dt="2026-05-20T22:49:10.647" v="810" actId="1076"/>
          <ac:grpSpMkLst>
            <pc:docMk/>
            <pc:sldMk cId="3605549294" sldId="265"/>
            <ac:grpSpMk id="28" creationId="{5454C806-2A9A-38A3-6C04-7BF7C71EBD24}"/>
          </ac:grpSpMkLst>
        </pc:grpChg>
        <pc:grpChg chg="add mod">
          <ac:chgData name="Toby Donaldson" userId="2e6e5431-bb17-4c41-9985-d39c50d83c73" providerId="ADAL" clId="{7F9681A8-EEE2-56F4-9B39-ECCBEE0471AC}" dt="2026-05-20T22:53:50.913" v="847" actId="164"/>
          <ac:grpSpMkLst>
            <pc:docMk/>
            <pc:sldMk cId="3605549294" sldId="265"/>
            <ac:grpSpMk id="36" creationId="{51A29BBB-CFE5-2F83-E351-5F396400099D}"/>
          </ac:grpSpMkLst>
        </pc:grpChg>
        <pc:grpChg chg="add mod">
          <ac:chgData name="Toby Donaldson" userId="2e6e5431-bb17-4c41-9985-d39c50d83c73" providerId="ADAL" clId="{7F9681A8-EEE2-56F4-9B39-ECCBEE0471AC}" dt="2026-05-20T22:54:10.517" v="852" actId="1076"/>
          <ac:grpSpMkLst>
            <pc:docMk/>
            <pc:sldMk cId="3605549294" sldId="265"/>
            <ac:grpSpMk id="42" creationId="{97CA254E-5D2D-2F50-2FF1-A0B00F729C27}"/>
          </ac:grpSpMkLst>
        </pc:grpChg>
        <pc:cxnChg chg="del mod">
          <ac:chgData name="Toby Donaldson" userId="2e6e5431-bb17-4c41-9985-d39c50d83c73" providerId="ADAL" clId="{7F9681A8-EEE2-56F4-9B39-ECCBEE0471AC}" dt="2026-05-20T22:49:02.297" v="809" actId="21"/>
          <ac:cxnSpMkLst>
            <pc:docMk/>
            <pc:sldMk cId="3605549294" sldId="265"/>
            <ac:cxnSpMk id="3" creationId="{D3A7A3BA-EE37-995D-CB3B-662AE83332BF}"/>
          </ac:cxnSpMkLst>
        </pc:cxnChg>
        <pc:cxnChg chg="del mod">
          <ac:chgData name="Toby Donaldson" userId="2e6e5431-bb17-4c41-9985-d39c50d83c73" providerId="ADAL" clId="{7F9681A8-EEE2-56F4-9B39-ECCBEE0471AC}" dt="2026-05-20T22:48:57.136" v="808" actId="21"/>
          <ac:cxnSpMkLst>
            <pc:docMk/>
            <pc:sldMk cId="3605549294" sldId="265"/>
            <ac:cxnSpMk id="15" creationId="{E14A6D33-14E5-CB8F-CCFC-59D8D671B7FF}"/>
          </ac:cxnSpMkLst>
        </pc:cxnChg>
        <pc:cxnChg chg="mod">
          <ac:chgData name="Toby Donaldson" userId="2e6e5431-bb17-4c41-9985-d39c50d83c73" providerId="ADAL" clId="{7F9681A8-EEE2-56F4-9B39-ECCBEE0471AC}" dt="2026-05-20T22:54:05.867" v="851" actId="14100"/>
          <ac:cxnSpMkLst>
            <pc:docMk/>
            <pc:sldMk cId="3605549294" sldId="265"/>
            <ac:cxnSpMk id="18" creationId="{4F4983B0-885D-BE34-2A67-EBC717B401E0}"/>
          </ac:cxnSpMkLst>
        </pc:cxnChg>
        <pc:cxnChg chg="mod">
          <ac:chgData name="Toby Donaldson" userId="2e6e5431-bb17-4c41-9985-d39c50d83c73" providerId="ADAL" clId="{7F9681A8-EEE2-56F4-9B39-ECCBEE0471AC}" dt="2026-05-20T22:49:10.647" v="810" actId="1076"/>
          <ac:cxnSpMkLst>
            <pc:docMk/>
            <pc:sldMk cId="3605549294" sldId="265"/>
            <ac:cxnSpMk id="22" creationId="{80390C66-62B7-DC84-0A43-DF376321EDF7}"/>
          </ac:cxnSpMkLst>
        </pc:cxnChg>
        <pc:cxnChg chg="add mod">
          <ac:chgData name="Toby Donaldson" userId="2e6e5431-bb17-4c41-9985-d39c50d83c73" providerId="ADAL" clId="{7F9681A8-EEE2-56F4-9B39-ECCBEE0471AC}" dt="2026-05-20T22:53:50.913" v="847" actId="164"/>
          <ac:cxnSpMkLst>
            <pc:docMk/>
            <pc:sldMk cId="3605549294" sldId="265"/>
            <ac:cxnSpMk id="35" creationId="{8FF4ACAB-6E8E-4D5F-9A36-5BBAC755C733}"/>
          </ac:cxnSpMkLst>
        </pc:cxnChg>
        <pc:cxnChg chg="mod">
          <ac:chgData name="Toby Donaldson" userId="2e6e5431-bb17-4c41-9985-d39c50d83c73" providerId="ADAL" clId="{7F9681A8-EEE2-56F4-9B39-ECCBEE0471AC}" dt="2026-05-20T22:53:31.249" v="839"/>
          <ac:cxnSpMkLst>
            <pc:docMk/>
            <pc:sldMk cId="3605549294" sldId="265"/>
            <ac:cxnSpMk id="37" creationId="{F66ED10F-912A-A34F-29AF-8E7F11757170}"/>
          </ac:cxnSpMkLst>
        </pc:cxnChg>
        <pc:cxnChg chg="mod">
          <ac:chgData name="Toby Donaldson" userId="2e6e5431-bb17-4c41-9985-d39c50d83c73" providerId="ADAL" clId="{7F9681A8-EEE2-56F4-9B39-ECCBEE0471AC}" dt="2026-05-20T22:53:31.249" v="839"/>
          <ac:cxnSpMkLst>
            <pc:docMk/>
            <pc:sldMk cId="3605549294" sldId="265"/>
            <ac:cxnSpMk id="38" creationId="{32B691CE-9F48-CC46-07CC-856D8063C482}"/>
          </ac:cxnSpMkLst>
        </pc:cxnChg>
        <pc:cxnChg chg="mod">
          <ac:chgData name="Toby Donaldson" userId="2e6e5431-bb17-4c41-9985-d39c50d83c73" providerId="ADAL" clId="{7F9681A8-EEE2-56F4-9B39-ECCBEE0471AC}" dt="2026-05-20T22:53:31.249" v="839"/>
          <ac:cxnSpMkLst>
            <pc:docMk/>
            <pc:sldMk cId="3605549294" sldId="265"/>
            <ac:cxnSpMk id="39" creationId="{E83F8001-6E16-2F5E-59F9-20BBB2CE3118}"/>
          </ac:cxnSpMkLst>
        </pc:cxnChg>
        <pc:cxnChg chg="add mod">
          <ac:chgData name="Toby Donaldson" userId="2e6e5431-bb17-4c41-9985-d39c50d83c73" providerId="ADAL" clId="{7F9681A8-EEE2-56F4-9B39-ECCBEE0471AC}" dt="2026-05-20T22:56:04.366" v="873" actId="14100"/>
          <ac:cxnSpMkLst>
            <pc:docMk/>
            <pc:sldMk cId="3605549294" sldId="265"/>
            <ac:cxnSpMk id="47" creationId="{5476A590-9C05-36A2-853D-D99C3493A142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5-20T23:01:13.062" v="1325" actId="20577"/>
        <pc:sldMkLst>
          <pc:docMk/>
          <pc:sldMk cId="1738357634" sldId="266"/>
        </pc:sldMkLst>
        <pc:spChg chg="add mod">
          <ac:chgData name="Toby Donaldson" userId="2e6e5431-bb17-4c41-9985-d39c50d83c73" providerId="ADAL" clId="{7F9681A8-EEE2-56F4-9B39-ECCBEE0471AC}" dt="2026-05-20T22:59:51.036" v="1169" actId="692"/>
          <ac:spMkLst>
            <pc:docMk/>
            <pc:sldMk cId="1738357634" sldId="266"/>
            <ac:spMk id="2" creationId="{B7732972-C17B-F1F7-B28D-2CC522BB95B1}"/>
          </ac:spMkLst>
        </pc:spChg>
        <pc:spChg chg="mod">
          <ac:chgData name="Toby Donaldson" userId="2e6e5431-bb17-4c41-9985-d39c50d83c73" providerId="ADAL" clId="{7F9681A8-EEE2-56F4-9B39-ECCBEE0471AC}" dt="2026-05-20T23:01:13.062" v="1325" actId="20577"/>
          <ac:spMkLst>
            <pc:docMk/>
            <pc:sldMk cId="1738357634" sldId="266"/>
            <ac:spMk id="17" creationId="{800C12B7-1E99-B92B-27E7-3FA3E0090C84}"/>
          </ac:spMkLst>
        </pc:spChg>
        <pc:grpChg chg="del">
          <ac:chgData name="Toby Donaldson" userId="2e6e5431-bb17-4c41-9985-d39c50d83c73" providerId="ADAL" clId="{7F9681A8-EEE2-56F4-9B39-ECCBEE0471AC}" dt="2026-05-20T22:58:24.011" v="1164" actId="21"/>
          <ac:grpSpMkLst>
            <pc:docMk/>
            <pc:sldMk cId="1738357634" sldId="266"/>
            <ac:grpSpMk id="28" creationId="{488BF9BF-FEE9-6DFD-8E8B-F0665B0E31C0}"/>
          </ac:grpSpMkLst>
        </pc:grpChg>
        <pc:cxnChg chg="del">
          <ac:chgData name="Toby Donaldson" userId="2e6e5431-bb17-4c41-9985-d39c50d83c73" providerId="ADAL" clId="{7F9681A8-EEE2-56F4-9B39-ECCBEE0471AC}" dt="2026-05-20T22:58:26.272" v="1165" actId="21"/>
          <ac:cxnSpMkLst>
            <pc:docMk/>
            <pc:sldMk cId="1738357634" sldId="266"/>
            <ac:cxnSpMk id="22" creationId="{BD7E9C63-5EDF-5A90-A001-F8B08A50DF92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5-20T23:03:17.249" v="1398" actId="1076"/>
        <pc:sldMkLst>
          <pc:docMk/>
          <pc:sldMk cId="4050151651" sldId="267"/>
        </pc:sldMkLst>
        <pc:spChg chg="add mod">
          <ac:chgData name="Toby Donaldson" userId="2e6e5431-bb17-4c41-9985-d39c50d83c73" providerId="ADAL" clId="{7F9681A8-EEE2-56F4-9B39-ECCBEE0471AC}" dt="2026-05-20T23:02:51.555" v="1393" actId="1076"/>
          <ac:spMkLst>
            <pc:docMk/>
            <pc:sldMk cId="4050151651" sldId="267"/>
            <ac:spMk id="2" creationId="{C066612B-C8CD-B18E-F02A-37F45A0853D0}"/>
          </ac:spMkLst>
        </pc:spChg>
        <pc:spChg chg="add mod">
          <ac:chgData name="Toby Donaldson" userId="2e6e5431-bb17-4c41-9985-d39c50d83c73" providerId="ADAL" clId="{7F9681A8-EEE2-56F4-9B39-ECCBEE0471AC}" dt="2026-05-20T23:03:17.249" v="1398" actId="1076"/>
          <ac:spMkLst>
            <pc:docMk/>
            <pc:sldMk cId="4050151651" sldId="267"/>
            <ac:spMk id="3" creationId="{CABE80DF-18FD-1138-D0E4-A4965018D883}"/>
          </ac:spMkLst>
        </pc:spChg>
        <pc:spChg chg="mod">
          <ac:chgData name="Toby Donaldson" userId="2e6e5431-bb17-4c41-9985-d39c50d83c73" providerId="ADAL" clId="{7F9681A8-EEE2-56F4-9B39-ECCBEE0471AC}" dt="2026-05-20T23:02:08.940" v="1385" actId="14100"/>
          <ac:spMkLst>
            <pc:docMk/>
            <pc:sldMk cId="4050151651" sldId="267"/>
            <ac:spMk id="17" creationId="{22B60934-DC65-1D9F-5562-4FD3FDFE4FF8}"/>
          </ac:spMkLst>
        </pc:spChg>
        <pc:grpChg chg="del">
          <ac:chgData name="Toby Donaldson" userId="2e6e5431-bb17-4c41-9985-d39c50d83c73" providerId="ADAL" clId="{7F9681A8-EEE2-56F4-9B39-ECCBEE0471AC}" dt="2026-05-20T23:02:31.611" v="1388" actId="21"/>
          <ac:grpSpMkLst>
            <pc:docMk/>
            <pc:sldMk cId="4050151651" sldId="267"/>
            <ac:grpSpMk id="28" creationId="{C741F108-051B-7B50-CB49-4ECCFECF33BD}"/>
          </ac:grpSpMkLst>
        </pc:grpChg>
        <pc:grpChg chg="del">
          <ac:chgData name="Toby Donaldson" userId="2e6e5431-bb17-4c41-9985-d39c50d83c73" providerId="ADAL" clId="{7F9681A8-EEE2-56F4-9B39-ECCBEE0471AC}" dt="2026-05-20T23:03:13.641" v="1397" actId="21"/>
          <ac:grpSpMkLst>
            <pc:docMk/>
            <pc:sldMk cId="4050151651" sldId="267"/>
            <ac:grpSpMk id="42" creationId="{41C45A35-D19C-151F-6081-1F1217AA7E09}"/>
          </ac:grpSpMkLst>
        </pc:grpChg>
        <pc:cxnChg chg="del">
          <ac:chgData name="Toby Donaldson" userId="2e6e5431-bb17-4c41-9985-d39c50d83c73" providerId="ADAL" clId="{7F9681A8-EEE2-56F4-9B39-ECCBEE0471AC}" dt="2026-05-20T23:02:31.611" v="1388" actId="21"/>
          <ac:cxnSpMkLst>
            <pc:docMk/>
            <pc:sldMk cId="4050151651" sldId="267"/>
            <ac:cxnSpMk id="22" creationId="{61D8A60B-1077-ED64-1FC3-B740F38C038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3862-48D3-6E99-790C-4C76E955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 on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D84C-FB6D-2E69-0984-D2910A444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Singly-linked lists: head pointer only</a:t>
            </a:r>
          </a:p>
          <a:p>
            <a:r>
              <a:rPr lang="en-US" dirty="0"/>
              <a:t>Singly-linked lists: head and tail pointer</a:t>
            </a:r>
          </a:p>
          <a:p>
            <a:r>
              <a:rPr lang="en-US" dirty="0"/>
              <a:t>Circular singly-linked list</a:t>
            </a:r>
          </a:p>
          <a:p>
            <a:r>
              <a:rPr lang="en-US" dirty="0"/>
              <a:t>Doubly-linked list: head and tail pointer</a:t>
            </a:r>
          </a:p>
          <a:p>
            <a:r>
              <a:rPr lang="en-US" dirty="0"/>
              <a:t>Circular doubly-linked list</a:t>
            </a:r>
          </a:p>
        </p:txBody>
      </p:sp>
    </p:spTree>
    <p:extLst>
      <p:ext uri="{BB962C8B-B14F-4D97-AF65-F5344CB8AC3E}">
        <p14:creationId xmlns:p14="http://schemas.microsoft.com/office/powerpoint/2010/main" val="161771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C27F1F-5FF8-9EC4-4225-FF967C01C31E}"/>
              </a:ext>
            </a:extLst>
          </p:cNvPr>
          <p:cNvGrpSpPr/>
          <p:nvPr/>
        </p:nvGrpSpPr>
        <p:grpSpPr>
          <a:xfrm>
            <a:off x="2984361" y="3195376"/>
            <a:ext cx="1427130" cy="683288"/>
            <a:chOff x="3024554" y="2572378"/>
            <a:chExt cx="1427130" cy="6832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8F4198-32CD-3671-DBCA-36D30A28F099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931B12-328B-02A0-8D00-C3A87B53EFE7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1D39430-BC9E-B80A-E669-81A218899E5D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517571-DF3D-1238-259B-47FC11DEE3EF}"/>
                </a:ext>
              </a:extLst>
            </p:cNvPr>
            <p:cNvSpPr txBox="1"/>
            <p:nvPr/>
          </p:nvSpPr>
          <p:spPr>
            <a:xfrm>
              <a:off x="3264678" y="2683189"/>
              <a:ext cx="6049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AF6C462-1D40-E631-243C-669B9E8B645D}"/>
              </a:ext>
            </a:extLst>
          </p:cNvPr>
          <p:cNvGrpSpPr/>
          <p:nvPr/>
        </p:nvGrpSpPr>
        <p:grpSpPr>
          <a:xfrm>
            <a:off x="5789526" y="3195376"/>
            <a:ext cx="1427130" cy="683288"/>
            <a:chOff x="3024554" y="2572378"/>
            <a:chExt cx="1427130" cy="6832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D6679CB-CFF3-F25A-5CE9-04BF22151021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705C67-E169-D0DB-221D-5D05229BED9A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E33F30-3E53-9824-1401-FE49BFA93B9E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069BDC-2B92-25F0-7AC9-AA6D2A4B6A1D}"/>
                </a:ext>
              </a:extLst>
            </p:cNvPr>
            <p:cNvSpPr txBox="1"/>
            <p:nvPr/>
          </p:nvSpPr>
          <p:spPr>
            <a:xfrm>
              <a:off x="3264678" y="2683189"/>
              <a:ext cx="676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09BCDA-F818-DD37-2717-E2426DFDA9FC}"/>
              </a:ext>
            </a:extLst>
          </p:cNvPr>
          <p:cNvCxnSpPr>
            <a:endCxn id="12" idx="1"/>
          </p:cNvCxnSpPr>
          <p:nvPr/>
        </p:nvCxnSpPr>
        <p:spPr>
          <a:xfrm>
            <a:off x="4240537" y="3537019"/>
            <a:ext cx="154898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AD8A94-B340-360B-188D-E929C597711A}"/>
              </a:ext>
            </a:extLst>
          </p:cNvPr>
          <p:cNvSpPr txBox="1"/>
          <p:nvPr/>
        </p:nvSpPr>
        <p:spPr>
          <a:xfrm>
            <a:off x="1205802" y="238519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EFC3A8-61AF-31B8-3540-84B7572F093E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2107011" y="2616032"/>
            <a:ext cx="877350" cy="9209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2F146F-DED1-BCE3-2BE7-C69D16FAF904}"/>
              </a:ext>
            </a:extLst>
          </p:cNvPr>
          <p:cNvCxnSpPr/>
          <p:nvPr/>
        </p:nvCxnSpPr>
        <p:spPr>
          <a:xfrm>
            <a:off x="7045702" y="3537019"/>
            <a:ext cx="691529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38F54E-5579-0F56-2700-C39D47F706D4}"/>
              </a:ext>
            </a:extLst>
          </p:cNvPr>
          <p:cNvGrpSpPr/>
          <p:nvPr/>
        </p:nvGrpSpPr>
        <p:grpSpPr>
          <a:xfrm rot="16200000">
            <a:off x="7678542" y="3476868"/>
            <a:ext cx="237679" cy="120301"/>
            <a:chOff x="8856079" y="2683189"/>
            <a:chExt cx="691529" cy="31289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3754894-8816-8AFD-5E15-7A645C34ACF0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79" y="2683189"/>
              <a:ext cx="691529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C71849-CE46-34D1-563B-B4BA935FA2C9}"/>
                </a:ext>
              </a:extLst>
            </p:cNvPr>
            <p:cNvCxnSpPr>
              <a:cxnSpLocks/>
            </p:cNvCxnSpPr>
            <p:nvPr/>
          </p:nvCxnSpPr>
          <p:spPr>
            <a:xfrm>
              <a:off x="8957399" y="2839636"/>
              <a:ext cx="488888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DFDBCB5-E260-1FAD-A088-5D851B7D6AFA}"/>
                </a:ext>
              </a:extLst>
            </p:cNvPr>
            <p:cNvCxnSpPr>
              <a:cxnSpLocks/>
            </p:cNvCxnSpPr>
            <p:nvPr/>
          </p:nvCxnSpPr>
          <p:spPr>
            <a:xfrm>
              <a:off x="9028961" y="2996083"/>
              <a:ext cx="345764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49EE7D6-A842-80CD-BA0E-E88DDD2953DD}"/>
              </a:ext>
            </a:extLst>
          </p:cNvPr>
          <p:cNvSpPr txBox="1"/>
          <p:nvPr/>
        </p:nvSpPr>
        <p:spPr>
          <a:xfrm>
            <a:off x="9113855" y="1949380"/>
            <a:ext cx="19575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pet;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095E3BA-8768-D388-E832-FF31C91F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Singly-linked list: head pointer only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E9F8F-71E3-BBF3-0E88-8686B27BA58B}"/>
              </a:ext>
            </a:extLst>
          </p:cNvPr>
          <p:cNvSpPr txBox="1"/>
          <p:nvPr/>
        </p:nvSpPr>
        <p:spPr>
          <a:xfrm>
            <a:off x="2401689" y="4644684"/>
            <a:ext cx="567995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Generally: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Cheaper to do things at the start (near the head)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expensive to do things at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easy to traverse the list in reverse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have a pointer to a node, can’t always delete it!</a:t>
            </a:r>
          </a:p>
        </p:txBody>
      </p:sp>
    </p:spTree>
    <p:extLst>
      <p:ext uri="{BB962C8B-B14F-4D97-AF65-F5344CB8AC3E}">
        <p14:creationId xmlns:p14="http://schemas.microsoft.com/office/powerpoint/2010/main" val="283212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62E3-E259-47FD-CB63-A0D0801A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7659105-567C-FC3F-DDAD-293C58ECB67A}"/>
              </a:ext>
            </a:extLst>
          </p:cNvPr>
          <p:cNvGrpSpPr/>
          <p:nvPr/>
        </p:nvGrpSpPr>
        <p:grpSpPr>
          <a:xfrm>
            <a:off x="2984361" y="3195376"/>
            <a:ext cx="1427130" cy="683288"/>
            <a:chOff x="3024554" y="2572378"/>
            <a:chExt cx="1427130" cy="6832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C71992-6BDE-4639-DEF5-A59BEC92243F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5119A0B-D4D7-5CC2-AF1E-A08E41C172FA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5D9726-2AB1-3767-C7E8-936BDC12A543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C9B1C5-ED1C-B5CE-0E53-3D116D0CB727}"/>
                </a:ext>
              </a:extLst>
            </p:cNvPr>
            <p:cNvSpPr txBox="1"/>
            <p:nvPr/>
          </p:nvSpPr>
          <p:spPr>
            <a:xfrm>
              <a:off x="3264678" y="2683189"/>
              <a:ext cx="6049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334CBD3-7BAF-3C17-A21F-04BD93592C84}"/>
              </a:ext>
            </a:extLst>
          </p:cNvPr>
          <p:cNvGrpSpPr/>
          <p:nvPr/>
        </p:nvGrpSpPr>
        <p:grpSpPr>
          <a:xfrm>
            <a:off x="5789526" y="3195376"/>
            <a:ext cx="1427130" cy="683288"/>
            <a:chOff x="3024554" y="2572378"/>
            <a:chExt cx="1427130" cy="6832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18312B-6899-D99D-BE15-52E36FAC4435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B291B0-C808-DB11-E3BD-29F8B5887870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346ABF8-6285-022C-2439-A81FF0156781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0F5BD1-2A98-1686-19CE-7B37131237CD}"/>
                </a:ext>
              </a:extLst>
            </p:cNvPr>
            <p:cNvSpPr txBox="1"/>
            <p:nvPr/>
          </p:nvSpPr>
          <p:spPr>
            <a:xfrm>
              <a:off x="3264678" y="2683189"/>
              <a:ext cx="676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1C3AB0-F50B-FEE0-17FE-EB9AAA7D29A4}"/>
              </a:ext>
            </a:extLst>
          </p:cNvPr>
          <p:cNvCxnSpPr>
            <a:endCxn id="12" idx="1"/>
          </p:cNvCxnSpPr>
          <p:nvPr/>
        </p:nvCxnSpPr>
        <p:spPr>
          <a:xfrm>
            <a:off x="4240537" y="3537019"/>
            <a:ext cx="154898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EDEC127-E62A-DEA3-E099-709611F72879}"/>
              </a:ext>
            </a:extLst>
          </p:cNvPr>
          <p:cNvSpPr txBox="1"/>
          <p:nvPr/>
        </p:nvSpPr>
        <p:spPr>
          <a:xfrm>
            <a:off x="1205802" y="238519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CED85B-3D0E-D5AA-8793-E9730DFF8B75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2107011" y="2616032"/>
            <a:ext cx="877350" cy="9209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0FD48E-70CC-A951-DE01-CEF6598E3172}"/>
              </a:ext>
            </a:extLst>
          </p:cNvPr>
          <p:cNvCxnSpPr/>
          <p:nvPr/>
        </p:nvCxnSpPr>
        <p:spPr>
          <a:xfrm>
            <a:off x="7045702" y="3537019"/>
            <a:ext cx="691529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5D4CD2-1ED7-F5E9-BEA3-04E24AAF219E}"/>
              </a:ext>
            </a:extLst>
          </p:cNvPr>
          <p:cNvGrpSpPr/>
          <p:nvPr/>
        </p:nvGrpSpPr>
        <p:grpSpPr>
          <a:xfrm rot="16200000">
            <a:off x="7678542" y="3476868"/>
            <a:ext cx="237679" cy="120301"/>
            <a:chOff x="8856079" y="2683189"/>
            <a:chExt cx="691529" cy="31289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11CA484-5DAD-9E3F-CD3E-EB6289650ED5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79" y="2683189"/>
              <a:ext cx="691529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1B1D15C-1CF9-3533-CF9D-2CDFAFF60B16}"/>
                </a:ext>
              </a:extLst>
            </p:cNvPr>
            <p:cNvCxnSpPr>
              <a:cxnSpLocks/>
            </p:cNvCxnSpPr>
            <p:nvPr/>
          </p:nvCxnSpPr>
          <p:spPr>
            <a:xfrm>
              <a:off x="8957399" y="2839636"/>
              <a:ext cx="488888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32FB23A-37F1-4E08-CAB3-E9D69142C0AC}"/>
                </a:ext>
              </a:extLst>
            </p:cNvPr>
            <p:cNvCxnSpPr>
              <a:cxnSpLocks/>
            </p:cNvCxnSpPr>
            <p:nvPr/>
          </p:nvCxnSpPr>
          <p:spPr>
            <a:xfrm>
              <a:off x="9028961" y="2996083"/>
              <a:ext cx="345764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63A97A2-F656-4DFE-A008-E28C36FCE0AA}"/>
              </a:ext>
            </a:extLst>
          </p:cNvPr>
          <p:cNvSpPr txBox="1"/>
          <p:nvPr/>
        </p:nvSpPr>
        <p:spPr>
          <a:xfrm>
            <a:off x="9113855" y="1949380"/>
            <a:ext cx="19575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pet;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C372C62-B3D8-4D30-5F0B-EEBEE5CF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Singly-linked list: head and tail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ABF0D6-7364-5FB3-938B-659F74529A6B}"/>
              </a:ext>
            </a:extLst>
          </p:cNvPr>
          <p:cNvSpPr txBox="1"/>
          <p:nvPr/>
        </p:nvSpPr>
        <p:spPr>
          <a:xfrm>
            <a:off x="2401689" y="4644684"/>
            <a:ext cx="7506799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Generally: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Easier to add at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head and end are not symmetric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easy to traverse the list in reverse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have a pointer to a node, can’t always delete it!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keep track of both head and tail pointers: easier to make mistakes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9F673-1862-A06F-4DCA-991C4675EEB1}"/>
              </a:ext>
            </a:extLst>
          </p:cNvPr>
          <p:cNvSpPr txBox="1"/>
          <p:nvPr/>
        </p:nvSpPr>
        <p:spPr>
          <a:xfrm>
            <a:off x="6706438" y="1782854"/>
            <a:ext cx="626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Tail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BF4C98F-CABA-67A4-C892-C5A6707CF4FB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flipH="1">
            <a:off x="6332137" y="2244519"/>
            <a:ext cx="687496" cy="9508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10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5594-BE33-46A2-C20C-2FE0BA8F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4C91A0A-BB59-D53C-0FFB-92FD74363807}"/>
              </a:ext>
            </a:extLst>
          </p:cNvPr>
          <p:cNvGrpSpPr/>
          <p:nvPr/>
        </p:nvGrpSpPr>
        <p:grpSpPr>
          <a:xfrm>
            <a:off x="2984361" y="3195376"/>
            <a:ext cx="1427130" cy="683288"/>
            <a:chOff x="3024554" y="2572378"/>
            <a:chExt cx="1427130" cy="6832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59ADE8-D032-D4E2-AC2E-E9405060D295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211A465-011A-5CE3-085F-DB500225D958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CE94257-25F6-CFC6-4B54-3DD8946F6702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212175-4EC2-7240-49FC-B049B46D151D}"/>
                </a:ext>
              </a:extLst>
            </p:cNvPr>
            <p:cNvSpPr txBox="1"/>
            <p:nvPr/>
          </p:nvSpPr>
          <p:spPr>
            <a:xfrm>
              <a:off x="3264678" y="2683189"/>
              <a:ext cx="6049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97762B9-E218-010F-4347-F22E352D1B95}"/>
              </a:ext>
            </a:extLst>
          </p:cNvPr>
          <p:cNvGrpSpPr/>
          <p:nvPr/>
        </p:nvGrpSpPr>
        <p:grpSpPr>
          <a:xfrm>
            <a:off x="5789526" y="3195376"/>
            <a:ext cx="1427130" cy="683288"/>
            <a:chOff x="3024554" y="2572378"/>
            <a:chExt cx="1427130" cy="6832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9941785-C5B3-BBA3-E6DD-CFC626D9CE9D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50F18CB-7C09-0AEB-10B5-574D7F4F55FF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118B3D4-A10A-1F2A-8A68-6B20311829B1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C860E6-A1E9-8E86-EF36-49C96A5FBE7E}"/>
                </a:ext>
              </a:extLst>
            </p:cNvPr>
            <p:cNvSpPr txBox="1"/>
            <p:nvPr/>
          </p:nvSpPr>
          <p:spPr>
            <a:xfrm>
              <a:off x="3264678" y="2683189"/>
              <a:ext cx="676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4ABFCD-5CFA-8C17-825C-69516497EF07}"/>
              </a:ext>
            </a:extLst>
          </p:cNvPr>
          <p:cNvCxnSpPr>
            <a:endCxn id="12" idx="1"/>
          </p:cNvCxnSpPr>
          <p:nvPr/>
        </p:nvCxnSpPr>
        <p:spPr>
          <a:xfrm>
            <a:off x="4240537" y="3537019"/>
            <a:ext cx="154898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D4665F-9968-BA6D-CDCB-ADE1B23AA5B4}"/>
              </a:ext>
            </a:extLst>
          </p:cNvPr>
          <p:cNvSpPr txBox="1"/>
          <p:nvPr/>
        </p:nvSpPr>
        <p:spPr>
          <a:xfrm>
            <a:off x="1205802" y="238519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C35A36-1562-188E-D828-D5762AF74558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2107011" y="2616032"/>
            <a:ext cx="877350" cy="9209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9B02BF7-DE10-8646-3375-61A120F5D756}"/>
              </a:ext>
            </a:extLst>
          </p:cNvPr>
          <p:cNvSpPr txBox="1"/>
          <p:nvPr/>
        </p:nvSpPr>
        <p:spPr>
          <a:xfrm>
            <a:off x="9113855" y="1949380"/>
            <a:ext cx="19575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pet;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A85F6A5-DAF3-D74B-8EB4-BB3D5941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Singly-linked list: head pointer only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C12B7-1E99-B92B-27E7-3FA3E0090C84}"/>
              </a:ext>
            </a:extLst>
          </p:cNvPr>
          <p:cNvSpPr txBox="1"/>
          <p:nvPr/>
        </p:nvSpPr>
        <p:spPr>
          <a:xfrm>
            <a:off x="2401689" y="4644684"/>
            <a:ext cx="60288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Generally: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a singly-linked list, but in some situations might be more useful.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B7732972-C17B-F1F7-B28D-2CC522BB95B1}"/>
              </a:ext>
            </a:extLst>
          </p:cNvPr>
          <p:cNvSpPr/>
          <p:nvPr/>
        </p:nvSpPr>
        <p:spPr>
          <a:xfrm>
            <a:off x="3727938" y="2359044"/>
            <a:ext cx="3996063" cy="1188554"/>
          </a:xfrm>
          <a:custGeom>
            <a:avLst/>
            <a:gdLst>
              <a:gd name="csX0" fmla="*/ 3336053 w 3996063"/>
              <a:gd name="csY0" fmla="*/ 1167927 h 1188554"/>
              <a:gd name="csX1" fmla="*/ 3959051 w 3996063"/>
              <a:gd name="csY1" fmla="*/ 1067444 h 1188554"/>
              <a:gd name="csX2" fmla="*/ 3597310 w 3996063"/>
              <a:gd name="csY2" fmla="*/ 243479 h 1188554"/>
              <a:gd name="csX3" fmla="*/ 954594 w 3996063"/>
              <a:gd name="csY3" fmla="*/ 32464 h 1188554"/>
              <a:gd name="csX4" fmla="*/ 0 w 3996063"/>
              <a:gd name="csY4" fmla="*/ 826283 h 118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6063" h="1188554">
                <a:moveTo>
                  <a:pt x="3336053" y="1167927"/>
                </a:moveTo>
                <a:cubicBezTo>
                  <a:pt x="3625780" y="1194723"/>
                  <a:pt x="3915508" y="1221519"/>
                  <a:pt x="3959051" y="1067444"/>
                </a:cubicBezTo>
                <a:cubicBezTo>
                  <a:pt x="4002594" y="913369"/>
                  <a:pt x="4098053" y="415976"/>
                  <a:pt x="3597310" y="243479"/>
                </a:cubicBezTo>
                <a:cubicBezTo>
                  <a:pt x="3096567" y="70982"/>
                  <a:pt x="1554146" y="-64670"/>
                  <a:pt x="954594" y="32464"/>
                </a:cubicBezTo>
                <a:cubicBezTo>
                  <a:pt x="355042" y="129598"/>
                  <a:pt x="177521" y="477940"/>
                  <a:pt x="0" y="826283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925A-F4E0-1BC5-D0DA-EF001E6C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1969CC2-16C3-AB39-7738-F2FF3F42577D}"/>
              </a:ext>
            </a:extLst>
          </p:cNvPr>
          <p:cNvGrpSpPr/>
          <p:nvPr/>
        </p:nvGrpSpPr>
        <p:grpSpPr>
          <a:xfrm>
            <a:off x="2049864" y="3195376"/>
            <a:ext cx="1427130" cy="683288"/>
            <a:chOff x="3024554" y="2572378"/>
            <a:chExt cx="1427130" cy="6832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9F334FA-EE22-8AA0-BEB0-F8D831DF66B8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7B57C30-8858-A43C-4B52-22A6A2643E95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2CB7D72-F384-79B3-A5A0-D43FE853FB54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27AF9F-A673-F81E-DE46-9582FDE9CEAF}"/>
                </a:ext>
              </a:extLst>
            </p:cNvPr>
            <p:cNvSpPr txBox="1"/>
            <p:nvPr/>
          </p:nvSpPr>
          <p:spPr>
            <a:xfrm>
              <a:off x="3444652" y="2683189"/>
              <a:ext cx="6049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5C5B4BA-BEEF-6650-7149-9FBB987274F5}"/>
              </a:ext>
            </a:extLst>
          </p:cNvPr>
          <p:cNvGrpSpPr/>
          <p:nvPr/>
        </p:nvGrpSpPr>
        <p:grpSpPr>
          <a:xfrm>
            <a:off x="6523056" y="3195376"/>
            <a:ext cx="1427130" cy="683288"/>
            <a:chOff x="3024554" y="2572378"/>
            <a:chExt cx="1427130" cy="6832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D42F52-2590-9D0E-C47D-AE31A00724C2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075663-1F83-1E70-08BF-E60EB37929D0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5EF843D-CB69-E033-722F-4A9473E6D96D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4AC85B-2812-D873-BAD7-A482531B238F}"/>
                </a:ext>
              </a:extLst>
            </p:cNvPr>
            <p:cNvSpPr txBox="1"/>
            <p:nvPr/>
          </p:nvSpPr>
          <p:spPr>
            <a:xfrm>
              <a:off x="3402347" y="2683189"/>
              <a:ext cx="7030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bird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CBF0732-9F83-81DE-7BA8-33A1010A150A}"/>
              </a:ext>
            </a:extLst>
          </p:cNvPr>
          <p:cNvSpPr txBox="1"/>
          <p:nvPr/>
        </p:nvSpPr>
        <p:spPr>
          <a:xfrm>
            <a:off x="271305" y="238519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4983B0-885D-BE34-2A67-EBC717B401E0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172514" y="2616032"/>
            <a:ext cx="840831" cy="5793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390C66-62B7-DC84-0A43-DF376321EDF7}"/>
              </a:ext>
            </a:extLst>
          </p:cNvPr>
          <p:cNvCxnSpPr/>
          <p:nvPr/>
        </p:nvCxnSpPr>
        <p:spPr>
          <a:xfrm>
            <a:off x="7779232" y="3537019"/>
            <a:ext cx="691529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454C806-2A9A-38A3-6C04-7BF7C71EBD24}"/>
              </a:ext>
            </a:extLst>
          </p:cNvPr>
          <p:cNvGrpSpPr/>
          <p:nvPr/>
        </p:nvGrpSpPr>
        <p:grpSpPr>
          <a:xfrm rot="16200000">
            <a:off x="8412072" y="3476868"/>
            <a:ext cx="237679" cy="120301"/>
            <a:chOff x="8856079" y="2683189"/>
            <a:chExt cx="691529" cy="31289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71AE737-87BE-EA9B-3DFC-DB4F5389343E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79" y="2683189"/>
              <a:ext cx="691529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2EEB21D-6263-5168-9C30-13A4298C730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399" y="2839636"/>
              <a:ext cx="488888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BC27902-1BA7-C687-7075-8302C5F6579F}"/>
                </a:ext>
              </a:extLst>
            </p:cNvPr>
            <p:cNvCxnSpPr>
              <a:cxnSpLocks/>
            </p:cNvCxnSpPr>
            <p:nvPr/>
          </p:nvCxnSpPr>
          <p:spPr>
            <a:xfrm>
              <a:off x="9028961" y="2996083"/>
              <a:ext cx="345764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86F03B5-0AD6-DBB0-C221-8AF8F0F3346B}"/>
              </a:ext>
            </a:extLst>
          </p:cNvPr>
          <p:cNvSpPr txBox="1"/>
          <p:nvPr/>
        </p:nvSpPr>
        <p:spPr>
          <a:xfrm>
            <a:off x="9113855" y="1949380"/>
            <a:ext cx="19575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pet;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78CC05A-F085-CCF1-7995-F4B68298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Singly-linked list: head and tail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62BDF-B8B6-8F46-D22C-072434EC47DC}"/>
              </a:ext>
            </a:extLst>
          </p:cNvPr>
          <p:cNvSpPr txBox="1"/>
          <p:nvPr/>
        </p:nvSpPr>
        <p:spPr>
          <a:xfrm>
            <a:off x="2401689" y="4644684"/>
            <a:ext cx="660597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Generally: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 and end of the list are essentially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easily traverse in reverse (or alternate back-and-forth)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have a pointer to a node, can delete it!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keep track of twice as many pointers: more can go wrong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2E16DB-D558-6AB8-C2D0-24476DF56F69}"/>
              </a:ext>
            </a:extLst>
          </p:cNvPr>
          <p:cNvSpPr/>
          <p:nvPr/>
        </p:nvSpPr>
        <p:spPr>
          <a:xfrm>
            <a:off x="2049717" y="3195376"/>
            <a:ext cx="341908" cy="683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89A078-5061-B02E-6C6B-ADA920F0D0AE}"/>
              </a:ext>
            </a:extLst>
          </p:cNvPr>
          <p:cNvSpPr/>
          <p:nvPr/>
        </p:nvSpPr>
        <p:spPr>
          <a:xfrm>
            <a:off x="6523056" y="3195376"/>
            <a:ext cx="341908" cy="683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D5ABA6-3ECB-30B6-53F9-690DF629FE91}"/>
              </a:ext>
            </a:extLst>
          </p:cNvPr>
          <p:cNvGrpSpPr/>
          <p:nvPr/>
        </p:nvGrpSpPr>
        <p:grpSpPr>
          <a:xfrm>
            <a:off x="4325537" y="3195374"/>
            <a:ext cx="1427130" cy="683288"/>
            <a:chOff x="3024554" y="2572378"/>
            <a:chExt cx="1427130" cy="68328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97AEC73-5E10-B00F-4DDA-6892A9EE97B5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D98B0C0-EC2E-C0B2-515A-2A8E54C86AD9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C8F88D8-F59B-DC56-45C9-FE653159FDCB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03E33C-1EDB-8276-E5AE-6E292D3324C0}"/>
                </a:ext>
              </a:extLst>
            </p:cNvPr>
            <p:cNvSpPr txBox="1"/>
            <p:nvPr/>
          </p:nvSpPr>
          <p:spPr>
            <a:xfrm>
              <a:off x="3419689" y="2683191"/>
              <a:ext cx="676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F4747D39-D960-453F-AA03-1598205DE36B}"/>
              </a:ext>
            </a:extLst>
          </p:cNvPr>
          <p:cNvSpPr/>
          <p:nvPr/>
        </p:nvSpPr>
        <p:spPr>
          <a:xfrm>
            <a:off x="4325390" y="3195374"/>
            <a:ext cx="341908" cy="683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8DDACDDF-2CD1-02F5-6583-35053EB9C81C}"/>
              </a:ext>
            </a:extLst>
          </p:cNvPr>
          <p:cNvSpPr/>
          <p:nvPr/>
        </p:nvSpPr>
        <p:spPr>
          <a:xfrm rot="18503601">
            <a:off x="3062729" y="3248556"/>
            <a:ext cx="1564518" cy="1317978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7458EB44-5225-D637-9848-FDDEBB9BD253}"/>
              </a:ext>
            </a:extLst>
          </p:cNvPr>
          <p:cNvSpPr/>
          <p:nvPr/>
        </p:nvSpPr>
        <p:spPr>
          <a:xfrm rot="18503601">
            <a:off x="5292926" y="3260710"/>
            <a:ext cx="1514243" cy="1357815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7CA254E-5D2D-2F50-2FF1-A0B00F729C27}"/>
              </a:ext>
            </a:extLst>
          </p:cNvPr>
          <p:cNvGrpSpPr/>
          <p:nvPr/>
        </p:nvGrpSpPr>
        <p:grpSpPr>
          <a:xfrm rot="10800000">
            <a:off x="1387744" y="3393646"/>
            <a:ext cx="811830" cy="237679"/>
            <a:chOff x="4830180" y="2024232"/>
            <a:chExt cx="811830" cy="23767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FF4ACAB-6E8E-4D5F-9A36-5BBAC755C733}"/>
                </a:ext>
              </a:extLst>
            </p:cNvPr>
            <p:cNvCxnSpPr>
              <a:cxnSpLocks/>
            </p:cNvCxnSpPr>
            <p:nvPr/>
          </p:nvCxnSpPr>
          <p:spPr>
            <a:xfrm>
              <a:off x="4830180" y="2143072"/>
              <a:ext cx="691529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1A29BBB-CFE5-2F83-E351-5F396400099D}"/>
                </a:ext>
              </a:extLst>
            </p:cNvPr>
            <p:cNvGrpSpPr/>
            <p:nvPr/>
          </p:nvGrpSpPr>
          <p:grpSpPr>
            <a:xfrm rot="16200000">
              <a:off x="5463020" y="2082921"/>
              <a:ext cx="237679" cy="120301"/>
              <a:chOff x="8856079" y="2683189"/>
              <a:chExt cx="691529" cy="31289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66ED10F-912A-A34F-29AF-8E7F11757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56079" y="2683189"/>
                <a:ext cx="691529" cy="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2B691CE-9F48-CC46-07CC-856D8063C4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7399" y="2839636"/>
                <a:ext cx="488888" cy="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83F8001-6E16-2F5E-59F9-20BBB2CE31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28961" y="2996083"/>
                <a:ext cx="345764" cy="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Arc 43">
            <a:extLst>
              <a:ext uri="{FF2B5EF4-FFF2-40B4-BE49-F238E27FC236}">
                <a16:creationId xmlns:a16="http://schemas.microsoft.com/office/drawing/2014/main" id="{E94045BC-92E8-6346-A550-0F1985C0FB19}"/>
              </a:ext>
            </a:extLst>
          </p:cNvPr>
          <p:cNvSpPr/>
          <p:nvPr/>
        </p:nvSpPr>
        <p:spPr>
          <a:xfrm rot="8507071">
            <a:off x="3295694" y="2666156"/>
            <a:ext cx="1713664" cy="1026327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D72B4E1F-6BB3-EE0C-2904-C0A42DE16CFB}"/>
              </a:ext>
            </a:extLst>
          </p:cNvPr>
          <p:cNvSpPr/>
          <p:nvPr/>
        </p:nvSpPr>
        <p:spPr>
          <a:xfrm rot="8507071">
            <a:off x="5579602" y="2686380"/>
            <a:ext cx="1673641" cy="953117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6AD248-27F6-DF98-9538-DD0BA7FEA4BA}"/>
              </a:ext>
            </a:extLst>
          </p:cNvPr>
          <p:cNvSpPr txBox="1"/>
          <p:nvPr/>
        </p:nvSpPr>
        <p:spPr>
          <a:xfrm>
            <a:off x="7470570" y="1891646"/>
            <a:ext cx="626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Tail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476A590-9C05-36A2-853D-D99C3493A142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7565890" y="2353311"/>
            <a:ext cx="217875" cy="8096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4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EC8D-4D64-2B71-8BFA-B08533FF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3303BC2-C29D-79CE-364E-B86C63B0AAD4}"/>
              </a:ext>
            </a:extLst>
          </p:cNvPr>
          <p:cNvGrpSpPr/>
          <p:nvPr/>
        </p:nvGrpSpPr>
        <p:grpSpPr>
          <a:xfrm>
            <a:off x="2049864" y="3195376"/>
            <a:ext cx="1427130" cy="683288"/>
            <a:chOff x="3024554" y="2572378"/>
            <a:chExt cx="1427130" cy="6832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E252FC-5E11-7701-B737-188C7B01C024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2054AE8-D9D2-9101-BAFA-A0E7ABF41AAE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20C0B6-F13F-E55B-D8CE-7B148DC52799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BD5F3B-4432-FA53-F4D2-5989D4E86378}"/>
                </a:ext>
              </a:extLst>
            </p:cNvPr>
            <p:cNvSpPr txBox="1"/>
            <p:nvPr/>
          </p:nvSpPr>
          <p:spPr>
            <a:xfrm>
              <a:off x="3444652" y="2683189"/>
              <a:ext cx="6049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D52AE7-D111-EB9A-2D47-35C637164ED2}"/>
              </a:ext>
            </a:extLst>
          </p:cNvPr>
          <p:cNvGrpSpPr/>
          <p:nvPr/>
        </p:nvGrpSpPr>
        <p:grpSpPr>
          <a:xfrm>
            <a:off x="6523056" y="3195376"/>
            <a:ext cx="1427130" cy="683288"/>
            <a:chOff x="3024554" y="2572378"/>
            <a:chExt cx="1427130" cy="6832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D5F5805-6003-312E-3B27-B78506AA2BAA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C604C6-1C56-0576-5B4E-699B2D345D89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D94B760-2E2E-3046-9B75-C931625D5734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7790E6-0410-0634-3639-2CFDDBABF72F}"/>
                </a:ext>
              </a:extLst>
            </p:cNvPr>
            <p:cNvSpPr txBox="1"/>
            <p:nvPr/>
          </p:nvSpPr>
          <p:spPr>
            <a:xfrm>
              <a:off x="3402347" y="2683189"/>
              <a:ext cx="7030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bird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4580878-57B1-9761-C905-5365983FCD9B}"/>
              </a:ext>
            </a:extLst>
          </p:cNvPr>
          <p:cNvSpPr txBox="1"/>
          <p:nvPr/>
        </p:nvSpPr>
        <p:spPr>
          <a:xfrm>
            <a:off x="271305" y="238519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09201E-97BE-87C4-FE24-1B256FB9E6D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172514" y="2616032"/>
            <a:ext cx="840831" cy="5793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B0A5B9-4933-158B-BE22-045D9FEF2303}"/>
              </a:ext>
            </a:extLst>
          </p:cNvPr>
          <p:cNvSpPr txBox="1"/>
          <p:nvPr/>
        </p:nvSpPr>
        <p:spPr>
          <a:xfrm>
            <a:off x="9113855" y="1949380"/>
            <a:ext cx="19575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pet;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5BF56E4-5D20-18D9-8C84-B81AFD06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Singly-linked list: head and tail pointer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B60934-DC65-1D9F-5562-4FD3FDFE4FF8}"/>
              </a:ext>
            </a:extLst>
          </p:cNvPr>
          <p:cNvSpPr txBox="1"/>
          <p:nvPr/>
        </p:nvSpPr>
        <p:spPr>
          <a:xfrm>
            <a:off x="2199574" y="5208394"/>
            <a:ext cx="575061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Generally: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doubly-linked list, but in some situations might be more useful.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586951-AEC4-5380-2FCC-1A544E8E63F5}"/>
              </a:ext>
            </a:extLst>
          </p:cNvPr>
          <p:cNvSpPr/>
          <p:nvPr/>
        </p:nvSpPr>
        <p:spPr>
          <a:xfrm>
            <a:off x="2049717" y="3195376"/>
            <a:ext cx="341908" cy="683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8CB1F2-37D8-A6FF-7FAF-948EE9EF2263}"/>
              </a:ext>
            </a:extLst>
          </p:cNvPr>
          <p:cNvSpPr/>
          <p:nvPr/>
        </p:nvSpPr>
        <p:spPr>
          <a:xfrm>
            <a:off x="6523056" y="3195376"/>
            <a:ext cx="341908" cy="683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30B7FB-D616-4851-C74B-EDD0B05FD626}"/>
              </a:ext>
            </a:extLst>
          </p:cNvPr>
          <p:cNvGrpSpPr/>
          <p:nvPr/>
        </p:nvGrpSpPr>
        <p:grpSpPr>
          <a:xfrm>
            <a:off x="4325537" y="3195374"/>
            <a:ext cx="1427130" cy="683288"/>
            <a:chOff x="3024554" y="2572378"/>
            <a:chExt cx="1427130" cy="68328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498C702-1AD9-27BF-44DE-4EB203E3A413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AC79EFA-8551-6E67-95A6-770C501EFDCB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2A158E6-F18F-2149-7B32-4114EC0D56AB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460207-7481-AEAE-7CFC-C566B53C02D4}"/>
                </a:ext>
              </a:extLst>
            </p:cNvPr>
            <p:cNvSpPr txBox="1"/>
            <p:nvPr/>
          </p:nvSpPr>
          <p:spPr>
            <a:xfrm>
              <a:off x="3419689" y="2683191"/>
              <a:ext cx="676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2CE9AA6-78F7-E28E-03BE-F8EDC89BA500}"/>
              </a:ext>
            </a:extLst>
          </p:cNvPr>
          <p:cNvSpPr/>
          <p:nvPr/>
        </p:nvSpPr>
        <p:spPr>
          <a:xfrm>
            <a:off x="4325390" y="3195374"/>
            <a:ext cx="341908" cy="683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2316228B-0D6B-E224-88DF-8C25A2E8E045}"/>
              </a:ext>
            </a:extLst>
          </p:cNvPr>
          <p:cNvSpPr/>
          <p:nvPr/>
        </p:nvSpPr>
        <p:spPr>
          <a:xfrm rot="18503601">
            <a:off x="3062729" y="3248556"/>
            <a:ext cx="1564518" cy="1317978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192B0EA-88C8-1B32-C645-92A56784ABDD}"/>
              </a:ext>
            </a:extLst>
          </p:cNvPr>
          <p:cNvSpPr/>
          <p:nvPr/>
        </p:nvSpPr>
        <p:spPr>
          <a:xfrm rot="18503601">
            <a:off x="5292926" y="3260710"/>
            <a:ext cx="1514243" cy="1357815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0982C24-B4AE-B31B-2339-06BDC4FF179E}"/>
              </a:ext>
            </a:extLst>
          </p:cNvPr>
          <p:cNvSpPr/>
          <p:nvPr/>
        </p:nvSpPr>
        <p:spPr>
          <a:xfrm rot="8507071">
            <a:off x="3295694" y="2666156"/>
            <a:ext cx="1713664" cy="1026327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126BC492-0809-92AB-91B8-515E3269E64D}"/>
              </a:ext>
            </a:extLst>
          </p:cNvPr>
          <p:cNvSpPr/>
          <p:nvPr/>
        </p:nvSpPr>
        <p:spPr>
          <a:xfrm rot="8507071">
            <a:off x="5579602" y="2686380"/>
            <a:ext cx="1673641" cy="953117"/>
          </a:xfrm>
          <a:prstGeom prst="arc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62EE2C-9B0D-9113-A0C3-D1925B9EA0B8}"/>
              </a:ext>
            </a:extLst>
          </p:cNvPr>
          <p:cNvSpPr txBox="1"/>
          <p:nvPr/>
        </p:nvSpPr>
        <p:spPr>
          <a:xfrm>
            <a:off x="7470570" y="1891646"/>
            <a:ext cx="626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Tail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7F42D68-6AE5-667B-734E-D71B98AD1B57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7565890" y="2353311"/>
            <a:ext cx="217875" cy="8096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C066612B-C8CD-B18E-F02A-37F45A0853D0}"/>
              </a:ext>
            </a:extLst>
          </p:cNvPr>
          <p:cNvSpPr/>
          <p:nvPr/>
        </p:nvSpPr>
        <p:spPr>
          <a:xfrm>
            <a:off x="2772449" y="2378012"/>
            <a:ext cx="5997174" cy="1188554"/>
          </a:xfrm>
          <a:custGeom>
            <a:avLst/>
            <a:gdLst>
              <a:gd name="csX0" fmla="*/ 3336053 w 3996063"/>
              <a:gd name="csY0" fmla="*/ 1167927 h 1188554"/>
              <a:gd name="csX1" fmla="*/ 3959051 w 3996063"/>
              <a:gd name="csY1" fmla="*/ 1067444 h 1188554"/>
              <a:gd name="csX2" fmla="*/ 3597310 w 3996063"/>
              <a:gd name="csY2" fmla="*/ 243479 h 1188554"/>
              <a:gd name="csX3" fmla="*/ 954594 w 3996063"/>
              <a:gd name="csY3" fmla="*/ 32464 h 1188554"/>
              <a:gd name="csX4" fmla="*/ 0 w 3996063"/>
              <a:gd name="csY4" fmla="*/ 826283 h 118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6063" h="1188554">
                <a:moveTo>
                  <a:pt x="3336053" y="1167927"/>
                </a:moveTo>
                <a:cubicBezTo>
                  <a:pt x="3625780" y="1194723"/>
                  <a:pt x="3915508" y="1221519"/>
                  <a:pt x="3959051" y="1067444"/>
                </a:cubicBezTo>
                <a:cubicBezTo>
                  <a:pt x="4002594" y="913369"/>
                  <a:pt x="4098053" y="415976"/>
                  <a:pt x="3597310" y="243479"/>
                </a:cubicBezTo>
                <a:cubicBezTo>
                  <a:pt x="3096567" y="70982"/>
                  <a:pt x="1554146" y="-64670"/>
                  <a:pt x="954594" y="32464"/>
                </a:cubicBezTo>
                <a:cubicBezTo>
                  <a:pt x="355042" y="129598"/>
                  <a:pt x="177521" y="477940"/>
                  <a:pt x="0" y="826283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ABE80DF-18FD-1138-D0E4-A4965018D883}"/>
              </a:ext>
            </a:extLst>
          </p:cNvPr>
          <p:cNvSpPr/>
          <p:nvPr/>
        </p:nvSpPr>
        <p:spPr>
          <a:xfrm rot="10800000">
            <a:off x="1186237" y="3504155"/>
            <a:ext cx="5997174" cy="1188554"/>
          </a:xfrm>
          <a:custGeom>
            <a:avLst/>
            <a:gdLst>
              <a:gd name="csX0" fmla="*/ 3336053 w 3996063"/>
              <a:gd name="csY0" fmla="*/ 1167927 h 1188554"/>
              <a:gd name="csX1" fmla="*/ 3959051 w 3996063"/>
              <a:gd name="csY1" fmla="*/ 1067444 h 1188554"/>
              <a:gd name="csX2" fmla="*/ 3597310 w 3996063"/>
              <a:gd name="csY2" fmla="*/ 243479 h 1188554"/>
              <a:gd name="csX3" fmla="*/ 954594 w 3996063"/>
              <a:gd name="csY3" fmla="*/ 32464 h 1188554"/>
              <a:gd name="csX4" fmla="*/ 0 w 3996063"/>
              <a:gd name="csY4" fmla="*/ 826283 h 118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6063" h="1188554">
                <a:moveTo>
                  <a:pt x="3336053" y="1167927"/>
                </a:moveTo>
                <a:cubicBezTo>
                  <a:pt x="3625780" y="1194723"/>
                  <a:pt x="3915508" y="1221519"/>
                  <a:pt x="3959051" y="1067444"/>
                </a:cubicBezTo>
                <a:cubicBezTo>
                  <a:pt x="4002594" y="913369"/>
                  <a:pt x="4098053" y="415976"/>
                  <a:pt x="3597310" y="243479"/>
                </a:cubicBezTo>
                <a:cubicBezTo>
                  <a:pt x="3096567" y="70982"/>
                  <a:pt x="1554146" y="-64670"/>
                  <a:pt x="954594" y="32464"/>
                </a:cubicBezTo>
                <a:cubicBezTo>
                  <a:pt x="355042" y="129598"/>
                  <a:pt x="177521" y="477940"/>
                  <a:pt x="0" y="826283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5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356</Words>
  <Application>Microsoft Macintosh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Variations on Linked Lists</vt:lpstr>
      <vt:lpstr>Singly-linked list: head pointer only</vt:lpstr>
      <vt:lpstr>Singly-linked list: head and tail pointer</vt:lpstr>
      <vt:lpstr>Singly-linked list: head pointer only</vt:lpstr>
      <vt:lpstr>Singly-linked list: head and tail pointer</vt:lpstr>
      <vt:lpstr>Singly-linked list: head and tail pointer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2026-05-20T23:03:24Z</dcterms:modified>
</cp:coreProperties>
</file>