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66" r:id="rId4"/>
    <p:sldId id="275" r:id="rId5"/>
    <p:sldId id="267" r:id="rId6"/>
    <p:sldId id="276" r:id="rId7"/>
    <p:sldId id="278" r:id="rId8"/>
    <p:sldId id="277" r:id="rId9"/>
    <p:sldId id="279" r:id="rId10"/>
    <p:sldId id="280" r:id="rId11"/>
    <p:sldId id="268" r:id="rId12"/>
    <p:sldId id="269" r:id="rId13"/>
    <p:sldId id="271" r:id="rId14"/>
    <p:sldId id="281" r:id="rId15"/>
    <p:sldId id="283" r:id="rId16"/>
    <p:sldId id="282" r:id="rId17"/>
    <p:sldId id="284" r:id="rId18"/>
    <p:sldId id="286" r:id="rId19"/>
    <p:sldId id="287" r:id="rId20"/>
    <p:sldId id="285" r:id="rId21"/>
    <p:sldId id="270" r:id="rId22"/>
    <p:sldId id="303" r:id="rId23"/>
    <p:sldId id="296" r:id="rId24"/>
    <p:sldId id="291" r:id="rId25"/>
    <p:sldId id="295" r:id="rId26"/>
    <p:sldId id="294" r:id="rId27"/>
    <p:sldId id="297" r:id="rId28"/>
    <p:sldId id="293" r:id="rId29"/>
    <p:sldId id="298" r:id="rId30"/>
    <p:sldId id="292" r:id="rId31"/>
    <p:sldId id="272" r:id="rId32"/>
    <p:sldId id="299" r:id="rId33"/>
    <p:sldId id="290" r:id="rId34"/>
    <p:sldId id="300" r:id="rId35"/>
    <p:sldId id="289" r:id="rId36"/>
    <p:sldId id="288" r:id="rId37"/>
    <p:sldId id="301" r:id="rId38"/>
    <p:sldId id="302" r:id="rId39"/>
    <p:sldId id="304" r:id="rId40"/>
    <p:sldId id="305" r:id="rId41"/>
    <p:sldId id="306" r:id="rId42"/>
    <p:sldId id="307" r:id="rId43"/>
    <p:sldId id="308" r:id="rId44"/>
    <p:sldId id="30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0FA078-8FE7-0644-9EC5-C230583935E8}">
          <p14:sldIdLst>
            <p14:sldId id="256"/>
            <p14:sldId id="274"/>
          </p14:sldIdLst>
        </p14:section>
        <p14:section name="Priority Queues" id="{A4F81E1E-AE3D-4246-83E2-D2E35DBA70B5}">
          <p14:sldIdLst>
            <p14:sldId id="266"/>
            <p14:sldId id="275"/>
            <p14:sldId id="267"/>
            <p14:sldId id="276"/>
            <p14:sldId id="278"/>
            <p14:sldId id="277"/>
            <p14:sldId id="279"/>
            <p14:sldId id="280"/>
          </p14:sldIdLst>
        </p14:section>
        <p14:section name="Heaps" id="{54021501-D8E3-384B-8316-36FD3B7FEEBA}">
          <p14:sldIdLst>
            <p14:sldId id="268"/>
            <p14:sldId id="269"/>
            <p14:sldId id="271"/>
            <p14:sldId id="281"/>
            <p14:sldId id="283"/>
            <p14:sldId id="282"/>
            <p14:sldId id="284"/>
            <p14:sldId id="286"/>
            <p14:sldId id="287"/>
            <p14:sldId id="285"/>
            <p14:sldId id="270"/>
            <p14:sldId id="303"/>
            <p14:sldId id="296"/>
            <p14:sldId id="291"/>
            <p14:sldId id="295"/>
            <p14:sldId id="294"/>
            <p14:sldId id="297"/>
            <p14:sldId id="293"/>
            <p14:sldId id="298"/>
            <p14:sldId id="292"/>
            <p14:sldId id="272"/>
            <p14:sldId id="299"/>
            <p14:sldId id="290"/>
            <p14:sldId id="300"/>
            <p14:sldId id="289"/>
            <p14:sldId id="288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1AC9F-EDE8-0C4D-B421-C81A1BDB535A}" v="663" dt="2026-06-16T02:59:51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6-11T18:55:40.822" v="6824" actId="20577"/>
      <pc:docMkLst>
        <pc:docMk/>
      </pc:docMkLst>
      <pc:sldChg chg="modSp new mod">
        <pc:chgData name="Toby Donaldson" userId="2e6e5431-bb17-4c41-9985-d39c50d83c73" providerId="ADAL" clId="{F31BC264-820E-54C4-A6D1-F92AF9CC222E}" dt="2026-06-09T20:08:00.417" v="6318" actId="20577"/>
        <pc:sldMkLst>
          <pc:docMk/>
          <pc:sldMk cId="9530373" sldId="256"/>
        </pc:sldMkLst>
        <pc:spChg chg="mod">
          <ac:chgData name="Toby Donaldson" userId="2e6e5431-bb17-4c41-9985-d39c50d83c73" providerId="ADAL" clId="{F31BC264-820E-54C4-A6D1-F92AF9CC222E}" dt="2026-06-09T03:27:30.846" v="256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F31BC264-820E-54C4-A6D1-F92AF9CC222E}" dt="2026-06-09T20:08:00.417" v="6318" actId="20577"/>
          <ac:spMkLst>
            <pc:docMk/>
            <pc:sldMk cId="9530373" sldId="256"/>
            <ac:spMk id="3" creationId="{A0FC18ED-98A4-48F4-FD7B-2E7703435F99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modSection">
      <pc:chgData name="Toby Donaldson" userId="2e6e5431-bb17-4c41-9985-d39c50d83c73" providerId="ADAL" clId="{7F9681A8-EEE2-56F4-9B39-ECCBEE0471AC}" dt="2026-06-16T02:59:54.918" v="27722" actId="113"/>
      <pc:docMkLst>
        <pc:docMk/>
      </pc:docMkLst>
      <pc:sldChg chg="modSp mod">
        <pc:chgData name="Toby Donaldson" userId="2e6e5431-bb17-4c41-9985-d39c50d83c73" providerId="ADAL" clId="{7F9681A8-EEE2-56F4-9B39-ECCBEE0471AC}" dt="2026-06-15T21:54:50.133" v="19358" actId="20577"/>
        <pc:sldMkLst>
          <pc:docMk/>
          <pc:sldMk cId="9530373" sldId="256"/>
        </pc:sldMkLst>
        <pc:spChg chg="mod">
          <ac:chgData name="Toby Donaldson" userId="2e6e5431-bb17-4c41-9985-d39c50d83c73" providerId="ADAL" clId="{7F9681A8-EEE2-56F4-9B39-ECCBEE0471AC}" dt="2026-06-15T21:54:34.480" v="19339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7F9681A8-EEE2-56F4-9B39-ECCBEE0471AC}" dt="2026-06-15T21:54:50.133" v="19358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del">
        <pc:chgData name="Toby Donaldson" userId="2e6e5431-bb17-4c41-9985-d39c50d83c73" providerId="ADAL" clId="{7F9681A8-EEE2-56F4-9B39-ECCBEE0471AC}" dt="2026-06-15T21:52:44.878" v="19289" actId="2696"/>
        <pc:sldMkLst>
          <pc:docMk/>
          <pc:sldMk cId="2141975521" sldId="257"/>
        </pc:sldMkLst>
      </pc:sldChg>
      <pc:sldChg chg="del">
        <pc:chgData name="Toby Donaldson" userId="2e6e5431-bb17-4c41-9985-d39c50d83c73" providerId="ADAL" clId="{7F9681A8-EEE2-56F4-9B39-ECCBEE0471AC}" dt="2026-06-15T21:52:44.878" v="19289" actId="2696"/>
        <pc:sldMkLst>
          <pc:docMk/>
          <pc:sldMk cId="840441275" sldId="258"/>
        </pc:sldMkLst>
      </pc:sldChg>
      <pc:sldChg chg="del">
        <pc:chgData name="Toby Donaldson" userId="2e6e5431-bb17-4c41-9985-d39c50d83c73" providerId="ADAL" clId="{7F9681A8-EEE2-56F4-9B39-ECCBEE0471AC}" dt="2026-06-15T21:52:44.878" v="19289" actId="2696"/>
        <pc:sldMkLst>
          <pc:docMk/>
          <pc:sldMk cId="3263256051" sldId="259"/>
        </pc:sldMkLst>
      </pc:sldChg>
      <pc:sldChg chg="del">
        <pc:chgData name="Toby Donaldson" userId="2e6e5431-bb17-4c41-9985-d39c50d83c73" providerId="ADAL" clId="{7F9681A8-EEE2-56F4-9B39-ECCBEE0471AC}" dt="2026-06-15T21:52:44.878" v="19289" actId="2696"/>
        <pc:sldMkLst>
          <pc:docMk/>
          <pc:sldMk cId="3184262657" sldId="260"/>
        </pc:sldMkLst>
      </pc:sldChg>
      <pc:sldChg chg="del">
        <pc:chgData name="Toby Donaldson" userId="2e6e5431-bb17-4c41-9985-d39c50d83c73" providerId="ADAL" clId="{7F9681A8-EEE2-56F4-9B39-ECCBEE0471AC}" dt="2026-06-15T21:52:49.232" v="19290" actId="2696"/>
        <pc:sldMkLst>
          <pc:docMk/>
          <pc:sldMk cId="2378066371" sldId="261"/>
        </pc:sldMkLst>
      </pc:sldChg>
      <pc:sldChg chg="del">
        <pc:chgData name="Toby Donaldson" userId="2e6e5431-bb17-4c41-9985-d39c50d83c73" providerId="ADAL" clId="{7F9681A8-EEE2-56F4-9B39-ECCBEE0471AC}" dt="2026-06-15T21:52:52.867" v="19291" actId="2696"/>
        <pc:sldMkLst>
          <pc:docMk/>
          <pc:sldMk cId="2501075412" sldId="262"/>
        </pc:sldMkLst>
      </pc:sldChg>
      <pc:sldChg chg="del">
        <pc:chgData name="Toby Donaldson" userId="2e6e5431-bb17-4c41-9985-d39c50d83c73" providerId="ADAL" clId="{7F9681A8-EEE2-56F4-9B39-ECCBEE0471AC}" dt="2026-06-15T21:58:56.019" v="19583" actId="2696"/>
        <pc:sldMkLst>
          <pc:docMk/>
          <pc:sldMk cId="1091161656" sldId="263"/>
        </pc:sldMkLst>
      </pc:sldChg>
      <pc:sldChg chg="del">
        <pc:chgData name="Toby Donaldson" userId="2e6e5431-bb17-4c41-9985-d39c50d83c73" providerId="ADAL" clId="{7F9681A8-EEE2-56F4-9B39-ECCBEE0471AC}" dt="2026-06-15T21:58:56.019" v="19583" actId="2696"/>
        <pc:sldMkLst>
          <pc:docMk/>
          <pc:sldMk cId="2592607096" sldId="264"/>
        </pc:sldMkLst>
      </pc:sldChg>
      <pc:sldChg chg="del">
        <pc:chgData name="Toby Donaldson" userId="2e6e5431-bb17-4c41-9985-d39c50d83c73" providerId="ADAL" clId="{7F9681A8-EEE2-56F4-9B39-ECCBEE0471AC}" dt="2026-06-15T21:58:56.019" v="19583" actId="2696"/>
        <pc:sldMkLst>
          <pc:docMk/>
          <pc:sldMk cId="2251480560" sldId="265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564830593" sldId="266"/>
        </pc:sldMkLst>
      </pc:sldChg>
      <pc:sldChg chg="addSp delSp modSp new mod">
        <pc:chgData name="Toby Donaldson" userId="2e6e5431-bb17-4c41-9985-d39c50d83c73" providerId="ADAL" clId="{7F9681A8-EEE2-56F4-9B39-ECCBEE0471AC}" dt="2026-06-15T22:20:33.163" v="21690" actId="20577"/>
        <pc:sldMkLst>
          <pc:docMk/>
          <pc:sldMk cId="3588937463" sldId="266"/>
        </pc:sldMkLst>
        <pc:spChg chg="mod">
          <ac:chgData name="Toby Donaldson" userId="2e6e5431-bb17-4c41-9985-d39c50d83c73" providerId="ADAL" clId="{7F9681A8-EEE2-56F4-9B39-ECCBEE0471AC}" dt="2026-06-15T22:13:00.334" v="20879" actId="20577"/>
          <ac:spMkLst>
            <pc:docMk/>
            <pc:sldMk cId="3588937463" sldId="266"/>
            <ac:spMk id="2" creationId="{7E58F4A4-62E9-E70E-8372-D131C5725A6B}"/>
          </ac:spMkLst>
        </pc:spChg>
        <pc:spChg chg="mod">
          <ac:chgData name="Toby Donaldson" userId="2e6e5431-bb17-4c41-9985-d39c50d83c73" providerId="ADAL" clId="{7F9681A8-EEE2-56F4-9B39-ECCBEE0471AC}" dt="2026-06-15T22:20:33.163" v="21690" actId="20577"/>
          <ac:spMkLst>
            <pc:docMk/>
            <pc:sldMk cId="3588937463" sldId="266"/>
            <ac:spMk id="3" creationId="{480A3E15-3BA3-2C8D-47CB-2FDB5FA8807D}"/>
          </ac:spMkLst>
        </pc:spChg>
        <pc:spChg chg="add del mod">
          <ac:chgData name="Toby Donaldson" userId="2e6e5431-bb17-4c41-9985-d39c50d83c73" providerId="ADAL" clId="{7F9681A8-EEE2-56F4-9B39-ECCBEE0471AC}" dt="2026-06-15T22:13:15.658" v="20937" actId="21"/>
          <ac:spMkLst>
            <pc:docMk/>
            <pc:sldMk cId="3588937463" sldId="266"/>
            <ac:spMk id="4" creationId="{2C844511-50B4-4B41-4978-C794D425E26E}"/>
          </ac:spMkLst>
        </pc:spChg>
      </pc:sldChg>
      <pc:sldChg chg="addSp modSp new mod">
        <pc:chgData name="Toby Donaldson" userId="2e6e5431-bb17-4c41-9985-d39c50d83c73" providerId="ADAL" clId="{7F9681A8-EEE2-56F4-9B39-ECCBEE0471AC}" dt="2026-06-15T22:31:59.688" v="22383" actId="20577"/>
        <pc:sldMkLst>
          <pc:docMk/>
          <pc:sldMk cId="1901823252" sldId="267"/>
        </pc:sldMkLst>
        <pc:spChg chg="mod">
          <ac:chgData name="Toby Donaldson" userId="2e6e5431-bb17-4c41-9985-d39c50d83c73" providerId="ADAL" clId="{7F9681A8-EEE2-56F4-9B39-ECCBEE0471AC}" dt="2026-06-15T22:21:07.750" v="21697" actId="20577"/>
          <ac:spMkLst>
            <pc:docMk/>
            <pc:sldMk cId="1901823252" sldId="267"/>
            <ac:spMk id="2" creationId="{3F4FEC37-5A64-D00B-95C3-C1D5B509E4D8}"/>
          </ac:spMkLst>
        </pc:spChg>
        <pc:spChg chg="mod">
          <ac:chgData name="Toby Donaldson" userId="2e6e5431-bb17-4c41-9985-d39c50d83c73" providerId="ADAL" clId="{7F9681A8-EEE2-56F4-9B39-ECCBEE0471AC}" dt="2026-06-15T22:29:30.477" v="22166" actId="20577"/>
          <ac:spMkLst>
            <pc:docMk/>
            <pc:sldMk cId="1901823252" sldId="267"/>
            <ac:spMk id="3" creationId="{39E147A0-DFDF-7BDC-A8D7-BB20619ADFD1}"/>
          </ac:spMkLst>
        </pc:spChg>
        <pc:spChg chg="add mod">
          <ac:chgData name="Toby Donaldson" userId="2e6e5431-bb17-4c41-9985-d39c50d83c73" providerId="ADAL" clId="{7F9681A8-EEE2-56F4-9B39-ECCBEE0471AC}" dt="2026-06-15T22:31:59.688" v="22383" actId="20577"/>
          <ac:spMkLst>
            <pc:docMk/>
            <pc:sldMk cId="1901823252" sldId="267"/>
            <ac:spMk id="4" creationId="{E323B939-5ABA-C576-211E-EF0E6A531707}"/>
          </ac:spMkLst>
        </pc:spChg>
        <pc:spChg chg="add mod">
          <ac:chgData name="Toby Donaldson" userId="2e6e5431-bb17-4c41-9985-d39c50d83c73" providerId="ADAL" clId="{7F9681A8-EEE2-56F4-9B39-ECCBEE0471AC}" dt="2026-06-15T22:31:41.798" v="22380" actId="113"/>
          <ac:spMkLst>
            <pc:docMk/>
            <pc:sldMk cId="1901823252" sldId="267"/>
            <ac:spMk id="5" creationId="{DB0F7C65-399E-55B0-FB62-F78F6AC25DA9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3448458330" sldId="267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786486047" sldId="268"/>
        </pc:sldMkLst>
      </pc:sldChg>
      <pc:sldChg chg="modSp new mod">
        <pc:chgData name="Toby Donaldson" userId="2e6e5431-bb17-4c41-9985-d39c50d83c73" providerId="ADAL" clId="{7F9681A8-EEE2-56F4-9B39-ECCBEE0471AC}" dt="2026-06-15T22:49:25.448" v="23586" actId="113"/>
        <pc:sldMkLst>
          <pc:docMk/>
          <pc:sldMk cId="4125325505" sldId="268"/>
        </pc:sldMkLst>
        <pc:spChg chg="mod">
          <ac:chgData name="Toby Donaldson" userId="2e6e5431-bb17-4c41-9985-d39c50d83c73" providerId="ADAL" clId="{7F9681A8-EEE2-56F4-9B39-ECCBEE0471AC}" dt="2026-06-15T21:56:20.325" v="19445" actId="20577"/>
          <ac:spMkLst>
            <pc:docMk/>
            <pc:sldMk cId="4125325505" sldId="268"/>
            <ac:spMk id="2" creationId="{D40DEB0D-F899-E0BB-E6CC-A0EA85C77E90}"/>
          </ac:spMkLst>
        </pc:spChg>
        <pc:spChg chg="mod">
          <ac:chgData name="Toby Donaldson" userId="2e6e5431-bb17-4c41-9985-d39c50d83c73" providerId="ADAL" clId="{7F9681A8-EEE2-56F4-9B39-ECCBEE0471AC}" dt="2026-06-15T22:49:25.448" v="23586" actId="113"/>
          <ac:spMkLst>
            <pc:docMk/>
            <pc:sldMk cId="4125325505" sldId="268"/>
            <ac:spMk id="3" creationId="{108C5E23-CA80-930D-FAFC-C1BE093D2F03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16T01:45:33.418" v="25097" actId="164"/>
        <pc:sldMkLst>
          <pc:docMk/>
          <pc:sldMk cId="1016656612" sldId="269"/>
        </pc:sldMkLst>
        <pc:spChg chg="mod">
          <ac:chgData name="Toby Donaldson" userId="2e6e5431-bb17-4c41-9985-d39c50d83c73" providerId="ADAL" clId="{7F9681A8-EEE2-56F4-9B39-ECCBEE0471AC}" dt="2026-06-15T21:56:40.047" v="19492" actId="20577"/>
          <ac:spMkLst>
            <pc:docMk/>
            <pc:sldMk cId="1016656612" sldId="269"/>
            <ac:spMk id="2" creationId="{7EA5C04C-5C03-058B-FE6D-42F8642CA23B}"/>
          </ac:spMkLst>
        </pc:spChg>
        <pc:spChg chg="mod">
          <ac:chgData name="Toby Donaldson" userId="2e6e5431-bb17-4c41-9985-d39c50d83c73" providerId="ADAL" clId="{7F9681A8-EEE2-56F4-9B39-ECCBEE0471AC}" dt="2026-06-15T22:50:56.006" v="23717" actId="14100"/>
          <ac:spMkLst>
            <pc:docMk/>
            <pc:sldMk cId="1016656612" sldId="269"/>
            <ac:spMk id="3" creationId="{CBD6264B-C537-7A8A-684E-A6AB27CA3285}"/>
          </ac:spMkLst>
        </pc:spChg>
        <pc:spChg chg="add del mod">
          <ac:chgData name="Toby Donaldson" userId="2e6e5431-bb17-4c41-9985-d39c50d83c73" providerId="ADAL" clId="{7F9681A8-EEE2-56F4-9B39-ECCBEE0471AC}" dt="2026-06-15T23:13:19.767" v="24409" actId="21"/>
          <ac:spMkLst>
            <pc:docMk/>
            <pc:sldMk cId="1016656612" sldId="269"/>
            <ac:spMk id="4" creationId="{D9EEC828-5A12-2D99-F53A-72CC0BC22970}"/>
          </ac:spMkLst>
        </pc:spChg>
        <pc:spChg chg="add del mod">
          <ac:chgData name="Toby Donaldson" userId="2e6e5431-bb17-4c41-9985-d39c50d83c73" providerId="ADAL" clId="{7F9681A8-EEE2-56F4-9B39-ECCBEE0471AC}" dt="2026-06-15T23:13:19.767" v="24409" actId="21"/>
          <ac:spMkLst>
            <pc:docMk/>
            <pc:sldMk cId="1016656612" sldId="269"/>
            <ac:spMk id="5" creationId="{020FED1E-4950-D743-2DEF-A68A1209C211}"/>
          </ac:spMkLst>
        </pc:spChg>
        <pc:spChg chg="add mod">
          <ac:chgData name="Toby Donaldson" userId="2e6e5431-bb17-4c41-9985-d39c50d83c73" providerId="ADAL" clId="{7F9681A8-EEE2-56F4-9B39-ECCBEE0471AC}" dt="2026-06-15T23:12:55.731" v="24406" actId="1076"/>
          <ac:spMkLst>
            <pc:docMk/>
            <pc:sldMk cId="1016656612" sldId="269"/>
            <ac:spMk id="6" creationId="{2F6C196D-72C5-9ADB-148B-921129F1865B}"/>
          </ac:spMkLst>
        </pc:spChg>
        <pc:grpChg chg="add mod">
          <ac:chgData name="Toby Donaldson" userId="2e6e5431-bb17-4c41-9985-d39c50d83c73" providerId="ADAL" clId="{7F9681A8-EEE2-56F4-9B39-ECCBEE0471AC}" dt="2026-06-16T01:45:33.418" v="25097" actId="164"/>
          <ac:grpSpMkLst>
            <pc:docMk/>
            <pc:sldMk cId="1016656612" sldId="269"/>
            <ac:grpSpMk id="7" creationId="{EF3D8A68-F8F0-0ECB-9578-D8FA1A0AA0B3}"/>
          </ac:grpSpMkLst>
        </pc:grpChg>
        <pc:grpChg chg="add mod">
          <ac:chgData name="Toby Donaldson" userId="2e6e5431-bb17-4c41-9985-d39c50d83c73" providerId="ADAL" clId="{7F9681A8-EEE2-56F4-9B39-ECCBEE0471AC}" dt="2026-06-16T01:45:33.418" v="25097" actId="164"/>
          <ac:grpSpMkLst>
            <pc:docMk/>
            <pc:sldMk cId="1016656612" sldId="269"/>
            <ac:grpSpMk id="25" creationId="{0BD1D44B-9AB7-97FB-27FC-53258826DA30}"/>
          </ac:grpSpMkLst>
        </pc:grpChg>
        <pc:cxnChg chg="mod">
          <ac:chgData name="Toby Donaldson" userId="2e6e5431-bb17-4c41-9985-d39c50d83c73" providerId="ADAL" clId="{7F9681A8-EEE2-56F4-9B39-ECCBEE0471AC}" dt="2026-06-16T01:43:26.882" v="25079"/>
          <ac:cxnSpMkLst>
            <pc:docMk/>
            <pc:sldMk cId="1016656612" sldId="269"/>
            <ac:cxnSpMk id="8" creationId="{6D101D78-F751-B4B6-4BCF-FB4056CAB110}"/>
          </ac:cxnSpMkLst>
        </pc:cxnChg>
        <pc:cxnChg chg="mod">
          <ac:chgData name="Toby Donaldson" userId="2e6e5431-bb17-4c41-9985-d39c50d83c73" providerId="ADAL" clId="{7F9681A8-EEE2-56F4-9B39-ECCBEE0471AC}" dt="2026-06-16T01:43:26.882" v="25079"/>
          <ac:cxnSpMkLst>
            <pc:docMk/>
            <pc:sldMk cId="1016656612" sldId="269"/>
            <ac:cxnSpMk id="9" creationId="{5C1D107D-CFEF-77FB-3885-FF06F8F9D443}"/>
          </ac:cxnSpMkLst>
        </pc:cxnChg>
        <pc:cxnChg chg="mod">
          <ac:chgData name="Toby Donaldson" userId="2e6e5431-bb17-4c41-9985-d39c50d83c73" providerId="ADAL" clId="{7F9681A8-EEE2-56F4-9B39-ECCBEE0471AC}" dt="2026-06-16T01:43:26.882" v="25079"/>
          <ac:cxnSpMkLst>
            <pc:docMk/>
            <pc:sldMk cId="1016656612" sldId="269"/>
            <ac:cxnSpMk id="10" creationId="{9DC81B85-79E6-D50A-3A4C-3251DA0C0559}"/>
          </ac:cxnSpMkLst>
        </pc:cxnChg>
        <pc:cxnChg chg="mod">
          <ac:chgData name="Toby Donaldson" userId="2e6e5431-bb17-4c41-9985-d39c50d83c73" providerId="ADAL" clId="{7F9681A8-EEE2-56F4-9B39-ECCBEE0471AC}" dt="2026-06-16T01:43:26.882" v="25079"/>
          <ac:cxnSpMkLst>
            <pc:docMk/>
            <pc:sldMk cId="1016656612" sldId="269"/>
            <ac:cxnSpMk id="11" creationId="{B05E910C-5971-9427-E9EF-5150A7E9C6FC}"/>
          </ac:cxnSpMkLst>
        </pc:cxnChg>
        <pc:cxnChg chg="mod">
          <ac:chgData name="Toby Donaldson" userId="2e6e5431-bb17-4c41-9985-d39c50d83c73" providerId="ADAL" clId="{7F9681A8-EEE2-56F4-9B39-ECCBEE0471AC}" dt="2026-06-16T01:43:26.882" v="25079"/>
          <ac:cxnSpMkLst>
            <pc:docMk/>
            <pc:sldMk cId="1016656612" sldId="269"/>
            <ac:cxnSpMk id="12" creationId="{796E7E6E-9866-B402-CEA4-18980E50AF62}"/>
          </ac:cxnSpMkLst>
        </pc:cxnChg>
        <pc:cxnChg chg="add mod">
          <ac:chgData name="Toby Donaldson" userId="2e6e5431-bb17-4c41-9985-d39c50d83c73" providerId="ADAL" clId="{7F9681A8-EEE2-56F4-9B39-ECCBEE0471AC}" dt="2026-06-16T01:45:33.418" v="25097" actId="164"/>
          <ac:cxnSpMkLst>
            <pc:docMk/>
            <pc:sldMk cId="1016656612" sldId="269"/>
            <ac:cxnSpMk id="14" creationId="{B171B5AD-5753-CF58-5C98-8161F78B0FA4}"/>
          </ac:cxnSpMkLst>
        </pc:cxnChg>
        <pc:cxnChg chg="add mod">
          <ac:chgData name="Toby Donaldson" userId="2e6e5431-bb17-4c41-9985-d39c50d83c73" providerId="ADAL" clId="{7F9681A8-EEE2-56F4-9B39-ECCBEE0471AC}" dt="2026-06-16T01:45:33.418" v="25097" actId="164"/>
          <ac:cxnSpMkLst>
            <pc:docMk/>
            <pc:sldMk cId="1016656612" sldId="269"/>
            <ac:cxnSpMk id="17" creationId="{7722BB64-BA8E-34F8-DD9E-B3688D7439B0}"/>
          </ac:cxnSpMkLst>
        </pc:cxnChg>
        <pc:cxnChg chg="add mod">
          <ac:chgData name="Toby Donaldson" userId="2e6e5431-bb17-4c41-9985-d39c50d83c73" providerId="ADAL" clId="{7F9681A8-EEE2-56F4-9B39-ECCBEE0471AC}" dt="2026-06-16T01:45:33.418" v="25097" actId="164"/>
          <ac:cxnSpMkLst>
            <pc:docMk/>
            <pc:sldMk cId="1016656612" sldId="269"/>
            <ac:cxnSpMk id="23" creationId="{88D5B181-FCB7-CE4B-6595-AE9E37F5D63D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775365488" sldId="269"/>
        </pc:sldMkLst>
      </pc:sldChg>
      <pc:sldChg chg="addSp delSp modSp new mod">
        <pc:chgData name="Toby Donaldson" userId="2e6e5431-bb17-4c41-9985-d39c50d83c73" providerId="ADAL" clId="{7F9681A8-EEE2-56F4-9B39-ECCBEE0471AC}" dt="2026-06-16T01:56:34.703" v="25312" actId="21"/>
        <pc:sldMkLst>
          <pc:docMk/>
          <pc:sldMk cId="115414357" sldId="270"/>
        </pc:sldMkLst>
        <pc:spChg chg="mod">
          <ac:chgData name="Toby Donaldson" userId="2e6e5431-bb17-4c41-9985-d39c50d83c73" providerId="ADAL" clId="{7F9681A8-EEE2-56F4-9B39-ECCBEE0471AC}" dt="2026-06-15T21:56:59.880" v="19523" actId="20577"/>
          <ac:spMkLst>
            <pc:docMk/>
            <pc:sldMk cId="115414357" sldId="270"/>
            <ac:spMk id="2" creationId="{87EA9889-5DE0-EBAA-0627-24B220EEFA27}"/>
          </ac:spMkLst>
        </pc:spChg>
        <pc:spChg chg="mod">
          <ac:chgData name="Toby Donaldson" userId="2e6e5431-bb17-4c41-9985-d39c50d83c73" providerId="ADAL" clId="{7F9681A8-EEE2-56F4-9B39-ECCBEE0471AC}" dt="2026-06-16T01:50:57.662" v="25125" actId="14100"/>
          <ac:spMkLst>
            <pc:docMk/>
            <pc:sldMk cId="115414357" sldId="270"/>
            <ac:spMk id="3" creationId="{B0DC3931-AE24-E304-3730-59D00F330F97}"/>
          </ac:spMkLst>
        </pc:spChg>
        <pc:spChg chg="add del mod">
          <ac:chgData name="Toby Donaldson" userId="2e6e5431-bb17-4c41-9985-d39c50d83c73" providerId="ADAL" clId="{7F9681A8-EEE2-56F4-9B39-ECCBEE0471AC}" dt="2026-06-16T01:49:54.137" v="25121" actId="21"/>
          <ac:spMkLst>
            <pc:docMk/>
            <pc:sldMk cId="115414357" sldId="270"/>
            <ac:spMk id="14" creationId="{BF093DC9-0E46-32C2-DD72-D5FC07848F57}"/>
          </ac:spMkLst>
        </pc:spChg>
        <pc:spChg chg="add mod">
          <ac:chgData name="Toby Donaldson" userId="2e6e5431-bb17-4c41-9985-d39c50d83c73" providerId="ADAL" clId="{7F9681A8-EEE2-56F4-9B39-ECCBEE0471AC}" dt="2026-06-16T01:55:29.060" v="25307" actId="1076"/>
          <ac:spMkLst>
            <pc:docMk/>
            <pc:sldMk cId="115414357" sldId="270"/>
            <ac:spMk id="15" creationId="{B429E537-DBBD-9BBA-FD10-4DDBAA03FB66}"/>
          </ac:spMkLst>
        </pc:spChg>
        <pc:spChg chg="add mod">
          <ac:chgData name="Toby Donaldson" userId="2e6e5431-bb17-4c41-9985-d39c50d83c73" providerId="ADAL" clId="{7F9681A8-EEE2-56F4-9B39-ECCBEE0471AC}" dt="2026-06-16T01:55:29.060" v="25307" actId="1076"/>
          <ac:spMkLst>
            <pc:docMk/>
            <pc:sldMk cId="115414357" sldId="270"/>
            <ac:spMk id="16" creationId="{6F36D2D1-FBBA-8681-367C-65FE672838D9}"/>
          </ac:spMkLst>
        </pc:spChg>
        <pc:spChg chg="add mod">
          <ac:chgData name="Toby Donaldson" userId="2e6e5431-bb17-4c41-9985-d39c50d83c73" providerId="ADAL" clId="{7F9681A8-EEE2-56F4-9B39-ECCBEE0471AC}" dt="2026-06-16T01:55:29.060" v="25307" actId="1076"/>
          <ac:spMkLst>
            <pc:docMk/>
            <pc:sldMk cId="115414357" sldId="270"/>
            <ac:spMk id="25" creationId="{08DC98B1-5F5B-218E-CF2E-6448D5FB9430}"/>
          </ac:spMkLst>
        </pc:spChg>
        <pc:spChg chg="add mod">
          <ac:chgData name="Toby Donaldson" userId="2e6e5431-bb17-4c41-9985-d39c50d83c73" providerId="ADAL" clId="{7F9681A8-EEE2-56F4-9B39-ECCBEE0471AC}" dt="2026-06-16T01:55:29.060" v="25307" actId="1076"/>
          <ac:spMkLst>
            <pc:docMk/>
            <pc:sldMk cId="115414357" sldId="270"/>
            <ac:spMk id="29" creationId="{5236DDE8-15E4-2BAD-C40D-69B9C9A8F3E1}"/>
          </ac:spMkLst>
        </pc:spChg>
        <pc:spChg chg="add mod">
          <ac:chgData name="Toby Donaldson" userId="2e6e5431-bb17-4c41-9985-d39c50d83c73" providerId="ADAL" clId="{7F9681A8-EEE2-56F4-9B39-ECCBEE0471AC}" dt="2026-06-16T01:55:49.157" v="25308" actId="20577"/>
          <ac:spMkLst>
            <pc:docMk/>
            <pc:sldMk cId="115414357" sldId="270"/>
            <ac:spMk id="30" creationId="{88F49E78-4AFB-BF95-895C-3A84429C48AE}"/>
          </ac:spMkLst>
        </pc:spChg>
        <pc:spChg chg="add del mod">
          <ac:chgData name="Toby Donaldson" userId="2e6e5431-bb17-4c41-9985-d39c50d83c73" providerId="ADAL" clId="{7F9681A8-EEE2-56F4-9B39-ECCBEE0471AC}" dt="2026-06-16T01:56:34.703" v="25312" actId="21"/>
          <ac:spMkLst>
            <pc:docMk/>
            <pc:sldMk cId="115414357" sldId="270"/>
            <ac:spMk id="31" creationId="{75B9FE14-BC12-ADE1-94E4-1FFA3AD46432}"/>
          </ac:spMkLst>
        </pc:spChg>
        <pc:grpChg chg="add del mod">
          <ac:chgData name="Toby Donaldson" userId="2e6e5431-bb17-4c41-9985-d39c50d83c73" providerId="ADAL" clId="{7F9681A8-EEE2-56F4-9B39-ECCBEE0471AC}" dt="2026-06-16T01:48:31.683" v="25111" actId="165"/>
          <ac:grpSpMkLst>
            <pc:docMk/>
            <pc:sldMk cId="115414357" sldId="270"/>
            <ac:grpSpMk id="4" creationId="{0A13DBE7-6B6D-9C86-A2DE-86A62815698B}"/>
          </ac:grpSpMkLst>
        </pc:grpChg>
        <pc:grpChg chg="mod topLvl">
          <ac:chgData name="Toby Donaldson" userId="2e6e5431-bb17-4c41-9985-d39c50d83c73" providerId="ADAL" clId="{7F9681A8-EEE2-56F4-9B39-ECCBEE0471AC}" dt="2026-06-16T01:55:29.060" v="25307" actId="1076"/>
          <ac:grpSpMkLst>
            <pc:docMk/>
            <pc:sldMk cId="115414357" sldId="270"/>
            <ac:grpSpMk id="5" creationId="{264C5B1D-8CCB-2087-6C49-C4FD57310BB8}"/>
          </ac:grpSpMkLst>
        </pc:grpChg>
        <pc:cxnChg chg="del mod topLvl">
          <ac:chgData name="Toby Donaldson" userId="2e6e5431-bb17-4c41-9985-d39c50d83c73" providerId="ADAL" clId="{7F9681A8-EEE2-56F4-9B39-ECCBEE0471AC}" dt="2026-06-16T01:48:37.513" v="25112" actId="21"/>
          <ac:cxnSpMkLst>
            <pc:docMk/>
            <pc:sldMk cId="115414357" sldId="270"/>
            <ac:cxnSpMk id="6" creationId="{0996BF33-016D-60C3-B015-4BAB909548A0}"/>
          </ac:cxnSpMkLst>
        </pc:cxnChg>
        <pc:cxnChg chg="del mod topLvl">
          <ac:chgData name="Toby Donaldson" userId="2e6e5431-bb17-4c41-9985-d39c50d83c73" providerId="ADAL" clId="{7F9681A8-EEE2-56F4-9B39-ECCBEE0471AC}" dt="2026-06-16T01:48:37.513" v="25112" actId="21"/>
          <ac:cxnSpMkLst>
            <pc:docMk/>
            <pc:sldMk cId="115414357" sldId="270"/>
            <ac:cxnSpMk id="7" creationId="{BBFD6ACE-ECC6-DDE3-7A91-C689E2E6606F}"/>
          </ac:cxnSpMkLst>
        </pc:cxnChg>
        <pc:cxnChg chg="del mod topLvl">
          <ac:chgData name="Toby Donaldson" userId="2e6e5431-bb17-4c41-9985-d39c50d83c73" providerId="ADAL" clId="{7F9681A8-EEE2-56F4-9B39-ECCBEE0471AC}" dt="2026-06-16T01:48:37.513" v="25112" actId="21"/>
          <ac:cxnSpMkLst>
            <pc:docMk/>
            <pc:sldMk cId="115414357" sldId="270"/>
            <ac:cxnSpMk id="8" creationId="{7FA26070-10F3-28E2-AB35-E56C822B54FD}"/>
          </ac:cxnSpMkLst>
        </pc:cxnChg>
        <pc:cxnChg chg="mod">
          <ac:chgData name="Toby Donaldson" userId="2e6e5431-bb17-4c41-9985-d39c50d83c73" providerId="ADAL" clId="{7F9681A8-EEE2-56F4-9B39-ECCBEE0471AC}" dt="2026-06-16T01:48:31.683" v="25111" actId="165"/>
          <ac:cxnSpMkLst>
            <pc:docMk/>
            <pc:sldMk cId="115414357" sldId="270"/>
            <ac:cxnSpMk id="9" creationId="{77F3DE9B-8D23-D5A3-6263-C234887A3782}"/>
          </ac:cxnSpMkLst>
        </pc:cxnChg>
        <pc:cxnChg chg="mod">
          <ac:chgData name="Toby Donaldson" userId="2e6e5431-bb17-4c41-9985-d39c50d83c73" providerId="ADAL" clId="{7F9681A8-EEE2-56F4-9B39-ECCBEE0471AC}" dt="2026-06-16T01:48:31.683" v="25111" actId="165"/>
          <ac:cxnSpMkLst>
            <pc:docMk/>
            <pc:sldMk cId="115414357" sldId="270"/>
            <ac:cxnSpMk id="10" creationId="{1A074E6A-3D99-B117-5210-553AB92AE2BC}"/>
          </ac:cxnSpMkLst>
        </pc:cxnChg>
        <pc:cxnChg chg="mod">
          <ac:chgData name="Toby Donaldson" userId="2e6e5431-bb17-4c41-9985-d39c50d83c73" providerId="ADAL" clId="{7F9681A8-EEE2-56F4-9B39-ECCBEE0471AC}" dt="2026-06-16T01:48:31.683" v="25111" actId="165"/>
          <ac:cxnSpMkLst>
            <pc:docMk/>
            <pc:sldMk cId="115414357" sldId="270"/>
            <ac:cxnSpMk id="11" creationId="{3BDF7CE8-35CB-ACC2-F3BE-3F6E46F65556}"/>
          </ac:cxnSpMkLst>
        </pc:cxnChg>
        <pc:cxnChg chg="mod">
          <ac:chgData name="Toby Donaldson" userId="2e6e5431-bb17-4c41-9985-d39c50d83c73" providerId="ADAL" clId="{7F9681A8-EEE2-56F4-9B39-ECCBEE0471AC}" dt="2026-06-16T01:48:31.683" v="25111" actId="165"/>
          <ac:cxnSpMkLst>
            <pc:docMk/>
            <pc:sldMk cId="115414357" sldId="270"/>
            <ac:cxnSpMk id="12" creationId="{C6276BE6-B726-8D05-8C2D-E28F9F588C71}"/>
          </ac:cxnSpMkLst>
        </pc:cxnChg>
        <pc:cxnChg chg="mod">
          <ac:chgData name="Toby Donaldson" userId="2e6e5431-bb17-4c41-9985-d39c50d83c73" providerId="ADAL" clId="{7F9681A8-EEE2-56F4-9B39-ECCBEE0471AC}" dt="2026-06-16T01:48:31.683" v="25111" actId="165"/>
          <ac:cxnSpMkLst>
            <pc:docMk/>
            <pc:sldMk cId="115414357" sldId="270"/>
            <ac:cxnSpMk id="13" creationId="{96C40009-77D7-0D9D-247D-D8E10F86F9A9}"/>
          </ac:cxnSpMkLst>
        </pc:cxnChg>
        <pc:cxnChg chg="add del mod">
          <ac:chgData name="Toby Donaldson" userId="2e6e5431-bb17-4c41-9985-d39c50d83c73" providerId="ADAL" clId="{7F9681A8-EEE2-56F4-9B39-ECCBEE0471AC}" dt="2026-06-16T01:53:12.514" v="25171" actId="21"/>
          <ac:cxnSpMkLst>
            <pc:docMk/>
            <pc:sldMk cId="115414357" sldId="270"/>
            <ac:cxnSpMk id="18" creationId="{9A9C5991-4212-BDB8-549B-4E1A4CFA0DBC}"/>
          </ac:cxnSpMkLst>
        </pc:cxnChg>
        <pc:cxnChg chg="add del mod">
          <ac:chgData name="Toby Donaldson" userId="2e6e5431-bb17-4c41-9985-d39c50d83c73" providerId="ADAL" clId="{7F9681A8-EEE2-56F4-9B39-ECCBEE0471AC}" dt="2026-06-16T01:53:54.727" v="25181" actId="21"/>
          <ac:cxnSpMkLst>
            <pc:docMk/>
            <pc:sldMk cId="115414357" sldId="270"/>
            <ac:cxnSpMk id="20" creationId="{DA94E92F-B77F-960A-6F34-971BB683389F}"/>
          </ac:cxnSpMkLst>
        </pc:cxnChg>
        <pc:cxnChg chg="add del mod">
          <ac:chgData name="Toby Donaldson" userId="2e6e5431-bb17-4c41-9985-d39c50d83c73" providerId="ADAL" clId="{7F9681A8-EEE2-56F4-9B39-ECCBEE0471AC}" dt="2026-06-16T01:53:56.111" v="25182" actId="21"/>
          <ac:cxnSpMkLst>
            <pc:docMk/>
            <pc:sldMk cId="115414357" sldId="270"/>
            <ac:cxnSpMk id="23" creationId="{016C0519-09C6-DB21-62AD-39C9E18A8F61}"/>
          </ac:cxnSpMkLst>
        </pc:cxnChg>
        <pc:cxnChg chg="add del mod">
          <ac:chgData name="Toby Donaldson" userId="2e6e5431-bb17-4c41-9985-d39c50d83c73" providerId="ADAL" clId="{7F9681A8-EEE2-56F4-9B39-ECCBEE0471AC}" dt="2026-06-16T01:53:11.266" v="25170" actId="21"/>
          <ac:cxnSpMkLst>
            <pc:docMk/>
            <pc:sldMk cId="115414357" sldId="270"/>
            <ac:cxnSpMk id="27" creationId="{48ACC7BD-F7D8-C977-018A-D7BE682C7411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532730266" sldId="270"/>
        </pc:sldMkLst>
      </pc:sldChg>
      <pc:sldChg chg="addSp delSp modSp new mod">
        <pc:chgData name="Toby Donaldson" userId="2e6e5431-bb17-4c41-9985-d39c50d83c73" providerId="ADAL" clId="{7F9681A8-EEE2-56F4-9B39-ECCBEE0471AC}" dt="2026-06-15T23:08:25.938" v="24353" actId="1076"/>
        <pc:sldMkLst>
          <pc:docMk/>
          <pc:sldMk cId="1703971797" sldId="271"/>
        </pc:sldMkLst>
        <pc:spChg chg="mod">
          <ac:chgData name="Toby Donaldson" userId="2e6e5431-bb17-4c41-9985-d39c50d83c73" providerId="ADAL" clId="{7F9681A8-EEE2-56F4-9B39-ECCBEE0471AC}" dt="2026-06-15T23:06:16.670" v="24288" actId="14100"/>
          <ac:spMkLst>
            <pc:docMk/>
            <pc:sldMk cId="1703971797" sldId="271"/>
            <ac:spMk id="2" creationId="{069824F6-B37C-12BB-0F09-8F8E733E323B}"/>
          </ac:spMkLst>
        </pc:spChg>
        <pc:spChg chg="del">
          <ac:chgData name="Toby Donaldson" userId="2e6e5431-bb17-4c41-9985-d39c50d83c73" providerId="ADAL" clId="{7F9681A8-EEE2-56F4-9B39-ECCBEE0471AC}" dt="2026-06-15T22:56:53.892" v="24211" actId="21"/>
          <ac:spMkLst>
            <pc:docMk/>
            <pc:sldMk cId="1703971797" sldId="271"/>
            <ac:spMk id="3" creationId="{025A95E5-9B07-29A5-AB05-7EAF9BB1DABE}"/>
          </ac:spMkLst>
        </pc:spChg>
        <pc:spChg chg="add del mod">
          <ac:chgData name="Toby Donaldson" userId="2e6e5431-bb17-4c41-9985-d39c50d83c73" providerId="ADAL" clId="{7F9681A8-EEE2-56F4-9B39-ECCBEE0471AC}" dt="2026-06-15T23:05:05.524" v="24268" actId="21"/>
          <ac:spMkLst>
            <pc:docMk/>
            <pc:sldMk cId="1703971797" sldId="271"/>
            <ac:spMk id="4" creationId="{028161A4-38E8-1CBF-9A0F-03D104FE35C2}"/>
          </ac:spMkLst>
        </pc:spChg>
        <pc:spChg chg="add mod">
          <ac:chgData name="Toby Donaldson" userId="2e6e5431-bb17-4c41-9985-d39c50d83c73" providerId="ADAL" clId="{7F9681A8-EEE2-56F4-9B39-ECCBEE0471AC}" dt="2026-06-15T23:02:49.013" v="24244" actId="408"/>
          <ac:spMkLst>
            <pc:docMk/>
            <pc:sldMk cId="1703971797" sldId="271"/>
            <ac:spMk id="5" creationId="{6D289092-E4DF-D8F3-78FF-BFF42C580DD7}"/>
          </ac:spMkLst>
        </pc:spChg>
        <pc:spChg chg="add mod">
          <ac:chgData name="Toby Donaldson" userId="2e6e5431-bb17-4c41-9985-d39c50d83c73" providerId="ADAL" clId="{7F9681A8-EEE2-56F4-9B39-ECCBEE0471AC}" dt="2026-06-15T23:02:49.013" v="24244" actId="408"/>
          <ac:spMkLst>
            <pc:docMk/>
            <pc:sldMk cId="1703971797" sldId="271"/>
            <ac:spMk id="6" creationId="{E2F87D1F-990E-5427-0CD1-FD0783BB5757}"/>
          </ac:spMkLst>
        </pc:spChg>
        <pc:spChg chg="mod">
          <ac:chgData name="Toby Donaldson" userId="2e6e5431-bb17-4c41-9985-d39c50d83c73" providerId="ADAL" clId="{7F9681A8-EEE2-56F4-9B39-ECCBEE0471AC}" dt="2026-06-15T23:02:49.013" v="24244" actId="408"/>
          <ac:spMkLst>
            <pc:docMk/>
            <pc:sldMk cId="1703971797" sldId="271"/>
            <ac:spMk id="11" creationId="{B455ADFD-03AE-41D2-CB09-3EAB8E381CED}"/>
          </ac:spMkLst>
        </pc:spChg>
        <pc:spChg chg="mod">
          <ac:chgData name="Toby Donaldson" userId="2e6e5431-bb17-4c41-9985-d39c50d83c73" providerId="ADAL" clId="{7F9681A8-EEE2-56F4-9B39-ECCBEE0471AC}" dt="2026-06-15T23:02:49.013" v="24244" actId="408"/>
          <ac:spMkLst>
            <pc:docMk/>
            <pc:sldMk cId="1703971797" sldId="271"/>
            <ac:spMk id="12" creationId="{F228D5D2-E221-6A55-E9EA-D65444F9FB69}"/>
          </ac:spMkLst>
        </pc:spChg>
        <pc:spChg chg="add mod">
          <ac:chgData name="Toby Donaldson" userId="2e6e5431-bb17-4c41-9985-d39c50d83c73" providerId="ADAL" clId="{7F9681A8-EEE2-56F4-9B39-ECCBEE0471AC}" dt="2026-06-15T23:02:49.013" v="24244" actId="408"/>
          <ac:spMkLst>
            <pc:docMk/>
            <pc:sldMk cId="1703971797" sldId="271"/>
            <ac:spMk id="14" creationId="{5CE75E76-4546-75B3-1ECB-3E64726E9718}"/>
          </ac:spMkLst>
        </pc:spChg>
        <pc:spChg chg="mod">
          <ac:chgData name="Toby Donaldson" userId="2e6e5431-bb17-4c41-9985-d39c50d83c73" providerId="ADAL" clId="{7F9681A8-EEE2-56F4-9B39-ECCBEE0471AC}" dt="2026-06-15T23:02:05.002" v="24233"/>
          <ac:spMkLst>
            <pc:docMk/>
            <pc:sldMk cId="1703971797" sldId="271"/>
            <ac:spMk id="22" creationId="{F23388B3-43C7-EC4D-18E4-8CC2F76B311F}"/>
          </ac:spMkLst>
        </pc:spChg>
        <pc:spChg chg="mod">
          <ac:chgData name="Toby Donaldson" userId="2e6e5431-bb17-4c41-9985-d39c50d83c73" providerId="ADAL" clId="{7F9681A8-EEE2-56F4-9B39-ECCBEE0471AC}" dt="2026-06-15T23:02:05.002" v="24233"/>
          <ac:spMkLst>
            <pc:docMk/>
            <pc:sldMk cId="1703971797" sldId="271"/>
            <ac:spMk id="24" creationId="{EEB8824A-8707-8180-F492-6F9839FE5537}"/>
          </ac:spMkLst>
        </pc:spChg>
        <pc:spChg chg="mod">
          <ac:chgData name="Toby Donaldson" userId="2e6e5431-bb17-4c41-9985-d39c50d83c73" providerId="ADAL" clId="{7F9681A8-EEE2-56F4-9B39-ECCBEE0471AC}" dt="2026-06-15T23:02:05.002" v="24233"/>
          <ac:spMkLst>
            <pc:docMk/>
            <pc:sldMk cId="1703971797" sldId="271"/>
            <ac:spMk id="25" creationId="{DD4D159C-D6FC-41E4-4139-5B713768BAA9}"/>
          </ac:spMkLst>
        </pc:spChg>
        <pc:spChg chg="add mod">
          <ac:chgData name="Toby Donaldson" userId="2e6e5431-bb17-4c41-9985-d39c50d83c73" providerId="ADAL" clId="{7F9681A8-EEE2-56F4-9B39-ECCBEE0471AC}" dt="2026-06-15T23:02:36.600" v="24241" actId="164"/>
          <ac:spMkLst>
            <pc:docMk/>
            <pc:sldMk cId="1703971797" sldId="271"/>
            <ac:spMk id="27" creationId="{2BC9EB5B-3746-82CB-E2E3-14601EDF70B9}"/>
          </ac:spMkLst>
        </pc:spChg>
        <pc:spChg chg="mod topLvl">
          <ac:chgData name="Toby Donaldson" userId="2e6e5431-bb17-4c41-9985-d39c50d83c73" providerId="ADAL" clId="{7F9681A8-EEE2-56F4-9B39-ECCBEE0471AC}" dt="2026-06-15T23:04:39.945" v="24266" actId="164"/>
          <ac:spMkLst>
            <pc:docMk/>
            <pc:sldMk cId="1703971797" sldId="271"/>
            <ac:spMk id="34" creationId="{C790A081-6460-96C3-9714-B88BE2E421DB}"/>
          </ac:spMkLst>
        </pc:spChg>
        <pc:spChg chg="del mod topLvl">
          <ac:chgData name="Toby Donaldson" userId="2e6e5431-bb17-4c41-9985-d39c50d83c73" providerId="ADAL" clId="{7F9681A8-EEE2-56F4-9B39-ECCBEE0471AC}" dt="2026-06-15T23:03:57.392" v="24256" actId="21"/>
          <ac:spMkLst>
            <pc:docMk/>
            <pc:sldMk cId="1703971797" sldId="271"/>
            <ac:spMk id="37" creationId="{C50BCF37-A15A-D931-A08D-11E0E09C087F}"/>
          </ac:spMkLst>
        </pc:spChg>
        <pc:spChg chg="mod topLvl">
          <ac:chgData name="Toby Donaldson" userId="2e6e5431-bb17-4c41-9985-d39c50d83c73" providerId="ADAL" clId="{7F9681A8-EEE2-56F4-9B39-ECCBEE0471AC}" dt="2026-06-15T23:05:12.884" v="24269" actId="164"/>
          <ac:spMkLst>
            <pc:docMk/>
            <pc:sldMk cId="1703971797" sldId="271"/>
            <ac:spMk id="39" creationId="{214FF615-26F0-49A6-1CDB-DE30F755FFBF}"/>
          </ac:spMkLst>
        </pc:spChg>
        <pc:spChg chg="mod topLvl">
          <ac:chgData name="Toby Donaldson" userId="2e6e5431-bb17-4c41-9985-d39c50d83c73" providerId="ADAL" clId="{7F9681A8-EEE2-56F4-9B39-ECCBEE0471AC}" dt="2026-06-15T23:04:39.945" v="24266" actId="164"/>
          <ac:spMkLst>
            <pc:docMk/>
            <pc:sldMk cId="1703971797" sldId="271"/>
            <ac:spMk id="40" creationId="{D2854015-5C44-182B-3CA5-6A04C01C4A93}"/>
          </ac:spMkLst>
        </pc:spChg>
        <pc:spChg chg="add mod">
          <ac:chgData name="Toby Donaldson" userId="2e6e5431-bb17-4c41-9985-d39c50d83c73" providerId="ADAL" clId="{7F9681A8-EEE2-56F4-9B39-ECCBEE0471AC}" dt="2026-06-15T23:04:39.945" v="24266" actId="164"/>
          <ac:spMkLst>
            <pc:docMk/>
            <pc:sldMk cId="1703971797" sldId="271"/>
            <ac:spMk id="42" creationId="{146B5AD6-59AC-9B5F-6888-7D4D0000DFE7}"/>
          </ac:spMkLst>
        </pc:spChg>
        <pc:spChg chg="add mod">
          <ac:chgData name="Toby Donaldson" userId="2e6e5431-bb17-4c41-9985-d39c50d83c73" providerId="ADAL" clId="{7F9681A8-EEE2-56F4-9B39-ECCBEE0471AC}" dt="2026-06-15T23:04:36.412" v="24265" actId="164"/>
          <ac:spMkLst>
            <pc:docMk/>
            <pc:sldMk cId="1703971797" sldId="271"/>
            <ac:spMk id="47" creationId="{3C1643E5-089E-3A87-CDD7-F2F512744F7F}"/>
          </ac:spMkLst>
        </pc:spChg>
        <pc:spChg chg="add mod">
          <ac:chgData name="Toby Donaldson" userId="2e6e5431-bb17-4c41-9985-d39c50d83c73" providerId="ADAL" clId="{7F9681A8-EEE2-56F4-9B39-ECCBEE0471AC}" dt="2026-06-15T23:04:36.412" v="24265" actId="164"/>
          <ac:spMkLst>
            <pc:docMk/>
            <pc:sldMk cId="1703971797" sldId="271"/>
            <ac:spMk id="48" creationId="{E5405E0E-AFF1-3020-AF1C-715CB97BC81C}"/>
          </ac:spMkLst>
        </pc:spChg>
        <pc:spChg chg="add mod">
          <ac:chgData name="Toby Donaldson" userId="2e6e5431-bb17-4c41-9985-d39c50d83c73" providerId="ADAL" clId="{7F9681A8-EEE2-56F4-9B39-ECCBEE0471AC}" dt="2026-06-15T23:04:36.412" v="24265" actId="164"/>
          <ac:spMkLst>
            <pc:docMk/>
            <pc:sldMk cId="1703971797" sldId="271"/>
            <ac:spMk id="50" creationId="{1B09D44F-5DA5-36FB-4475-C700DED8F1BE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60" creationId="{E6CB95AE-CEF9-0243-A697-D949375A602D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65" creationId="{570EB22C-E1A0-DF12-C779-EB117BE8F20E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66" creationId="{1B645C15-AB23-E4D2-873A-EAC9DA118AA7}"/>
          </ac:spMkLst>
        </pc:spChg>
        <pc:spChg chg="del mod">
          <ac:chgData name="Toby Donaldson" userId="2e6e5431-bb17-4c41-9985-d39c50d83c73" providerId="ADAL" clId="{7F9681A8-EEE2-56F4-9B39-ECCBEE0471AC}" dt="2026-06-15T23:05:20.238" v="24272" actId="21"/>
          <ac:spMkLst>
            <pc:docMk/>
            <pc:sldMk cId="1703971797" sldId="271"/>
            <ac:spMk id="68" creationId="{787DD8D5-298B-A9F2-B962-31B73C3423F6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70" creationId="{FDCBA575-324B-CD83-1FDF-1371B6CB252D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71" creationId="{71110985-A347-483F-7D9D-1A6AB1EBB5F9}"/>
          </ac:spMkLst>
        </pc:spChg>
        <pc:spChg chg="mod">
          <ac:chgData name="Toby Donaldson" userId="2e6e5431-bb17-4c41-9985-d39c50d83c73" providerId="ADAL" clId="{7F9681A8-EEE2-56F4-9B39-ECCBEE0471AC}" dt="2026-06-15T23:07:35.408" v="24304" actId="408"/>
          <ac:spMkLst>
            <pc:docMk/>
            <pc:sldMk cId="1703971797" sldId="271"/>
            <ac:spMk id="73" creationId="{DFF756A3-8BBD-EEB5-F002-D5168FE35937}"/>
          </ac:spMkLst>
        </pc:spChg>
        <pc:spChg chg="mod">
          <ac:chgData name="Toby Donaldson" userId="2e6e5431-bb17-4c41-9985-d39c50d83c73" providerId="ADAL" clId="{7F9681A8-EEE2-56F4-9B39-ECCBEE0471AC}" dt="2026-06-15T23:05:40.681" v="24277"/>
          <ac:spMkLst>
            <pc:docMk/>
            <pc:sldMk cId="1703971797" sldId="271"/>
            <ac:spMk id="76" creationId="{90E3CE5A-4C8E-6CD9-1856-C26B9161F26A}"/>
          </ac:spMkLst>
        </pc:spChg>
        <pc:spChg chg="mod">
          <ac:chgData name="Toby Donaldson" userId="2e6e5431-bb17-4c41-9985-d39c50d83c73" providerId="ADAL" clId="{7F9681A8-EEE2-56F4-9B39-ECCBEE0471AC}" dt="2026-06-15T23:05:40.681" v="24277"/>
          <ac:spMkLst>
            <pc:docMk/>
            <pc:sldMk cId="1703971797" sldId="271"/>
            <ac:spMk id="81" creationId="{B27D9426-7CBB-FACC-15F7-357292E0635B}"/>
          </ac:spMkLst>
        </pc:spChg>
        <pc:spChg chg="del mod">
          <ac:chgData name="Toby Donaldson" userId="2e6e5431-bb17-4c41-9985-d39c50d83c73" providerId="ADAL" clId="{7F9681A8-EEE2-56F4-9B39-ECCBEE0471AC}" dt="2026-06-15T23:05:47.182" v="24279" actId="21"/>
          <ac:spMkLst>
            <pc:docMk/>
            <pc:sldMk cId="1703971797" sldId="271"/>
            <ac:spMk id="82" creationId="{400594DC-FD85-F177-550B-6E40A9EE9188}"/>
          </ac:spMkLst>
        </pc:spChg>
        <pc:spChg chg="mod">
          <ac:chgData name="Toby Donaldson" userId="2e6e5431-bb17-4c41-9985-d39c50d83c73" providerId="ADAL" clId="{7F9681A8-EEE2-56F4-9B39-ECCBEE0471AC}" dt="2026-06-15T23:05:40.681" v="24277"/>
          <ac:spMkLst>
            <pc:docMk/>
            <pc:sldMk cId="1703971797" sldId="271"/>
            <ac:spMk id="84" creationId="{D5CADFE8-2C72-DDDD-170A-B822DEEA4860}"/>
          </ac:spMkLst>
        </pc:spChg>
        <pc:spChg chg="mod">
          <ac:chgData name="Toby Donaldson" userId="2e6e5431-bb17-4c41-9985-d39c50d83c73" providerId="ADAL" clId="{7F9681A8-EEE2-56F4-9B39-ECCBEE0471AC}" dt="2026-06-15T23:05:40.681" v="24277"/>
          <ac:spMkLst>
            <pc:docMk/>
            <pc:sldMk cId="1703971797" sldId="271"/>
            <ac:spMk id="85" creationId="{62BDAB49-4DD9-B6A2-8142-0515D429CDC7}"/>
          </ac:spMkLst>
        </pc:spChg>
        <pc:spChg chg="mod">
          <ac:chgData name="Toby Donaldson" userId="2e6e5431-bb17-4c41-9985-d39c50d83c73" providerId="ADAL" clId="{7F9681A8-EEE2-56F4-9B39-ECCBEE0471AC}" dt="2026-06-15T23:05:40.681" v="24277"/>
          <ac:spMkLst>
            <pc:docMk/>
            <pc:sldMk cId="1703971797" sldId="271"/>
            <ac:spMk id="87" creationId="{4C6832A1-0DBB-13D2-AAB7-80E92F5681D9}"/>
          </ac:spMkLst>
        </pc:spChg>
        <pc:spChg chg="mod">
          <ac:chgData name="Toby Donaldson" userId="2e6e5431-bb17-4c41-9985-d39c50d83c73" providerId="ADAL" clId="{7F9681A8-EEE2-56F4-9B39-ECCBEE0471AC}" dt="2026-06-15T23:05:53.312" v="24281"/>
          <ac:spMkLst>
            <pc:docMk/>
            <pc:sldMk cId="1703971797" sldId="271"/>
            <ac:spMk id="90" creationId="{7ABDE28E-B5F5-07BE-C4EB-BC4E7E7D64FE}"/>
          </ac:spMkLst>
        </pc:spChg>
        <pc:spChg chg="mod">
          <ac:chgData name="Toby Donaldson" userId="2e6e5431-bb17-4c41-9985-d39c50d83c73" providerId="ADAL" clId="{7F9681A8-EEE2-56F4-9B39-ECCBEE0471AC}" dt="2026-06-15T23:05:53.312" v="24281"/>
          <ac:spMkLst>
            <pc:docMk/>
            <pc:sldMk cId="1703971797" sldId="271"/>
            <ac:spMk id="93" creationId="{5ABFBCF6-EAA8-F83D-25B5-5247221D6073}"/>
          </ac:spMkLst>
        </pc:spChg>
        <pc:spChg chg="mod">
          <ac:chgData name="Toby Donaldson" userId="2e6e5431-bb17-4c41-9985-d39c50d83c73" providerId="ADAL" clId="{7F9681A8-EEE2-56F4-9B39-ECCBEE0471AC}" dt="2026-06-15T23:05:53.312" v="24281"/>
          <ac:spMkLst>
            <pc:docMk/>
            <pc:sldMk cId="1703971797" sldId="271"/>
            <ac:spMk id="95" creationId="{C58D208A-2A78-7003-86AD-A8B63C752C73}"/>
          </ac:spMkLst>
        </pc:spChg>
        <pc:spChg chg="mod">
          <ac:chgData name="Toby Donaldson" userId="2e6e5431-bb17-4c41-9985-d39c50d83c73" providerId="ADAL" clId="{7F9681A8-EEE2-56F4-9B39-ECCBEE0471AC}" dt="2026-06-15T23:05:53.312" v="24281"/>
          <ac:spMkLst>
            <pc:docMk/>
            <pc:sldMk cId="1703971797" sldId="271"/>
            <ac:spMk id="96" creationId="{576003BA-28FC-DB41-86DB-9AB8BCFAF9E9}"/>
          </ac:spMkLst>
        </pc:spChg>
        <pc:spChg chg="del mod">
          <ac:chgData name="Toby Donaldson" userId="2e6e5431-bb17-4c41-9985-d39c50d83c73" providerId="ADAL" clId="{7F9681A8-EEE2-56F4-9B39-ECCBEE0471AC}" dt="2026-06-15T23:06:02.579" v="24283" actId="21"/>
          <ac:spMkLst>
            <pc:docMk/>
            <pc:sldMk cId="1703971797" sldId="271"/>
            <ac:spMk id="98" creationId="{E59AF2F4-4C78-E427-4325-342B63E9B344}"/>
          </ac:spMkLst>
        </pc:spChg>
        <pc:spChg chg="mod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01" creationId="{E67BA0D2-FCA5-203C-4F6D-092B38675EE7}"/>
          </ac:spMkLst>
        </pc:spChg>
        <pc:spChg chg="mod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04" creationId="{1B8C8AA0-EE21-BA50-F113-07BE50326F2B}"/>
          </ac:spMkLst>
        </pc:spChg>
        <pc:spChg chg="mod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06" creationId="{F754E813-3B27-5305-D8B8-6BF945DB31A9}"/>
          </ac:spMkLst>
        </pc:spChg>
        <pc:spChg chg="del mod">
          <ac:chgData name="Toby Donaldson" userId="2e6e5431-bb17-4c41-9985-d39c50d83c73" providerId="ADAL" clId="{7F9681A8-EEE2-56F4-9B39-ECCBEE0471AC}" dt="2026-06-15T23:06:29.916" v="24291" actId="21"/>
          <ac:spMkLst>
            <pc:docMk/>
            <pc:sldMk cId="1703971797" sldId="271"/>
            <ac:spMk id="107" creationId="{3DB07FC6-D89D-E0F8-5BFE-B569FB2BD07C}"/>
          </ac:spMkLst>
        </pc:spChg>
        <pc:spChg chg="mod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10" creationId="{8ECDF07E-0FE1-CADA-7EB4-90885E77ADFF}"/>
          </ac:spMkLst>
        </pc:spChg>
        <pc:spChg chg="mod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12" creationId="{F3DFCCEE-4A93-E255-8F49-7292BF7B19F8}"/>
          </ac:spMkLst>
        </pc:spChg>
        <pc:spChg chg="del mod">
          <ac:chgData name="Toby Donaldson" userId="2e6e5431-bb17-4c41-9985-d39c50d83c73" providerId="ADAL" clId="{7F9681A8-EEE2-56F4-9B39-ECCBEE0471AC}" dt="2026-06-15T23:06:48.553" v="24295" actId="21"/>
          <ac:spMkLst>
            <pc:docMk/>
            <pc:sldMk cId="1703971797" sldId="271"/>
            <ac:spMk id="113" creationId="{0F34E5B8-23EE-3E41-2D7E-3E3C87385C8A}"/>
          </ac:spMkLst>
        </pc:spChg>
        <pc:spChg chg="mod topLvl">
          <ac:chgData name="Toby Donaldson" userId="2e6e5431-bb17-4c41-9985-d39c50d83c73" providerId="ADAL" clId="{7F9681A8-EEE2-56F4-9B39-ECCBEE0471AC}" dt="2026-06-15T23:07:19.581" v="24302" actId="408"/>
          <ac:spMkLst>
            <pc:docMk/>
            <pc:sldMk cId="1703971797" sldId="271"/>
            <ac:spMk id="116" creationId="{60C13267-5032-7861-1324-FEEA5BFCE7A4}"/>
          </ac:spMkLst>
        </pc:spChg>
        <pc:spChg chg="del mod">
          <ac:chgData name="Toby Donaldson" userId="2e6e5431-bb17-4c41-9985-d39c50d83c73" providerId="ADAL" clId="{7F9681A8-EEE2-56F4-9B39-ECCBEE0471AC}" dt="2026-06-15T23:07:00.624" v="24298" actId="21"/>
          <ac:spMkLst>
            <pc:docMk/>
            <pc:sldMk cId="1703971797" sldId="271"/>
            <ac:spMk id="118" creationId="{3BE1CA49-E30A-FDE9-DF59-EC2C992934B9}"/>
          </ac:spMkLst>
        </pc:spChg>
        <pc:spChg chg="add mod">
          <ac:chgData name="Toby Donaldson" userId="2e6e5431-bb17-4c41-9985-d39c50d83c73" providerId="ADAL" clId="{7F9681A8-EEE2-56F4-9B39-ECCBEE0471AC}" dt="2026-06-15T23:08:25.938" v="24353" actId="1076"/>
          <ac:spMkLst>
            <pc:docMk/>
            <pc:sldMk cId="1703971797" sldId="271"/>
            <ac:spMk id="119" creationId="{BC48F95D-0729-0271-9721-E011AD1FE4BA}"/>
          </ac:spMkLst>
        </pc:spChg>
        <pc:grpChg chg="add del mod">
          <ac:chgData name="Toby Donaldson" userId="2e6e5431-bb17-4c41-9985-d39c50d83c73" providerId="ADAL" clId="{7F9681A8-EEE2-56F4-9B39-ECCBEE0471AC}" dt="2026-06-15T23:05:05.524" v="24268" actId="21"/>
          <ac:grpSpMkLst>
            <pc:docMk/>
            <pc:sldMk cId="1703971797" sldId="271"/>
            <ac:grpSpMk id="9" creationId="{A3FF0C24-F28F-8E14-B47B-F3FAEB2A35A1}"/>
          </ac:grpSpMkLst>
        </pc:grpChg>
        <pc:grpChg chg="add mod">
          <ac:chgData name="Toby Donaldson" userId="2e6e5431-bb17-4c41-9985-d39c50d83c73" providerId="ADAL" clId="{7F9681A8-EEE2-56F4-9B39-ECCBEE0471AC}" dt="2026-06-15T23:02:49.013" v="24244" actId="408"/>
          <ac:grpSpMkLst>
            <pc:docMk/>
            <pc:sldMk cId="1703971797" sldId="271"/>
            <ac:grpSpMk id="10" creationId="{90A8A76A-1EC8-21F0-8AE3-47994BFDA6AE}"/>
          </ac:grpSpMkLst>
        </pc:grpChg>
        <pc:grpChg chg="add del mod">
          <ac:chgData name="Toby Donaldson" userId="2e6e5431-bb17-4c41-9985-d39c50d83c73" providerId="ADAL" clId="{7F9681A8-EEE2-56F4-9B39-ECCBEE0471AC}" dt="2026-06-15T23:05:05.524" v="24268" actId="21"/>
          <ac:grpSpMkLst>
            <pc:docMk/>
            <pc:sldMk cId="1703971797" sldId="271"/>
            <ac:grpSpMk id="19" creationId="{B5C74EAA-9467-797A-222B-8E4785EC2016}"/>
          </ac:grpSpMkLst>
        </pc:grpChg>
        <pc:grpChg chg="add mod">
          <ac:chgData name="Toby Donaldson" userId="2e6e5431-bb17-4c41-9985-d39c50d83c73" providerId="ADAL" clId="{7F9681A8-EEE2-56F4-9B39-ECCBEE0471AC}" dt="2026-06-15T23:02:36.600" v="24241" actId="164"/>
          <ac:grpSpMkLst>
            <pc:docMk/>
            <pc:sldMk cId="1703971797" sldId="271"/>
            <ac:grpSpMk id="20" creationId="{F0C89959-B70F-33F8-4F25-38D1051D40A1}"/>
          </ac:grpSpMkLst>
        </pc:grpChg>
        <pc:grpChg chg="mod">
          <ac:chgData name="Toby Donaldson" userId="2e6e5431-bb17-4c41-9985-d39c50d83c73" providerId="ADAL" clId="{7F9681A8-EEE2-56F4-9B39-ECCBEE0471AC}" dt="2026-06-15T23:02:05.002" v="24233"/>
          <ac:grpSpMkLst>
            <pc:docMk/>
            <pc:sldMk cId="1703971797" sldId="271"/>
            <ac:grpSpMk id="21" creationId="{A4D699E8-11B5-237F-010A-BADB527D8F87}"/>
          </ac:grpSpMkLst>
        </pc:grpChg>
        <pc:grpChg chg="add del mod">
          <ac:chgData name="Toby Donaldson" userId="2e6e5431-bb17-4c41-9985-d39c50d83c73" providerId="ADAL" clId="{7F9681A8-EEE2-56F4-9B39-ECCBEE0471AC}" dt="2026-06-15T23:05:05.524" v="24268" actId="21"/>
          <ac:grpSpMkLst>
            <pc:docMk/>
            <pc:sldMk cId="1703971797" sldId="271"/>
            <ac:grpSpMk id="31" creationId="{847192AB-BD71-9E78-C93A-1D2CB2944D6C}"/>
          </ac:grpSpMkLst>
        </pc:grpChg>
        <pc:grpChg chg="add del mod">
          <ac:chgData name="Toby Donaldson" userId="2e6e5431-bb17-4c41-9985-d39c50d83c73" providerId="ADAL" clId="{7F9681A8-EEE2-56F4-9B39-ECCBEE0471AC}" dt="2026-06-15T23:03:42.795" v="24253" actId="165"/>
          <ac:grpSpMkLst>
            <pc:docMk/>
            <pc:sldMk cId="1703971797" sldId="271"/>
            <ac:grpSpMk id="32" creationId="{4CCDE52E-1C78-E80D-357F-CB3DD6A373CD}"/>
          </ac:grpSpMkLst>
        </pc:grpChg>
        <pc:grpChg chg="del mod topLvl">
          <ac:chgData name="Toby Donaldson" userId="2e6e5431-bb17-4c41-9985-d39c50d83c73" providerId="ADAL" clId="{7F9681A8-EEE2-56F4-9B39-ECCBEE0471AC}" dt="2026-06-15T23:03:46.861" v="24254" actId="165"/>
          <ac:grpSpMkLst>
            <pc:docMk/>
            <pc:sldMk cId="1703971797" sldId="271"/>
            <ac:grpSpMk id="33" creationId="{2D8C6C8A-6093-79DF-A084-D69B38AED783}"/>
          </ac:grpSpMkLst>
        </pc:grpChg>
        <pc:grpChg chg="del mod topLvl">
          <ac:chgData name="Toby Donaldson" userId="2e6e5431-bb17-4c41-9985-d39c50d83c73" providerId="ADAL" clId="{7F9681A8-EEE2-56F4-9B39-ECCBEE0471AC}" dt="2026-06-15T23:04:04.962" v="24258" actId="165"/>
          <ac:grpSpMkLst>
            <pc:docMk/>
            <pc:sldMk cId="1703971797" sldId="271"/>
            <ac:grpSpMk id="36" creationId="{B0CBB5BC-9218-5B72-F678-79B791F803EF}"/>
          </ac:grpSpMkLst>
        </pc:grpChg>
        <pc:grpChg chg="add mod">
          <ac:chgData name="Toby Donaldson" userId="2e6e5431-bb17-4c41-9985-d39c50d83c73" providerId="ADAL" clId="{7F9681A8-EEE2-56F4-9B39-ECCBEE0471AC}" dt="2026-06-15T23:05:12.884" v="24269" actId="164"/>
          <ac:grpSpMkLst>
            <pc:docMk/>
            <pc:sldMk cId="1703971797" sldId="271"/>
            <ac:grpSpMk id="56" creationId="{2196C09D-B9E8-F2B1-14BB-DA1EEE2FED98}"/>
          </ac:grpSpMkLst>
        </pc:grpChg>
        <pc:grpChg chg="add mod">
          <ac:chgData name="Toby Donaldson" userId="2e6e5431-bb17-4c41-9985-d39c50d83c73" providerId="ADAL" clId="{7F9681A8-EEE2-56F4-9B39-ECCBEE0471AC}" dt="2026-06-15T23:05:12.884" v="24269" actId="164"/>
          <ac:grpSpMkLst>
            <pc:docMk/>
            <pc:sldMk cId="1703971797" sldId="271"/>
            <ac:grpSpMk id="57" creationId="{E9D8B7AC-DC9D-EB30-B06A-2249ED6C4935}"/>
          </ac:grpSpMkLst>
        </pc:grpChg>
        <pc:grpChg chg="add mod">
          <ac:chgData name="Toby Donaldson" userId="2e6e5431-bb17-4c41-9985-d39c50d83c73" providerId="ADAL" clId="{7F9681A8-EEE2-56F4-9B39-ECCBEE0471AC}" dt="2026-06-15T23:07:39.688" v="24305" actId="1076"/>
          <ac:grpSpMkLst>
            <pc:docMk/>
            <pc:sldMk cId="1703971797" sldId="271"/>
            <ac:grpSpMk id="58" creationId="{EFE2C65E-DA2C-AB17-BDFE-4537834BB765}"/>
          </ac:grpSpMkLst>
        </pc:grpChg>
        <pc:grpChg chg="add del mod">
          <ac:chgData name="Toby Donaldson" userId="2e6e5431-bb17-4c41-9985-d39c50d83c73" providerId="ADAL" clId="{7F9681A8-EEE2-56F4-9B39-ECCBEE0471AC}" dt="2026-06-15T23:07:39.688" v="24305" actId="1076"/>
          <ac:grpSpMkLst>
            <pc:docMk/>
            <pc:sldMk cId="1703971797" sldId="271"/>
            <ac:grpSpMk id="59" creationId="{D3BCCCF2-0775-7BF4-AA7D-D19BBB81AAD9}"/>
          </ac:grpSpMkLst>
        </pc:grpChg>
        <pc:grpChg chg="mod">
          <ac:chgData name="Toby Donaldson" userId="2e6e5431-bb17-4c41-9985-d39c50d83c73" providerId="ADAL" clId="{7F9681A8-EEE2-56F4-9B39-ECCBEE0471AC}" dt="2026-06-15T23:05:14.851" v="24270"/>
          <ac:grpSpMkLst>
            <pc:docMk/>
            <pc:sldMk cId="1703971797" sldId="271"/>
            <ac:grpSpMk id="62" creationId="{985ED0C5-A3A7-0B40-FA0A-824BF0178F41}"/>
          </ac:grpSpMkLst>
        </pc:grpChg>
        <pc:grpChg chg="mod">
          <ac:chgData name="Toby Donaldson" userId="2e6e5431-bb17-4c41-9985-d39c50d83c73" providerId="ADAL" clId="{7F9681A8-EEE2-56F4-9B39-ECCBEE0471AC}" dt="2026-06-15T23:07:35.408" v="24304" actId="408"/>
          <ac:grpSpMkLst>
            <pc:docMk/>
            <pc:sldMk cId="1703971797" sldId="271"/>
            <ac:grpSpMk id="63" creationId="{602045AF-14CA-1E7E-FCF4-9665EB74AC66}"/>
          </ac:grpSpMkLst>
        </pc:grpChg>
        <pc:grpChg chg="add mod">
          <ac:chgData name="Toby Donaldson" userId="2e6e5431-bb17-4c41-9985-d39c50d83c73" providerId="ADAL" clId="{7F9681A8-EEE2-56F4-9B39-ECCBEE0471AC}" dt="2026-06-15T23:07:39.688" v="24305" actId="1076"/>
          <ac:grpSpMkLst>
            <pc:docMk/>
            <pc:sldMk cId="1703971797" sldId="271"/>
            <ac:grpSpMk id="75" creationId="{19089BC5-B2FD-6F93-592B-C316D25C872F}"/>
          </ac:grpSpMkLst>
        </pc:grpChg>
        <pc:grpChg chg="mod">
          <ac:chgData name="Toby Donaldson" userId="2e6e5431-bb17-4c41-9985-d39c50d83c73" providerId="ADAL" clId="{7F9681A8-EEE2-56F4-9B39-ECCBEE0471AC}" dt="2026-06-15T23:05:40.681" v="24277"/>
          <ac:grpSpMkLst>
            <pc:docMk/>
            <pc:sldMk cId="1703971797" sldId="271"/>
            <ac:grpSpMk id="78" creationId="{82EBC249-13A9-44C9-85E1-A38A5559E815}"/>
          </ac:grpSpMkLst>
        </pc:grpChg>
        <pc:grpChg chg="del mod">
          <ac:chgData name="Toby Donaldson" userId="2e6e5431-bb17-4c41-9985-d39c50d83c73" providerId="ADAL" clId="{7F9681A8-EEE2-56F4-9B39-ECCBEE0471AC}" dt="2026-06-15T23:05:49.375" v="24280" actId="21"/>
          <ac:grpSpMkLst>
            <pc:docMk/>
            <pc:sldMk cId="1703971797" sldId="271"/>
            <ac:grpSpMk id="79" creationId="{544F0A50-2611-5D71-0D7F-18132E666B14}"/>
          </ac:grpSpMkLst>
        </pc:grpChg>
        <pc:grpChg chg="add mod">
          <ac:chgData name="Toby Donaldson" userId="2e6e5431-bb17-4c41-9985-d39c50d83c73" providerId="ADAL" clId="{7F9681A8-EEE2-56F4-9B39-ECCBEE0471AC}" dt="2026-06-15T23:07:19.581" v="24302" actId="408"/>
          <ac:grpSpMkLst>
            <pc:docMk/>
            <pc:sldMk cId="1703971797" sldId="271"/>
            <ac:grpSpMk id="89" creationId="{762B45D4-7000-DC4C-14EB-B3FBFA349612}"/>
          </ac:grpSpMkLst>
        </pc:grpChg>
        <pc:grpChg chg="mod">
          <ac:chgData name="Toby Donaldson" userId="2e6e5431-bb17-4c41-9985-d39c50d83c73" providerId="ADAL" clId="{7F9681A8-EEE2-56F4-9B39-ECCBEE0471AC}" dt="2026-06-15T23:05:53.312" v="24281"/>
          <ac:grpSpMkLst>
            <pc:docMk/>
            <pc:sldMk cId="1703971797" sldId="271"/>
            <ac:grpSpMk id="92" creationId="{3B13B828-AD96-B16E-94FF-5870D1128545}"/>
          </ac:grpSpMkLst>
        </pc:grpChg>
        <pc:grpChg chg="add mod">
          <ac:chgData name="Toby Donaldson" userId="2e6e5431-bb17-4c41-9985-d39c50d83c73" providerId="ADAL" clId="{7F9681A8-EEE2-56F4-9B39-ECCBEE0471AC}" dt="2026-06-15T23:07:19.581" v="24302" actId="408"/>
          <ac:grpSpMkLst>
            <pc:docMk/>
            <pc:sldMk cId="1703971797" sldId="271"/>
            <ac:grpSpMk id="100" creationId="{1B00FFEB-4587-E681-2050-EDE21C23F3DA}"/>
          </ac:grpSpMkLst>
        </pc:grpChg>
        <pc:grpChg chg="del mod">
          <ac:chgData name="Toby Donaldson" userId="2e6e5431-bb17-4c41-9985-d39c50d83c73" providerId="ADAL" clId="{7F9681A8-EEE2-56F4-9B39-ECCBEE0471AC}" dt="2026-06-15T23:06:32.715" v="24292" actId="21"/>
          <ac:grpSpMkLst>
            <pc:docMk/>
            <pc:sldMk cId="1703971797" sldId="271"/>
            <ac:grpSpMk id="103" creationId="{0EB3AD14-C546-6E46-DAFA-26673F1997E0}"/>
          </ac:grpSpMkLst>
        </pc:grpChg>
        <pc:grpChg chg="add mod">
          <ac:chgData name="Toby Donaldson" userId="2e6e5431-bb17-4c41-9985-d39c50d83c73" providerId="ADAL" clId="{7F9681A8-EEE2-56F4-9B39-ECCBEE0471AC}" dt="2026-06-15T23:07:19.581" v="24302" actId="408"/>
          <ac:grpSpMkLst>
            <pc:docMk/>
            <pc:sldMk cId="1703971797" sldId="271"/>
            <ac:grpSpMk id="109" creationId="{DA082BC4-01E7-2A8E-3728-36150E36BAB6}"/>
          </ac:grpSpMkLst>
        </pc:grpChg>
        <pc:grpChg chg="add del mod">
          <ac:chgData name="Toby Donaldson" userId="2e6e5431-bb17-4c41-9985-d39c50d83c73" providerId="ADAL" clId="{7F9681A8-EEE2-56F4-9B39-ECCBEE0471AC}" dt="2026-06-15T23:07:03.488" v="24299" actId="21"/>
          <ac:grpSpMkLst>
            <pc:docMk/>
            <pc:sldMk cId="1703971797" sldId="271"/>
            <ac:grpSpMk id="115" creationId="{FA140540-6799-C038-3DA6-8D7C899B61E7}"/>
          </ac:grpSpMkLst>
        </pc:grpChg>
        <pc:cxnChg chg="add 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8" creationId="{9A6F3754-4923-EFD3-4B6E-21295CE20E32}"/>
          </ac:cxnSpMkLst>
        </pc:cxnChg>
        <pc:cxnChg chg="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13" creationId="{B7E8D007-FDCB-3467-7FE7-EAB090509093}"/>
          </ac:cxnSpMkLst>
        </pc:cxnChg>
        <pc:cxnChg chg="add 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15" creationId="{97CEF7B4-A53D-DC7E-6E7E-514E4141E289}"/>
          </ac:cxnSpMkLst>
        </pc:cxnChg>
        <pc:cxnChg chg="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23" creationId="{3E465151-C21C-99D4-2ED4-82E14C147744}"/>
          </ac:cxnSpMkLst>
        </pc:cxnChg>
        <pc:cxnChg chg="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26" creationId="{30A3625E-7EFD-600A-5036-5912D76B0E62}"/>
          </ac:cxnSpMkLst>
        </pc:cxnChg>
        <pc:cxnChg chg="add mod">
          <ac:chgData name="Toby Donaldson" userId="2e6e5431-bb17-4c41-9985-d39c50d83c73" providerId="ADAL" clId="{7F9681A8-EEE2-56F4-9B39-ECCBEE0471AC}" dt="2026-06-15T23:05:05.524" v="24268" actId="21"/>
          <ac:cxnSpMkLst>
            <pc:docMk/>
            <pc:sldMk cId="1703971797" sldId="271"/>
            <ac:cxnSpMk id="28" creationId="{3B49CAAF-8904-5A11-B095-0FEB9CF97AF9}"/>
          </ac:cxnSpMkLst>
        </pc:cxnChg>
        <pc:cxnChg chg="mod topLvl">
          <ac:chgData name="Toby Donaldson" userId="2e6e5431-bb17-4c41-9985-d39c50d83c73" providerId="ADAL" clId="{7F9681A8-EEE2-56F4-9B39-ECCBEE0471AC}" dt="2026-06-15T23:04:39.945" v="24266" actId="164"/>
          <ac:cxnSpMkLst>
            <pc:docMk/>
            <pc:sldMk cId="1703971797" sldId="271"/>
            <ac:cxnSpMk id="35" creationId="{07B90933-365C-3E68-7D98-957637D18408}"/>
          </ac:cxnSpMkLst>
        </pc:cxnChg>
        <pc:cxnChg chg="del mod topLvl">
          <ac:chgData name="Toby Donaldson" userId="2e6e5431-bb17-4c41-9985-d39c50d83c73" providerId="ADAL" clId="{7F9681A8-EEE2-56F4-9B39-ECCBEE0471AC}" dt="2026-06-15T23:03:59.650" v="24257" actId="21"/>
          <ac:cxnSpMkLst>
            <pc:docMk/>
            <pc:sldMk cId="1703971797" sldId="271"/>
            <ac:cxnSpMk id="38" creationId="{060A5833-56C5-C877-28F5-E5B1A92E47CF}"/>
          </ac:cxnSpMkLst>
        </pc:cxnChg>
        <pc:cxnChg chg="mod topLvl">
          <ac:chgData name="Toby Donaldson" userId="2e6e5431-bb17-4c41-9985-d39c50d83c73" providerId="ADAL" clId="{7F9681A8-EEE2-56F4-9B39-ECCBEE0471AC}" dt="2026-06-15T23:05:12.884" v="24269" actId="164"/>
          <ac:cxnSpMkLst>
            <pc:docMk/>
            <pc:sldMk cId="1703971797" sldId="271"/>
            <ac:cxnSpMk id="41" creationId="{EE732F0E-2924-6B0B-D84E-FA47D61563D5}"/>
          </ac:cxnSpMkLst>
        </pc:cxnChg>
        <pc:cxnChg chg="add mod">
          <ac:chgData name="Toby Donaldson" userId="2e6e5431-bb17-4c41-9985-d39c50d83c73" providerId="ADAL" clId="{7F9681A8-EEE2-56F4-9B39-ECCBEE0471AC}" dt="2026-06-15T23:04:39.945" v="24266" actId="164"/>
          <ac:cxnSpMkLst>
            <pc:docMk/>
            <pc:sldMk cId="1703971797" sldId="271"/>
            <ac:cxnSpMk id="43" creationId="{FD0C83A0-BF70-0675-8F2A-F3BC49964DB1}"/>
          </ac:cxnSpMkLst>
        </pc:cxnChg>
        <pc:cxnChg chg="add mod">
          <ac:chgData name="Toby Donaldson" userId="2e6e5431-bb17-4c41-9985-d39c50d83c73" providerId="ADAL" clId="{7F9681A8-EEE2-56F4-9B39-ECCBEE0471AC}" dt="2026-06-15T23:04:36.412" v="24265" actId="164"/>
          <ac:cxnSpMkLst>
            <pc:docMk/>
            <pc:sldMk cId="1703971797" sldId="271"/>
            <ac:cxnSpMk id="49" creationId="{A1947A9F-E700-E177-1305-623CD1217C11}"/>
          </ac:cxnSpMkLst>
        </pc:cxnChg>
        <pc:cxnChg chg="add mod">
          <ac:chgData name="Toby Donaldson" userId="2e6e5431-bb17-4c41-9985-d39c50d83c73" providerId="ADAL" clId="{7F9681A8-EEE2-56F4-9B39-ECCBEE0471AC}" dt="2026-06-15T23:04:36.412" v="24265" actId="164"/>
          <ac:cxnSpMkLst>
            <pc:docMk/>
            <pc:sldMk cId="1703971797" sldId="271"/>
            <ac:cxnSpMk id="51" creationId="{83C6B82E-6E48-41D1-5C24-77077AB75C74}"/>
          </ac:cxnSpMkLst>
        </pc:cxnChg>
        <pc:cxnChg chg="add mod">
          <ac:chgData name="Toby Donaldson" userId="2e6e5431-bb17-4c41-9985-d39c50d83c73" providerId="ADAL" clId="{7F9681A8-EEE2-56F4-9B39-ECCBEE0471AC}" dt="2026-06-15T23:05:12.884" v="24269" actId="164"/>
          <ac:cxnSpMkLst>
            <pc:docMk/>
            <pc:sldMk cId="1703971797" sldId="271"/>
            <ac:cxnSpMk id="53" creationId="{CC271E6C-2C4F-E6C7-EECB-DF1BAACD1E7A}"/>
          </ac:cxnSpMkLst>
        </pc:cxnChg>
        <pc:cxnChg chg="mod">
          <ac:chgData name="Toby Donaldson" userId="2e6e5431-bb17-4c41-9985-d39c50d83c73" providerId="ADAL" clId="{7F9681A8-EEE2-56F4-9B39-ECCBEE0471AC}" dt="2026-06-15T23:05:22.709" v="24274" actId="21"/>
          <ac:cxnSpMkLst>
            <pc:docMk/>
            <pc:sldMk cId="1703971797" sldId="271"/>
            <ac:cxnSpMk id="61" creationId="{DCBD598F-30FD-5EA9-CAF6-BF6596356B14}"/>
          </ac:cxnSpMkLst>
        </pc:cxnChg>
        <pc:cxnChg chg="mod">
          <ac:chgData name="Toby Donaldson" userId="2e6e5431-bb17-4c41-9985-d39c50d83c73" providerId="ADAL" clId="{7F9681A8-EEE2-56F4-9B39-ECCBEE0471AC}" dt="2026-06-15T23:05:22.709" v="24274" actId="21"/>
          <ac:cxnSpMkLst>
            <pc:docMk/>
            <pc:sldMk cId="1703971797" sldId="271"/>
            <ac:cxnSpMk id="64" creationId="{AEB432B8-B755-2DC1-4B0F-90D2DAAB105C}"/>
          </ac:cxnSpMkLst>
        </pc:cxnChg>
        <pc:cxnChg chg="mod">
          <ac:chgData name="Toby Donaldson" userId="2e6e5431-bb17-4c41-9985-d39c50d83c73" providerId="ADAL" clId="{7F9681A8-EEE2-56F4-9B39-ECCBEE0471AC}" dt="2026-06-15T23:05:22.709" v="24274" actId="21"/>
          <ac:cxnSpMkLst>
            <pc:docMk/>
            <pc:sldMk cId="1703971797" sldId="271"/>
            <ac:cxnSpMk id="67" creationId="{12228048-A374-DFD6-501E-99C79A9E1DD0}"/>
          </ac:cxnSpMkLst>
        </pc:cxnChg>
        <pc:cxnChg chg="del mod">
          <ac:chgData name="Toby Donaldson" userId="2e6e5431-bb17-4c41-9985-d39c50d83c73" providerId="ADAL" clId="{7F9681A8-EEE2-56F4-9B39-ECCBEE0471AC}" dt="2026-06-15T23:05:25.609" v="24275" actId="21"/>
          <ac:cxnSpMkLst>
            <pc:docMk/>
            <pc:sldMk cId="1703971797" sldId="271"/>
            <ac:cxnSpMk id="69" creationId="{1E156A2E-A70F-B1BC-507D-0676B1904330}"/>
          </ac:cxnSpMkLst>
        </pc:cxnChg>
        <pc:cxnChg chg="mod">
          <ac:chgData name="Toby Donaldson" userId="2e6e5431-bb17-4c41-9985-d39c50d83c73" providerId="ADAL" clId="{7F9681A8-EEE2-56F4-9B39-ECCBEE0471AC}" dt="2026-06-15T23:05:22.709" v="24274" actId="21"/>
          <ac:cxnSpMkLst>
            <pc:docMk/>
            <pc:sldMk cId="1703971797" sldId="271"/>
            <ac:cxnSpMk id="72" creationId="{1F275775-70C5-B556-04D2-D2F6ECF74177}"/>
          </ac:cxnSpMkLst>
        </pc:cxnChg>
        <pc:cxnChg chg="mod">
          <ac:chgData name="Toby Donaldson" userId="2e6e5431-bb17-4c41-9985-d39c50d83c73" providerId="ADAL" clId="{7F9681A8-EEE2-56F4-9B39-ECCBEE0471AC}" dt="2026-06-15T23:05:22.709" v="24274" actId="21"/>
          <ac:cxnSpMkLst>
            <pc:docMk/>
            <pc:sldMk cId="1703971797" sldId="271"/>
            <ac:cxnSpMk id="74" creationId="{0A4FD863-B8D6-67F1-D598-960D18FA3A8D}"/>
          </ac:cxnSpMkLst>
        </pc:cxnChg>
        <pc:cxnChg chg="mod">
          <ac:chgData name="Toby Donaldson" userId="2e6e5431-bb17-4c41-9985-d39c50d83c73" providerId="ADAL" clId="{7F9681A8-EEE2-56F4-9B39-ECCBEE0471AC}" dt="2026-06-15T23:05:40.681" v="24277"/>
          <ac:cxnSpMkLst>
            <pc:docMk/>
            <pc:sldMk cId="1703971797" sldId="271"/>
            <ac:cxnSpMk id="80" creationId="{64FE92D5-2DFC-77FA-AC89-22E60A395DE1}"/>
          </ac:cxnSpMkLst>
        </pc:cxnChg>
        <pc:cxnChg chg="del mod">
          <ac:chgData name="Toby Donaldson" userId="2e6e5431-bb17-4c41-9985-d39c50d83c73" providerId="ADAL" clId="{7F9681A8-EEE2-56F4-9B39-ECCBEE0471AC}" dt="2026-06-15T23:05:49.375" v="24280" actId="21"/>
          <ac:cxnSpMkLst>
            <pc:docMk/>
            <pc:sldMk cId="1703971797" sldId="271"/>
            <ac:cxnSpMk id="83" creationId="{A98A9787-8522-8C5C-3FE0-AEE01CA9B8BC}"/>
          </ac:cxnSpMkLst>
        </pc:cxnChg>
        <pc:cxnChg chg="mod">
          <ac:chgData name="Toby Donaldson" userId="2e6e5431-bb17-4c41-9985-d39c50d83c73" providerId="ADAL" clId="{7F9681A8-EEE2-56F4-9B39-ECCBEE0471AC}" dt="2026-06-15T23:05:53.312" v="24281"/>
          <ac:cxnSpMkLst>
            <pc:docMk/>
            <pc:sldMk cId="1703971797" sldId="271"/>
            <ac:cxnSpMk id="94" creationId="{59F88020-5D44-510E-9F58-587794250E20}"/>
          </ac:cxnSpMkLst>
        </pc:cxnChg>
        <pc:cxnChg chg="mod">
          <ac:chgData name="Toby Donaldson" userId="2e6e5431-bb17-4c41-9985-d39c50d83c73" providerId="ADAL" clId="{7F9681A8-EEE2-56F4-9B39-ECCBEE0471AC}" dt="2026-06-15T23:05:53.312" v="24281"/>
          <ac:cxnSpMkLst>
            <pc:docMk/>
            <pc:sldMk cId="1703971797" sldId="271"/>
            <ac:cxnSpMk id="97" creationId="{7CDDDD9D-6F04-9474-C6D6-43F76AD63B1F}"/>
          </ac:cxnSpMkLst>
        </pc:cxnChg>
        <pc:cxnChg chg="del mod">
          <ac:chgData name="Toby Donaldson" userId="2e6e5431-bb17-4c41-9985-d39c50d83c73" providerId="ADAL" clId="{7F9681A8-EEE2-56F4-9B39-ECCBEE0471AC}" dt="2026-06-15T23:06:05.593" v="24284" actId="21"/>
          <ac:cxnSpMkLst>
            <pc:docMk/>
            <pc:sldMk cId="1703971797" sldId="271"/>
            <ac:cxnSpMk id="99" creationId="{C92FE228-5DDB-82D4-EB3D-DE3C4151A6EA}"/>
          </ac:cxnSpMkLst>
        </pc:cxnChg>
        <pc:cxnChg chg="mod">
          <ac:chgData name="Toby Donaldson" userId="2e6e5431-bb17-4c41-9985-d39c50d83c73" providerId="ADAL" clId="{7F9681A8-EEE2-56F4-9B39-ECCBEE0471AC}" dt="2026-06-15T23:06:10.510" v="24285"/>
          <ac:cxnSpMkLst>
            <pc:docMk/>
            <pc:sldMk cId="1703971797" sldId="271"/>
            <ac:cxnSpMk id="102" creationId="{1EB8414C-90A2-BFF6-63F9-9231B4D6C749}"/>
          </ac:cxnSpMkLst>
        </pc:cxnChg>
        <pc:cxnChg chg="mod">
          <ac:chgData name="Toby Donaldson" userId="2e6e5431-bb17-4c41-9985-d39c50d83c73" providerId="ADAL" clId="{7F9681A8-EEE2-56F4-9B39-ECCBEE0471AC}" dt="2026-06-15T23:07:19.581" v="24302" actId="408"/>
          <ac:cxnSpMkLst>
            <pc:docMk/>
            <pc:sldMk cId="1703971797" sldId="271"/>
            <ac:cxnSpMk id="105" creationId="{C7CC40E2-F785-5356-A8E4-A82ECDBC07E6}"/>
          </ac:cxnSpMkLst>
        </pc:cxnChg>
        <pc:cxnChg chg="del mod">
          <ac:chgData name="Toby Donaldson" userId="2e6e5431-bb17-4c41-9985-d39c50d83c73" providerId="ADAL" clId="{7F9681A8-EEE2-56F4-9B39-ECCBEE0471AC}" dt="2026-06-15T23:06:32.715" v="24292" actId="21"/>
          <ac:cxnSpMkLst>
            <pc:docMk/>
            <pc:sldMk cId="1703971797" sldId="271"/>
            <ac:cxnSpMk id="108" creationId="{54A18A38-4D93-1352-CAA7-1863DC294C95}"/>
          </ac:cxnSpMkLst>
        </pc:cxnChg>
        <pc:cxnChg chg="mod">
          <ac:chgData name="Toby Donaldson" userId="2e6e5431-bb17-4c41-9985-d39c50d83c73" providerId="ADAL" clId="{7F9681A8-EEE2-56F4-9B39-ECCBEE0471AC}" dt="2026-06-15T23:06:36.501" v="24293"/>
          <ac:cxnSpMkLst>
            <pc:docMk/>
            <pc:sldMk cId="1703971797" sldId="271"/>
            <ac:cxnSpMk id="111" creationId="{D9756FB4-443C-D350-78B9-B3C6A0322B5A}"/>
          </ac:cxnSpMkLst>
        </pc:cxnChg>
        <pc:cxnChg chg="del mod">
          <ac:chgData name="Toby Donaldson" userId="2e6e5431-bb17-4c41-9985-d39c50d83c73" providerId="ADAL" clId="{7F9681A8-EEE2-56F4-9B39-ECCBEE0471AC}" dt="2026-06-15T23:06:48.553" v="24295" actId="21"/>
          <ac:cxnSpMkLst>
            <pc:docMk/>
            <pc:sldMk cId="1703971797" sldId="271"/>
            <ac:cxnSpMk id="114" creationId="{7D11C1B2-7438-3E56-66CB-81A2AB8EE6DE}"/>
          </ac:cxnSpMkLst>
        </pc:cxnChg>
        <pc:cxnChg chg="del mod topLvl">
          <ac:chgData name="Toby Donaldson" userId="2e6e5431-bb17-4c41-9985-d39c50d83c73" providerId="ADAL" clId="{7F9681A8-EEE2-56F4-9B39-ECCBEE0471AC}" dt="2026-06-15T23:07:03.488" v="24299" actId="21"/>
          <ac:cxnSpMkLst>
            <pc:docMk/>
            <pc:sldMk cId="1703971797" sldId="271"/>
            <ac:cxnSpMk id="117" creationId="{250033F7-2D03-D125-C3B3-E71A894CBD28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717266924" sldId="271"/>
        </pc:sldMkLst>
      </pc:sldChg>
      <pc:sldChg chg="addSp delSp modSp new mod ord">
        <pc:chgData name="Toby Donaldson" userId="2e6e5431-bb17-4c41-9985-d39c50d83c73" providerId="ADAL" clId="{7F9681A8-EEE2-56F4-9B39-ECCBEE0471AC}" dt="2026-06-16T02:19:06.570" v="25581" actId="21"/>
        <pc:sldMkLst>
          <pc:docMk/>
          <pc:sldMk cId="1094082992" sldId="272"/>
        </pc:sldMkLst>
        <pc:spChg chg="mod">
          <ac:chgData name="Toby Donaldson" userId="2e6e5431-bb17-4c41-9985-d39c50d83c73" providerId="ADAL" clId="{7F9681A8-EEE2-56F4-9B39-ECCBEE0471AC}" dt="2026-06-16T01:56:40.278" v="25313" actId="14100"/>
          <ac:spMkLst>
            <pc:docMk/>
            <pc:sldMk cId="1094082992" sldId="272"/>
            <ac:spMk id="2" creationId="{F47D9A4F-1455-C975-F827-6E15F44E6E8C}"/>
          </ac:spMkLst>
        </pc:spChg>
        <pc:spChg chg="del">
          <ac:chgData name="Toby Donaldson" userId="2e6e5431-bb17-4c41-9985-d39c50d83c73" providerId="ADAL" clId="{7F9681A8-EEE2-56F4-9B39-ECCBEE0471AC}" dt="2026-06-16T01:56:21.639" v="25310" actId="21"/>
          <ac:spMkLst>
            <pc:docMk/>
            <pc:sldMk cId="1094082992" sldId="272"/>
            <ac:spMk id="3" creationId="{B5A4B79E-5A4A-0950-7A42-A7CCB4CF37C2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5" creationId="{AA594287-C643-0F2B-E742-2BF3C1E74CD7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10" creationId="{8E0431BF-DA19-F6B2-5F92-EC7082507187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13" creationId="{B6FCE1CB-EA8D-BD99-A802-E4DC53827140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16" creationId="{37A7ADB2-0C1F-C769-52E5-4CE0F96CA2C6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18" creationId="{637BE99B-2E76-933B-3147-2C0F63790698}"/>
          </ac:spMkLst>
        </pc:spChg>
        <pc:spChg chg="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26" creationId="{BDE8CBC2-C412-EB8D-5CC2-B24C24D4B5F9}"/>
          </ac:spMkLst>
        </pc:spChg>
        <pc:spChg chg="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29" creationId="{AF0CB7FE-51F7-3069-8346-11052B8A00C7}"/>
          </ac:spMkLst>
        </pc:spChg>
        <pc:spChg chg="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32" creationId="{E6C0DE3A-BAC2-49A0-F808-6CFBBBC963C1}"/>
          </ac:spMkLst>
        </pc:spChg>
        <pc:spChg chg="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40" creationId="{62A13AB7-DA1C-AD60-ADA3-39E7BC6B6188}"/>
          </ac:spMkLst>
        </pc:spChg>
        <pc:spChg chg="mod">
          <ac:chgData name="Toby Donaldson" userId="2e6e5431-bb17-4c41-9985-d39c50d83c73" providerId="ADAL" clId="{7F9681A8-EEE2-56F4-9B39-ECCBEE0471AC}" dt="2026-06-16T01:56:18.890" v="25309"/>
          <ac:spMkLst>
            <pc:docMk/>
            <pc:sldMk cId="1094082992" sldId="272"/>
            <ac:spMk id="52" creationId="{3BB5E386-E499-06CA-BD30-FC940648AFD4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55" creationId="{ED9E8B3D-961C-7958-A818-FCF2FD8053B2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57" creationId="{11DF6F17-CED7-F986-1E7C-A0C77F051172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61" creationId="{3898241D-0AA1-6901-D4AF-709F34324A5F}"/>
          </ac:spMkLst>
        </pc:spChg>
        <pc:spChg chg="mod">
          <ac:chgData name="Toby Donaldson" userId="2e6e5431-bb17-4c41-9985-d39c50d83c73" providerId="ADAL" clId="{7F9681A8-EEE2-56F4-9B39-ECCBEE0471AC}" dt="2026-06-16T01:59:53.312" v="25401" actId="164"/>
          <ac:spMkLst>
            <pc:docMk/>
            <pc:sldMk cId="1094082992" sldId="272"/>
            <ac:spMk id="64" creationId="{7F3B5A46-40A0-BA0A-273B-479087FE71E6}"/>
          </ac:spMkLst>
        </pc:spChg>
        <pc:spChg chg="add mod">
          <ac:chgData name="Toby Donaldson" userId="2e6e5431-bb17-4c41-9985-d39c50d83c73" providerId="ADAL" clId="{7F9681A8-EEE2-56F4-9B39-ECCBEE0471AC}" dt="2026-06-16T02:03:28.149" v="25443" actId="113"/>
          <ac:spMkLst>
            <pc:docMk/>
            <pc:sldMk cId="1094082992" sldId="272"/>
            <ac:spMk id="65" creationId="{448150B5-3A5D-7B0B-32B5-AFA3D4114776}"/>
          </ac:spMkLst>
        </pc:spChg>
        <pc:spChg chg="add mod">
          <ac:chgData name="Toby Donaldson" userId="2e6e5431-bb17-4c41-9985-d39c50d83c73" providerId="ADAL" clId="{7F9681A8-EEE2-56F4-9B39-ECCBEE0471AC}" dt="2026-06-16T01:59:53.312" v="25401" actId="164"/>
          <ac:spMkLst>
            <pc:docMk/>
            <pc:sldMk cId="1094082992" sldId="272"/>
            <ac:spMk id="67" creationId="{442A26ED-E4C5-353C-B20A-260F458F81C5}"/>
          </ac:spMkLst>
        </pc:spChg>
        <pc:spChg chg="add mod">
          <ac:chgData name="Toby Donaldson" userId="2e6e5431-bb17-4c41-9985-d39c50d83c73" providerId="ADAL" clId="{7F9681A8-EEE2-56F4-9B39-ECCBEE0471AC}" dt="2026-06-16T01:59:57.596" v="25402" actId="164"/>
          <ac:spMkLst>
            <pc:docMk/>
            <pc:sldMk cId="1094082992" sldId="272"/>
            <ac:spMk id="68" creationId="{B55D0EDD-CC74-78CD-82B3-F95E62F99036}"/>
          </ac:spMkLst>
        </pc:spChg>
        <pc:spChg chg="add 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69" creationId="{A941EC9A-F037-79B2-476F-A784BE28C6CD}"/>
          </ac:spMkLst>
        </pc:spChg>
        <pc:spChg chg="add mod">
          <ac:chgData name="Toby Donaldson" userId="2e6e5431-bb17-4c41-9985-d39c50d83c73" providerId="ADAL" clId="{7F9681A8-EEE2-56F4-9B39-ECCBEE0471AC}" dt="2026-06-16T02:00:01.245" v="25403" actId="164"/>
          <ac:spMkLst>
            <pc:docMk/>
            <pc:sldMk cId="1094082992" sldId="272"/>
            <ac:spMk id="70" creationId="{26385935-6DF4-B564-8C00-8698CE9D61BF}"/>
          </ac:spMkLst>
        </pc:spChg>
        <pc:spChg chg="add 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71" creationId="{6FCFCA2C-4CBB-5B9D-35EE-952EB8CE8A9C}"/>
          </ac:spMkLst>
        </pc:spChg>
        <pc:spChg chg="add 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72" creationId="{B6A8B3D2-5999-32A0-0B91-EA9C4B32AFD0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78" creationId="{DD46CFD7-8F58-9B39-EB8C-43AEDFC525C7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79" creationId="{ADEFAC1C-2B9C-0DB7-39A9-CE0ACED64065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80" creationId="{2DED0388-5891-F541-2024-74B2C3767D2D}"/>
          </ac:spMkLst>
        </pc:spChg>
        <pc:spChg chg="mod">
          <ac:chgData name="Toby Donaldson" userId="2e6e5431-bb17-4c41-9985-d39c50d83c73" providerId="ADAL" clId="{7F9681A8-EEE2-56F4-9B39-ECCBEE0471AC}" dt="2026-06-16T02:10:37.841" v="25516" actId="408"/>
          <ac:spMkLst>
            <pc:docMk/>
            <pc:sldMk cId="1094082992" sldId="272"/>
            <ac:spMk id="81" creationId="{3C3EA599-F957-E2B3-81BD-7408A6880F6E}"/>
          </ac:spMkLst>
        </pc:spChg>
        <pc:spChg chg="mod">
          <ac:chgData name="Toby Donaldson" userId="2e6e5431-bb17-4c41-9985-d39c50d83c73" providerId="ADAL" clId="{7F9681A8-EEE2-56F4-9B39-ECCBEE0471AC}" dt="2026-06-16T02:00:20.858" v="25407"/>
          <ac:spMkLst>
            <pc:docMk/>
            <pc:sldMk cId="1094082992" sldId="272"/>
            <ac:spMk id="83" creationId="{E6B4367B-069C-E129-16D2-B2C69A1DF7CF}"/>
          </ac:spMkLst>
        </pc:spChg>
        <pc:spChg chg="mod">
          <ac:chgData name="Toby Donaldson" userId="2e6e5431-bb17-4c41-9985-d39c50d83c73" providerId="ADAL" clId="{7F9681A8-EEE2-56F4-9B39-ECCBEE0471AC}" dt="2026-06-16T02:00:20.858" v="25407"/>
          <ac:spMkLst>
            <pc:docMk/>
            <pc:sldMk cId="1094082992" sldId="272"/>
            <ac:spMk id="84" creationId="{4A4CA144-8C50-7A27-368E-CC787E7387F7}"/>
          </ac:spMkLst>
        </pc:spChg>
        <pc:spChg chg="add mod">
          <ac:chgData name="Toby Donaldson" userId="2e6e5431-bb17-4c41-9985-d39c50d83c73" providerId="ADAL" clId="{7F9681A8-EEE2-56F4-9B39-ECCBEE0471AC}" dt="2026-06-16T02:02:17.281" v="25424" actId="164"/>
          <ac:spMkLst>
            <pc:docMk/>
            <pc:sldMk cId="1094082992" sldId="272"/>
            <ac:spMk id="86" creationId="{9AD98BB3-B5A0-89AC-EBF1-D7DAC30A65CB}"/>
          </ac:spMkLst>
        </pc:spChg>
        <pc:spChg chg="add mod">
          <ac:chgData name="Toby Donaldson" userId="2e6e5431-bb17-4c41-9985-d39c50d83c73" providerId="ADAL" clId="{7F9681A8-EEE2-56F4-9B39-ECCBEE0471AC}" dt="2026-06-16T02:02:17.281" v="25424" actId="164"/>
          <ac:spMkLst>
            <pc:docMk/>
            <pc:sldMk cId="1094082992" sldId="272"/>
            <ac:spMk id="87" creationId="{828C5A08-A433-5176-ED3B-DE7A6D60E03B}"/>
          </ac:spMkLst>
        </pc:spChg>
        <pc:spChg chg="add mod">
          <ac:chgData name="Toby Donaldson" userId="2e6e5431-bb17-4c41-9985-d39c50d83c73" providerId="ADAL" clId="{7F9681A8-EEE2-56F4-9B39-ECCBEE0471AC}" dt="2026-06-16T02:02:17.281" v="25424" actId="164"/>
          <ac:spMkLst>
            <pc:docMk/>
            <pc:sldMk cId="1094082992" sldId="272"/>
            <ac:spMk id="88" creationId="{88E853E4-701C-EE51-97CD-6C883B972C5A}"/>
          </ac:spMkLst>
        </pc:spChg>
        <pc:spChg chg="add mod">
          <ac:chgData name="Toby Donaldson" userId="2e6e5431-bb17-4c41-9985-d39c50d83c73" providerId="ADAL" clId="{7F9681A8-EEE2-56F4-9B39-ECCBEE0471AC}" dt="2026-06-16T02:02:17.281" v="25424" actId="164"/>
          <ac:spMkLst>
            <pc:docMk/>
            <pc:sldMk cId="1094082992" sldId="272"/>
            <ac:spMk id="89" creationId="{10E743EC-FD55-8C98-1505-32CDE5053919}"/>
          </ac:spMkLst>
        </pc:spChg>
        <pc:spChg chg="mod">
          <ac:chgData name="Toby Donaldson" userId="2e6e5431-bb17-4c41-9985-d39c50d83c73" providerId="ADAL" clId="{7F9681A8-EEE2-56F4-9B39-ECCBEE0471AC}" dt="2026-06-16T02:02:48.494" v="25432" actId="207"/>
          <ac:spMkLst>
            <pc:docMk/>
            <pc:sldMk cId="1094082992" sldId="272"/>
            <ac:spMk id="93" creationId="{FBBB33A9-1320-B6C4-EC8B-167A281EAF33}"/>
          </ac:spMkLst>
        </pc:spChg>
        <pc:spChg chg="mod">
          <ac:chgData name="Toby Donaldson" userId="2e6e5431-bb17-4c41-9985-d39c50d83c73" providerId="ADAL" clId="{7F9681A8-EEE2-56F4-9B39-ECCBEE0471AC}" dt="2026-06-16T02:02:42.972" v="25430" actId="20577"/>
          <ac:spMkLst>
            <pc:docMk/>
            <pc:sldMk cId="1094082992" sldId="272"/>
            <ac:spMk id="94" creationId="{01780F20-A958-435D-C1CF-0032A3CD1479}"/>
          </ac:spMkLst>
        </pc:spChg>
        <pc:spChg chg="mod">
          <ac:chgData name="Toby Donaldson" userId="2e6e5431-bb17-4c41-9985-d39c50d83c73" providerId="ADAL" clId="{7F9681A8-EEE2-56F4-9B39-ECCBEE0471AC}" dt="2026-06-16T02:02:19.240" v="25425"/>
          <ac:spMkLst>
            <pc:docMk/>
            <pc:sldMk cId="1094082992" sldId="272"/>
            <ac:spMk id="95" creationId="{4C07AA33-40EE-8624-BDFF-3330F759DCFB}"/>
          </ac:spMkLst>
        </pc:spChg>
        <pc:spChg chg="mod">
          <ac:chgData name="Toby Donaldson" userId="2e6e5431-bb17-4c41-9985-d39c50d83c73" providerId="ADAL" clId="{7F9681A8-EEE2-56F4-9B39-ECCBEE0471AC}" dt="2026-06-16T02:02:54.082" v="25433" actId="207"/>
          <ac:spMkLst>
            <pc:docMk/>
            <pc:sldMk cId="1094082992" sldId="272"/>
            <ac:spMk id="96" creationId="{F7E9431D-0928-B150-091D-8D334F3C6C6C}"/>
          </ac:spMkLst>
        </pc:spChg>
        <pc:spChg chg="mod">
          <ac:chgData name="Toby Donaldson" userId="2e6e5431-bb17-4c41-9985-d39c50d83c73" providerId="ADAL" clId="{7F9681A8-EEE2-56F4-9B39-ECCBEE0471AC}" dt="2026-06-16T02:02:19.240" v="25425"/>
          <ac:spMkLst>
            <pc:docMk/>
            <pc:sldMk cId="1094082992" sldId="272"/>
            <ac:spMk id="97" creationId="{5CAAB766-24B1-946F-78E5-EF24B504F8D8}"/>
          </ac:spMkLst>
        </pc:spChg>
        <pc:spChg chg="mod">
          <ac:chgData name="Toby Donaldson" userId="2e6e5431-bb17-4c41-9985-d39c50d83c73" providerId="ADAL" clId="{7F9681A8-EEE2-56F4-9B39-ECCBEE0471AC}" dt="2026-06-16T02:02:19.240" v="25425"/>
          <ac:spMkLst>
            <pc:docMk/>
            <pc:sldMk cId="1094082992" sldId="272"/>
            <ac:spMk id="100" creationId="{4AB904E7-1B7A-2CAC-B038-F33593BBACD9}"/>
          </ac:spMkLst>
        </pc:spChg>
        <pc:spChg chg="mod">
          <ac:chgData name="Toby Donaldson" userId="2e6e5431-bb17-4c41-9985-d39c50d83c73" providerId="ADAL" clId="{7F9681A8-EEE2-56F4-9B39-ECCBEE0471AC}" dt="2026-06-16T02:02:19.240" v="25425"/>
          <ac:spMkLst>
            <pc:docMk/>
            <pc:sldMk cId="1094082992" sldId="272"/>
            <ac:spMk id="102" creationId="{10CE280F-F0D0-7FAF-B2BF-0565EA26F199}"/>
          </ac:spMkLst>
        </pc:spChg>
        <pc:spChg chg="mod">
          <ac:chgData name="Toby Donaldson" userId="2e6e5431-bb17-4c41-9985-d39c50d83c73" providerId="ADAL" clId="{7F9681A8-EEE2-56F4-9B39-ECCBEE0471AC}" dt="2026-06-16T02:02:19.240" v="25425"/>
          <ac:spMkLst>
            <pc:docMk/>
            <pc:sldMk cId="1094082992" sldId="272"/>
            <ac:spMk id="103" creationId="{7E124ED9-2BBC-C615-84FD-5B246F0857E3}"/>
          </ac:spMkLst>
        </pc:spChg>
        <pc:spChg chg="add mod">
          <ac:chgData name="Toby Donaldson" userId="2e6e5431-bb17-4c41-9985-d39c50d83c73" providerId="ADAL" clId="{7F9681A8-EEE2-56F4-9B39-ECCBEE0471AC}" dt="2026-06-16T02:14:11.988" v="25541" actId="207"/>
          <ac:spMkLst>
            <pc:docMk/>
            <pc:sldMk cId="1094082992" sldId="272"/>
            <ac:spMk id="105" creationId="{244D290F-8771-7043-BFB8-0678AA9456C4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06" creationId="{B282CFAE-37B1-FCF7-208A-D2CC9B8691CA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07" creationId="{A0FDD020-893D-281E-6F2E-0909B75AF0E3}"/>
          </ac:spMkLst>
        </pc:spChg>
        <pc:spChg chg="add mod">
          <ac:chgData name="Toby Donaldson" userId="2e6e5431-bb17-4c41-9985-d39c50d83c73" providerId="ADAL" clId="{7F9681A8-EEE2-56F4-9B39-ECCBEE0471AC}" dt="2026-06-16T02:05:30.200" v="25463" actId="164"/>
          <ac:spMkLst>
            <pc:docMk/>
            <pc:sldMk cId="1094082992" sldId="272"/>
            <ac:spMk id="108" creationId="{71A3FC0D-13D3-6C78-F931-6BF3EBB11BD8}"/>
          </ac:spMkLst>
        </pc:spChg>
        <pc:spChg chg="add mod">
          <ac:chgData name="Toby Donaldson" userId="2e6e5431-bb17-4c41-9985-d39c50d83c73" providerId="ADAL" clId="{7F9681A8-EEE2-56F4-9B39-ECCBEE0471AC}" dt="2026-06-16T02:05:30.200" v="25463" actId="164"/>
          <ac:spMkLst>
            <pc:docMk/>
            <pc:sldMk cId="1094082992" sldId="272"/>
            <ac:spMk id="109" creationId="{C528BC75-DF36-568E-943B-B206E51A5D56}"/>
          </ac:spMkLst>
        </pc:spChg>
        <pc:spChg chg="add del mod">
          <ac:chgData name="Toby Donaldson" userId="2e6e5431-bb17-4c41-9985-d39c50d83c73" providerId="ADAL" clId="{7F9681A8-EEE2-56F4-9B39-ECCBEE0471AC}" dt="2026-06-16T02:19:06.570" v="25581" actId="21"/>
          <ac:spMkLst>
            <pc:docMk/>
            <pc:sldMk cId="1094082992" sldId="272"/>
            <ac:spMk id="110" creationId="{115A975B-37AD-4625-8F84-D694124E9B40}"/>
          </ac:spMkLst>
        </pc:spChg>
        <pc:spChg chg="add mod">
          <ac:chgData name="Toby Donaldson" userId="2e6e5431-bb17-4c41-9985-d39c50d83c73" providerId="ADAL" clId="{7F9681A8-EEE2-56F4-9B39-ECCBEE0471AC}" dt="2026-06-16T02:11:19.241" v="25523" actId="12789"/>
          <ac:spMkLst>
            <pc:docMk/>
            <pc:sldMk cId="1094082992" sldId="272"/>
            <ac:spMk id="111" creationId="{DADF03C3-072C-2B8C-5987-1E8BC69627BA}"/>
          </ac:spMkLst>
        </pc:spChg>
        <pc:spChg chg="add mod">
          <ac:chgData name="Toby Donaldson" userId="2e6e5431-bb17-4c41-9985-d39c50d83c73" providerId="ADAL" clId="{7F9681A8-EEE2-56F4-9B39-ECCBEE0471AC}" dt="2026-06-16T02:14:03.736" v="25540" actId="207"/>
          <ac:spMkLst>
            <pc:docMk/>
            <pc:sldMk cId="1094082992" sldId="272"/>
            <ac:spMk id="112" creationId="{DD299C17-2DBF-2BBD-7BA7-570E244C243E}"/>
          </ac:spMkLst>
        </pc:spChg>
        <pc:spChg chg="add mod">
          <ac:chgData name="Toby Donaldson" userId="2e6e5431-bb17-4c41-9985-d39c50d83c73" providerId="ADAL" clId="{7F9681A8-EEE2-56F4-9B39-ECCBEE0471AC}" dt="2026-06-16T02:11:19.241" v="25523" actId="12789"/>
          <ac:spMkLst>
            <pc:docMk/>
            <pc:sldMk cId="1094082992" sldId="272"/>
            <ac:spMk id="113" creationId="{1EB9136C-4EE2-E807-EDAF-B775131EA585}"/>
          </ac:spMkLst>
        </pc:spChg>
        <pc:spChg chg="add mod">
          <ac:chgData name="Toby Donaldson" userId="2e6e5431-bb17-4c41-9985-d39c50d83c73" providerId="ADAL" clId="{7F9681A8-EEE2-56F4-9B39-ECCBEE0471AC}" dt="2026-06-16T02:11:19.241" v="25523" actId="12789"/>
          <ac:spMkLst>
            <pc:docMk/>
            <pc:sldMk cId="1094082992" sldId="272"/>
            <ac:spMk id="114" creationId="{60890112-8C52-0ED6-4A2E-3FDDE485BE79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17" creationId="{EC55D290-6AC2-7B46-8A03-88CBA18B6E04}"/>
          </ac:spMkLst>
        </pc:spChg>
        <pc:spChg chg="add mod">
          <ac:chgData name="Toby Donaldson" userId="2e6e5431-bb17-4c41-9985-d39c50d83c73" providerId="ADAL" clId="{7F9681A8-EEE2-56F4-9B39-ECCBEE0471AC}" dt="2026-06-16T02:07:52.223" v="25481" actId="164"/>
          <ac:spMkLst>
            <pc:docMk/>
            <pc:sldMk cId="1094082992" sldId="272"/>
            <ac:spMk id="119" creationId="{E13BFD7D-B76F-5332-0C2E-813F609E4696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20" creationId="{50F33381-B315-68A4-CEE0-0E8628863005}"/>
          </ac:spMkLst>
        </pc:spChg>
        <pc:spChg chg="add mod">
          <ac:chgData name="Toby Donaldson" userId="2e6e5431-bb17-4c41-9985-d39c50d83c73" providerId="ADAL" clId="{7F9681A8-EEE2-56F4-9B39-ECCBEE0471AC}" dt="2026-06-16T02:07:52.223" v="25481" actId="164"/>
          <ac:spMkLst>
            <pc:docMk/>
            <pc:sldMk cId="1094082992" sldId="272"/>
            <ac:spMk id="121" creationId="{EB54D630-8F49-3127-E6B3-4AD5C623A57D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22" creationId="{6A852F7D-A22D-550E-3BE5-FB3E1456D408}"/>
          </ac:spMkLst>
        </pc:spChg>
        <pc:spChg chg="add mod">
          <ac:chgData name="Toby Donaldson" userId="2e6e5431-bb17-4c41-9985-d39c50d83c73" providerId="ADAL" clId="{7F9681A8-EEE2-56F4-9B39-ECCBEE0471AC}" dt="2026-06-16T02:08:24.571" v="25486" actId="207"/>
          <ac:spMkLst>
            <pc:docMk/>
            <pc:sldMk cId="1094082992" sldId="272"/>
            <ac:spMk id="123" creationId="{B5CEDC3C-EA72-FCCB-AEBE-3B53418F9C1F}"/>
          </ac:spMkLst>
        </pc:spChg>
        <pc:spChg chg="add mod">
          <ac:chgData name="Toby Donaldson" userId="2e6e5431-bb17-4c41-9985-d39c50d83c73" providerId="ADAL" clId="{7F9681A8-EEE2-56F4-9B39-ECCBEE0471AC}" dt="2026-06-16T02:12:11.561" v="25526" actId="408"/>
          <ac:spMkLst>
            <pc:docMk/>
            <pc:sldMk cId="1094082992" sldId="272"/>
            <ac:spMk id="125" creationId="{8A96AA35-A84D-C889-CB16-11D1856880D8}"/>
          </ac:spMkLst>
        </pc:spChg>
        <pc:spChg chg="mod">
          <ac:chgData name="Toby Donaldson" userId="2e6e5431-bb17-4c41-9985-d39c50d83c73" providerId="ADAL" clId="{7F9681A8-EEE2-56F4-9B39-ECCBEE0471AC}" dt="2026-06-16T02:10:04.406" v="25514" actId="207"/>
          <ac:spMkLst>
            <pc:docMk/>
            <pc:sldMk cId="1094082992" sldId="272"/>
            <ac:spMk id="129" creationId="{909E21CE-ED4A-C1E9-A1F8-0947C87BF295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31" creationId="{E4E46469-56A4-96D1-A8B9-6B28DB13074B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32" creationId="{685B8426-AF8D-C6C2-E5AE-10584D39611C}"/>
          </ac:spMkLst>
        </pc:spChg>
        <pc:spChg chg="mod">
          <ac:chgData name="Toby Donaldson" userId="2e6e5431-bb17-4c41-9985-d39c50d83c73" providerId="ADAL" clId="{7F9681A8-EEE2-56F4-9B39-ECCBEE0471AC}" dt="2026-06-16T02:09:56.835" v="25511" actId="207"/>
          <ac:spMkLst>
            <pc:docMk/>
            <pc:sldMk cId="1094082992" sldId="272"/>
            <ac:spMk id="133" creationId="{E162D708-FBBA-4865-333D-5E8240991EDE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35" creationId="{2F990799-77C6-F87E-59E2-E8FBFCAA7C56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41" creationId="{07C555DB-C856-B9FF-C6B3-20F6F10C716D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42" creationId="{C4E0118A-0708-1FD7-A899-5CEB33E9B10C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44" creationId="{D0F2EF78-F635-B2B6-C717-2667EB46FECB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45" creationId="{24D4EE42-BC95-E8F9-7A58-BF125095C4C2}"/>
          </ac:spMkLst>
        </pc:spChg>
        <pc:spChg chg="mod">
          <ac:chgData name="Toby Donaldson" userId="2e6e5431-bb17-4c41-9985-d39c50d83c73" providerId="ADAL" clId="{7F9681A8-EEE2-56F4-9B39-ECCBEE0471AC}" dt="2026-06-16T02:09:19.102" v="25500"/>
          <ac:spMkLst>
            <pc:docMk/>
            <pc:sldMk cId="1094082992" sldId="272"/>
            <ac:spMk id="147" creationId="{58072B29-5474-D5DA-C639-300485336891}"/>
          </ac:spMkLst>
        </pc:spChg>
        <pc:spChg chg="add del mod">
          <ac:chgData name="Toby Donaldson" userId="2e6e5431-bb17-4c41-9985-d39c50d83c73" providerId="ADAL" clId="{7F9681A8-EEE2-56F4-9B39-ECCBEE0471AC}" dt="2026-06-16T02:16:32.012" v="25557" actId="21"/>
          <ac:spMkLst>
            <pc:docMk/>
            <pc:sldMk cId="1094082992" sldId="272"/>
            <ac:spMk id="149" creationId="{4E175FFD-77D8-8B34-4827-C2C3FCC25A40}"/>
          </ac:spMkLst>
        </pc:spChg>
        <pc:spChg chg="add del mod">
          <ac:chgData name="Toby Donaldson" userId="2e6e5431-bb17-4c41-9985-d39c50d83c73" providerId="ADAL" clId="{7F9681A8-EEE2-56F4-9B39-ECCBEE0471AC}" dt="2026-06-16T02:15:52.922" v="25553" actId="21"/>
          <ac:spMkLst>
            <pc:docMk/>
            <pc:sldMk cId="1094082992" sldId="272"/>
            <ac:spMk id="150" creationId="{9C06B24E-E801-232E-1EEF-601441111C60}"/>
          </ac:spMkLst>
        </pc:spChg>
        <pc:spChg chg="add mod">
          <ac:chgData name="Toby Donaldson" userId="2e6e5431-bb17-4c41-9985-d39c50d83c73" providerId="ADAL" clId="{7F9681A8-EEE2-56F4-9B39-ECCBEE0471AC}" dt="2026-06-16T02:13:09.618" v="25533" actId="20577"/>
          <ac:spMkLst>
            <pc:docMk/>
            <pc:sldMk cId="1094082992" sldId="272"/>
            <ac:spMk id="151" creationId="{8F362B59-E75A-6399-82BC-4F7BCD22781D}"/>
          </ac:spMkLst>
        </pc:spChg>
        <pc:spChg chg="add mod">
          <ac:chgData name="Toby Donaldson" userId="2e6e5431-bb17-4c41-9985-d39c50d83c73" providerId="ADAL" clId="{7F9681A8-EEE2-56F4-9B39-ECCBEE0471AC}" dt="2026-06-16T02:13:27.077" v="25536" actId="20577"/>
          <ac:spMkLst>
            <pc:docMk/>
            <pc:sldMk cId="1094082992" sldId="272"/>
            <ac:spMk id="152" creationId="{6E8838C0-67BA-6C62-7D45-43BCDBFC8767}"/>
          </ac:spMkLst>
        </pc:spChg>
        <pc:spChg chg="add mod">
          <ac:chgData name="Toby Donaldson" userId="2e6e5431-bb17-4c41-9985-d39c50d83c73" providerId="ADAL" clId="{7F9681A8-EEE2-56F4-9B39-ECCBEE0471AC}" dt="2026-06-16T02:13:51.660" v="25539" actId="20577"/>
          <ac:spMkLst>
            <pc:docMk/>
            <pc:sldMk cId="1094082992" sldId="272"/>
            <ac:spMk id="153" creationId="{A81981C8-F698-DE4B-B865-0851C6549BFC}"/>
          </ac:spMkLst>
        </pc:spChg>
        <pc:spChg chg="add del mod">
          <ac:chgData name="Toby Donaldson" userId="2e6e5431-bb17-4c41-9985-d39c50d83c73" providerId="ADAL" clId="{7F9681A8-EEE2-56F4-9B39-ECCBEE0471AC}" dt="2026-06-16T02:19:06.570" v="25581" actId="21"/>
          <ac:spMkLst>
            <pc:docMk/>
            <pc:sldMk cId="1094082992" sldId="272"/>
            <ac:spMk id="154" creationId="{DA213146-AB16-8971-D927-35AF03699E24}"/>
          </ac:spMkLst>
        </pc:spChg>
        <pc:spChg chg="add del mod">
          <ac:chgData name="Toby Donaldson" userId="2e6e5431-bb17-4c41-9985-d39c50d83c73" providerId="ADAL" clId="{7F9681A8-EEE2-56F4-9B39-ECCBEE0471AC}" dt="2026-06-16T02:16:32.012" v="25557" actId="21"/>
          <ac:spMkLst>
            <pc:docMk/>
            <pc:sldMk cId="1094082992" sldId="272"/>
            <ac:spMk id="155" creationId="{C4F82161-E240-879E-D451-48097F72DEAB}"/>
          </ac:spMkLst>
        </pc:spChg>
        <pc:grpChg chg="del">
          <ac:chgData name="Toby Donaldson" userId="2e6e5431-bb17-4c41-9985-d39c50d83c73" providerId="ADAL" clId="{7F9681A8-EEE2-56F4-9B39-ECCBEE0471AC}" dt="2026-06-16T02:02:10.652" v="25423" actId="21"/>
          <ac:grpSpMkLst>
            <pc:docMk/>
            <pc:sldMk cId="1094082992" sldId="272"/>
            <ac:grpSpMk id="4" creationId="{F4BFA2F2-5DE5-5DB9-861F-3E479FF4E11C}"/>
          </ac:grpSpMkLst>
        </pc:grpChg>
        <pc:grpChg chg="mod">
          <ac:chgData name="Toby Donaldson" userId="2e6e5431-bb17-4c41-9985-d39c50d83c73" providerId="ADAL" clId="{7F9681A8-EEE2-56F4-9B39-ECCBEE0471AC}" dt="2026-06-16T02:07:52.223" v="25481" actId="164"/>
          <ac:grpSpMkLst>
            <pc:docMk/>
            <pc:sldMk cId="1094082992" sldId="272"/>
            <ac:grpSpMk id="20" creationId="{11B3EA21-D2C4-A931-75BF-11163D992EF8}"/>
          </ac:grpSpMkLst>
        </pc:grpChg>
        <pc:grpChg chg="mod">
          <ac:chgData name="Toby Donaldson" userId="2e6e5431-bb17-4c41-9985-d39c50d83c73" providerId="ADAL" clId="{7F9681A8-EEE2-56F4-9B39-ECCBEE0471AC}" dt="2026-06-16T02:05:48.351" v="25468" actId="164"/>
          <ac:grpSpMkLst>
            <pc:docMk/>
            <pc:sldMk cId="1094082992" sldId="272"/>
            <ac:grpSpMk id="34" creationId="{C616DE0D-6DF8-5CF3-2C6E-288C43A1B501}"/>
          </ac:grpSpMkLst>
        </pc:grpChg>
        <pc:grpChg chg="mod">
          <ac:chgData name="Toby Donaldson" userId="2e6e5431-bb17-4c41-9985-d39c50d83c73" providerId="ADAL" clId="{7F9681A8-EEE2-56F4-9B39-ECCBEE0471AC}" dt="2026-06-16T02:02:17.281" v="25424" actId="164"/>
          <ac:grpSpMkLst>
            <pc:docMk/>
            <pc:sldMk cId="1094082992" sldId="272"/>
            <ac:grpSpMk id="45" creationId="{E561908E-1966-BC69-3275-F1E21696776E}"/>
          </ac:grpSpMkLst>
        </pc:grpChg>
        <pc:grpChg chg="mod">
          <ac:chgData name="Toby Donaldson" userId="2e6e5431-bb17-4c41-9985-d39c50d83c73" providerId="ADAL" clId="{7F9681A8-EEE2-56F4-9B39-ECCBEE0471AC}" dt="2026-06-16T02:00:01.245" v="25403" actId="164"/>
          <ac:grpSpMkLst>
            <pc:docMk/>
            <pc:sldMk cId="1094082992" sldId="272"/>
            <ac:grpSpMk id="54" creationId="{A3B61B1B-9930-348A-46F4-62251EBCA689}"/>
          </ac:grpSpMkLst>
        </pc:grpChg>
        <pc:grpChg chg="mod">
          <ac:chgData name="Toby Donaldson" userId="2e6e5431-bb17-4c41-9985-d39c50d83c73" providerId="ADAL" clId="{7F9681A8-EEE2-56F4-9B39-ECCBEE0471AC}" dt="2026-06-16T01:59:57.596" v="25402" actId="164"/>
          <ac:grpSpMkLst>
            <pc:docMk/>
            <pc:sldMk cId="1094082992" sldId="272"/>
            <ac:grpSpMk id="60" creationId="{5AF7D751-7F51-6E2F-51B7-4708D84E0084}"/>
          </ac:grpSpMkLst>
        </pc:grpChg>
        <pc:grpChg chg="add mod">
          <ac:chgData name="Toby Donaldson" userId="2e6e5431-bb17-4c41-9985-d39c50d83c73" providerId="ADAL" clId="{7F9681A8-EEE2-56F4-9B39-ECCBEE0471AC}" dt="2026-06-16T02:10:17.058" v="25515" actId="554"/>
          <ac:grpSpMkLst>
            <pc:docMk/>
            <pc:sldMk cId="1094082992" sldId="272"/>
            <ac:grpSpMk id="73" creationId="{23E0C710-405D-C79C-C25B-FFF7638D8AF0}"/>
          </ac:grpSpMkLst>
        </pc:grpChg>
        <pc:grpChg chg="add mod">
          <ac:chgData name="Toby Donaldson" userId="2e6e5431-bb17-4c41-9985-d39c50d83c73" providerId="ADAL" clId="{7F9681A8-EEE2-56F4-9B39-ECCBEE0471AC}" dt="2026-06-16T02:10:17.058" v="25515" actId="554"/>
          <ac:grpSpMkLst>
            <pc:docMk/>
            <pc:sldMk cId="1094082992" sldId="272"/>
            <ac:grpSpMk id="74" creationId="{83E6DA03-3251-95B4-F7D7-57C810660BDA}"/>
          </ac:grpSpMkLst>
        </pc:grpChg>
        <pc:grpChg chg="add mod">
          <ac:chgData name="Toby Donaldson" userId="2e6e5431-bb17-4c41-9985-d39c50d83c73" providerId="ADAL" clId="{7F9681A8-EEE2-56F4-9B39-ECCBEE0471AC}" dt="2026-06-16T02:10:17.058" v="25515" actId="554"/>
          <ac:grpSpMkLst>
            <pc:docMk/>
            <pc:sldMk cId="1094082992" sldId="272"/>
            <ac:grpSpMk id="75" creationId="{6BA446D3-7ADB-8E1D-41AC-5D67144B73D4}"/>
          </ac:grpSpMkLst>
        </pc:grpChg>
        <pc:grpChg chg="add mod">
          <ac:chgData name="Toby Donaldson" userId="2e6e5431-bb17-4c41-9985-d39c50d83c73" providerId="ADAL" clId="{7F9681A8-EEE2-56F4-9B39-ECCBEE0471AC}" dt="2026-06-16T02:10:17.058" v="25515" actId="554"/>
          <ac:grpSpMkLst>
            <pc:docMk/>
            <pc:sldMk cId="1094082992" sldId="272"/>
            <ac:grpSpMk id="76" creationId="{9EC5B52F-5B1B-753B-6FF1-3207A7A4F25D}"/>
          </ac:grpSpMkLst>
        </pc:grpChg>
        <pc:grpChg chg="mod">
          <ac:chgData name="Toby Donaldson" userId="2e6e5431-bb17-4c41-9985-d39c50d83c73" providerId="ADAL" clId="{7F9681A8-EEE2-56F4-9B39-ECCBEE0471AC}" dt="2026-06-16T02:00:20.858" v="25407"/>
          <ac:grpSpMkLst>
            <pc:docMk/>
            <pc:sldMk cId="1094082992" sldId="272"/>
            <ac:grpSpMk id="77" creationId="{F986042C-E06B-BC28-1563-C8071DDE27B2}"/>
          </ac:grpSpMkLst>
        </pc:grpChg>
        <pc:grpChg chg="add mod">
          <ac:chgData name="Toby Donaldson" userId="2e6e5431-bb17-4c41-9985-d39c50d83c73" providerId="ADAL" clId="{7F9681A8-EEE2-56F4-9B39-ECCBEE0471AC}" dt="2026-06-16T02:10:17.058" v="25515" actId="554"/>
          <ac:grpSpMkLst>
            <pc:docMk/>
            <pc:sldMk cId="1094082992" sldId="272"/>
            <ac:grpSpMk id="90" creationId="{F3D612E0-800A-7FE6-63C8-A65D82ADC6BD}"/>
          </ac:grpSpMkLst>
        </pc:grpChg>
        <pc:grpChg chg="add mod">
          <ac:chgData name="Toby Donaldson" userId="2e6e5431-bb17-4c41-9985-d39c50d83c73" providerId="ADAL" clId="{7F9681A8-EEE2-56F4-9B39-ECCBEE0471AC}" dt="2026-06-16T02:11:51.010" v="25525" actId="554"/>
          <ac:grpSpMkLst>
            <pc:docMk/>
            <pc:sldMk cId="1094082992" sldId="272"/>
            <ac:grpSpMk id="91" creationId="{1E1E8179-5E36-CEE2-116D-C582B68F0A22}"/>
          </ac:grpSpMkLst>
        </pc:grpChg>
        <pc:grpChg chg="mod">
          <ac:chgData name="Toby Donaldson" userId="2e6e5431-bb17-4c41-9985-d39c50d83c73" providerId="ADAL" clId="{7F9681A8-EEE2-56F4-9B39-ECCBEE0471AC}" dt="2026-06-16T02:02:19.240" v="25425"/>
          <ac:grpSpMkLst>
            <pc:docMk/>
            <pc:sldMk cId="1094082992" sldId="272"/>
            <ac:grpSpMk id="99" creationId="{7C99D8CB-096A-ECFC-FBFE-3024C29CA799}"/>
          </ac:grpSpMkLst>
        </pc:grpChg>
        <pc:grpChg chg="add mod">
          <ac:chgData name="Toby Donaldson" userId="2e6e5431-bb17-4c41-9985-d39c50d83c73" providerId="ADAL" clId="{7F9681A8-EEE2-56F4-9B39-ECCBEE0471AC}" dt="2026-06-16T02:05:48.351" v="25468" actId="164"/>
          <ac:grpSpMkLst>
            <pc:docMk/>
            <pc:sldMk cId="1094082992" sldId="272"/>
            <ac:grpSpMk id="115" creationId="{A48748AF-8666-1541-9A3E-033B50AB6B68}"/>
          </ac:grpSpMkLst>
        </pc:grpChg>
        <pc:grpChg chg="add mod">
          <ac:chgData name="Toby Donaldson" userId="2e6e5431-bb17-4c41-9985-d39c50d83c73" providerId="ADAL" clId="{7F9681A8-EEE2-56F4-9B39-ECCBEE0471AC}" dt="2026-06-16T02:07:23.103" v="25478" actId="164"/>
          <ac:grpSpMkLst>
            <pc:docMk/>
            <pc:sldMk cId="1094082992" sldId="272"/>
            <ac:grpSpMk id="116" creationId="{30FC5F95-FFBC-0793-212A-04F46A59E18E}"/>
          </ac:grpSpMkLst>
        </pc:grpChg>
        <pc:grpChg chg="add del mod">
          <ac:chgData name="Toby Donaldson" userId="2e6e5431-bb17-4c41-9985-d39c50d83c73" providerId="ADAL" clId="{7F9681A8-EEE2-56F4-9B39-ECCBEE0471AC}" dt="2026-06-16T02:16:38.023" v="25558" actId="21"/>
          <ac:grpSpMkLst>
            <pc:docMk/>
            <pc:sldMk cId="1094082992" sldId="272"/>
            <ac:grpSpMk id="118" creationId="{B3EF2BF7-C2A1-8351-2AA0-5A930BB01B96}"/>
          </ac:grpSpMkLst>
        </pc:grpChg>
        <pc:grpChg chg="add mod">
          <ac:chgData name="Toby Donaldson" userId="2e6e5431-bb17-4c41-9985-d39c50d83c73" providerId="ADAL" clId="{7F9681A8-EEE2-56F4-9B39-ECCBEE0471AC}" dt="2026-06-16T02:08:55.705" v="25493" actId="164"/>
          <ac:grpSpMkLst>
            <pc:docMk/>
            <pc:sldMk cId="1094082992" sldId="272"/>
            <ac:grpSpMk id="124" creationId="{FAA4A627-3A50-F460-FD78-6829A30DA74D}"/>
          </ac:grpSpMkLst>
        </pc:grpChg>
        <pc:grpChg chg="add del mod">
          <ac:chgData name="Toby Donaldson" userId="2e6e5431-bb17-4c41-9985-d39c50d83c73" providerId="ADAL" clId="{7F9681A8-EEE2-56F4-9B39-ECCBEE0471AC}" dt="2026-06-16T02:16:03.953" v="25555" actId="21"/>
          <ac:grpSpMkLst>
            <pc:docMk/>
            <pc:sldMk cId="1094082992" sldId="272"/>
            <ac:grpSpMk id="126" creationId="{C1B9126F-69DB-7A27-BE97-E0CA9A4CE94E}"/>
          </ac:grpSpMkLst>
        </pc:grpChg>
        <pc:grpChg chg="add del mod">
          <ac:chgData name="Toby Donaldson" userId="2e6e5431-bb17-4c41-9985-d39c50d83c73" providerId="ADAL" clId="{7F9681A8-EEE2-56F4-9B39-ECCBEE0471AC}" dt="2026-06-16T02:15:48.591" v="25552" actId="21"/>
          <ac:grpSpMkLst>
            <pc:docMk/>
            <pc:sldMk cId="1094082992" sldId="272"/>
            <ac:grpSpMk id="127" creationId="{7626BE64-EF7A-59C2-3AD8-0DD7FD932A3C}"/>
          </ac:grpSpMkLst>
        </pc:grp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6" creationId="{5F344044-1907-7544-280D-A3C7F5626210}"/>
          </ac:cxnSpMkLst>
        </pc:cxn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9" creationId="{350C3F2B-0545-46A7-FC8C-64F0F0AD3BB7}"/>
          </ac:cxnSpMkLst>
        </pc:cxn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12" creationId="{669D7D76-CABB-A9BA-70C1-DE4CCBAA832D}"/>
          </ac:cxnSpMkLst>
        </pc:cxn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14" creationId="{B66BE927-F6D1-498E-A9AF-21E5361746FB}"/>
          </ac:cxnSpMkLst>
        </pc:cxn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17" creationId="{8173AB44-A460-AD46-027E-479AE5F5A295}"/>
          </ac:cxnSpMkLst>
        </pc:cxnChg>
        <pc:cxnChg chg="mod">
          <ac:chgData name="Toby Donaldson" userId="2e6e5431-bb17-4c41-9985-d39c50d83c73" providerId="ADAL" clId="{7F9681A8-EEE2-56F4-9B39-ECCBEE0471AC}" dt="2026-06-16T02:02:10.652" v="25423" actId="21"/>
          <ac:cxnSpMkLst>
            <pc:docMk/>
            <pc:sldMk cId="1094082992" sldId="272"/>
            <ac:cxnSpMk id="19" creationId="{0D7BDB14-9E61-8A67-6BF9-F292AE85A1F3}"/>
          </ac:cxnSpMkLst>
        </pc:cxnChg>
        <pc:cxnChg chg="mod">
          <ac:chgData name="Toby Donaldson" userId="2e6e5431-bb17-4c41-9985-d39c50d83c73" providerId="ADAL" clId="{7F9681A8-EEE2-56F4-9B39-ECCBEE0471AC}" dt="2026-06-16T02:16:03.953" v="25555" actId="21"/>
          <ac:cxnSpMkLst>
            <pc:docMk/>
            <pc:sldMk cId="1094082992" sldId="272"/>
            <ac:cxnSpMk id="22" creationId="{90B6AF35-FBDF-AA18-8B7F-1CB3C939B6B6}"/>
          </ac:cxnSpMkLst>
        </pc:cxnChg>
        <pc:cxnChg chg="mod">
          <ac:chgData name="Toby Donaldson" userId="2e6e5431-bb17-4c41-9985-d39c50d83c73" providerId="ADAL" clId="{7F9681A8-EEE2-56F4-9B39-ECCBEE0471AC}" dt="2026-06-16T02:16:03.953" v="25555" actId="21"/>
          <ac:cxnSpMkLst>
            <pc:docMk/>
            <pc:sldMk cId="1094082992" sldId="272"/>
            <ac:cxnSpMk id="25" creationId="{82EAEDE3-DE75-B673-C7B2-709303D0554E}"/>
          </ac:cxnSpMkLst>
        </pc:cxnChg>
        <pc:cxnChg chg="mod">
          <ac:chgData name="Toby Donaldson" userId="2e6e5431-bb17-4c41-9985-d39c50d83c73" providerId="ADAL" clId="{7F9681A8-EEE2-56F4-9B39-ECCBEE0471AC}" dt="2026-06-16T02:16:03.953" v="25555" actId="21"/>
          <ac:cxnSpMkLst>
            <pc:docMk/>
            <pc:sldMk cId="1094082992" sldId="272"/>
            <ac:cxnSpMk id="28" creationId="{99BCA156-3B91-9984-788D-74744BF82701}"/>
          </ac:cxnSpMkLst>
        </pc:cxnChg>
        <pc:cxnChg chg="mod">
          <ac:chgData name="Toby Donaldson" userId="2e6e5431-bb17-4c41-9985-d39c50d83c73" providerId="ADAL" clId="{7F9681A8-EEE2-56F4-9B39-ECCBEE0471AC}" dt="2026-06-16T02:16:03.953" v="25555" actId="21"/>
          <ac:cxnSpMkLst>
            <pc:docMk/>
            <pc:sldMk cId="1094082992" sldId="272"/>
            <ac:cxnSpMk id="31" creationId="{69B2F92E-DF5A-9B9A-3766-EF47B7216EEA}"/>
          </ac:cxnSpMkLst>
        </pc:cxnChg>
        <pc:cxnChg chg="mod">
          <ac:chgData name="Toby Donaldson" userId="2e6e5431-bb17-4c41-9985-d39c50d83c73" providerId="ADAL" clId="{7F9681A8-EEE2-56F4-9B39-ECCBEE0471AC}" dt="2026-06-16T02:16:03.953" v="25555" actId="21"/>
          <ac:cxnSpMkLst>
            <pc:docMk/>
            <pc:sldMk cId="1094082992" sldId="272"/>
            <ac:cxnSpMk id="33" creationId="{839D7303-1324-FE40-AF08-964E3A9A10EF}"/>
          </ac:cxnSpMkLst>
        </pc:cxnChg>
        <pc:cxnChg chg="mod">
          <ac:chgData name="Toby Donaldson" userId="2e6e5431-bb17-4c41-9985-d39c50d83c73" providerId="ADAL" clId="{7F9681A8-EEE2-56F4-9B39-ECCBEE0471AC}" dt="2026-06-16T02:16:38.023" v="25558" actId="21"/>
          <ac:cxnSpMkLst>
            <pc:docMk/>
            <pc:sldMk cId="1094082992" sldId="272"/>
            <ac:cxnSpMk id="36" creationId="{63654122-DDE1-6F59-A7B5-9B4BD87411D2}"/>
          </ac:cxnSpMkLst>
        </pc:cxnChg>
        <pc:cxnChg chg="mod">
          <ac:chgData name="Toby Donaldson" userId="2e6e5431-bb17-4c41-9985-d39c50d83c73" providerId="ADAL" clId="{7F9681A8-EEE2-56F4-9B39-ECCBEE0471AC}" dt="2026-06-16T02:16:38.023" v="25558" actId="21"/>
          <ac:cxnSpMkLst>
            <pc:docMk/>
            <pc:sldMk cId="1094082992" sldId="272"/>
            <ac:cxnSpMk id="39" creationId="{33AE38C7-CA2A-B352-AAF7-29EAEBC61934}"/>
          </ac:cxnSpMkLst>
        </pc:cxnChg>
        <pc:cxnChg chg="mod">
          <ac:chgData name="Toby Donaldson" userId="2e6e5431-bb17-4c41-9985-d39c50d83c73" providerId="ADAL" clId="{7F9681A8-EEE2-56F4-9B39-ECCBEE0471AC}" dt="2026-06-16T02:16:38.023" v="25558" actId="21"/>
          <ac:cxnSpMkLst>
            <pc:docMk/>
            <pc:sldMk cId="1094082992" sldId="272"/>
            <ac:cxnSpMk id="42" creationId="{1D67DE55-4735-9B0F-F0B6-26F49BFF26DB}"/>
          </ac:cxnSpMkLst>
        </pc:cxnChg>
        <pc:cxnChg chg="mod">
          <ac:chgData name="Toby Donaldson" userId="2e6e5431-bb17-4c41-9985-d39c50d83c73" providerId="ADAL" clId="{7F9681A8-EEE2-56F4-9B39-ECCBEE0471AC}" dt="2026-06-16T02:16:38.023" v="25558" actId="21"/>
          <ac:cxnSpMkLst>
            <pc:docMk/>
            <pc:sldMk cId="1094082992" sldId="272"/>
            <ac:cxnSpMk id="44" creationId="{A7900792-019D-5EA8-5D62-833CFFF0A27A}"/>
          </ac:cxnSpMkLst>
        </pc:cxnChg>
        <pc:cxnChg chg="mod">
          <ac:chgData name="Toby Donaldson" userId="2e6e5431-bb17-4c41-9985-d39c50d83c73" providerId="ADAL" clId="{7F9681A8-EEE2-56F4-9B39-ECCBEE0471AC}" dt="2026-06-16T02:00:20.858" v="25407"/>
          <ac:cxnSpMkLst>
            <pc:docMk/>
            <pc:sldMk cId="1094082992" sldId="272"/>
            <ac:cxnSpMk id="82" creationId="{6B3D270E-4DA6-765D-7CE2-42EE31AB5DFB}"/>
          </ac:cxnSpMkLst>
        </pc:cxnChg>
        <pc:cxnChg chg="mod">
          <ac:chgData name="Toby Donaldson" userId="2e6e5431-bb17-4c41-9985-d39c50d83c73" providerId="ADAL" clId="{7F9681A8-EEE2-56F4-9B39-ECCBEE0471AC}" dt="2026-06-16T02:00:20.858" v="25407"/>
          <ac:cxnSpMkLst>
            <pc:docMk/>
            <pc:sldMk cId="1094082992" sldId="272"/>
            <ac:cxnSpMk id="85" creationId="{A10E7407-55C2-C2A3-3C98-0985A73F8476}"/>
          </ac:cxnSpMkLst>
        </pc:cxnChg>
        <pc:cxnChg chg="mod">
          <ac:chgData name="Toby Donaldson" userId="2e6e5431-bb17-4c41-9985-d39c50d83c73" providerId="ADAL" clId="{7F9681A8-EEE2-56F4-9B39-ECCBEE0471AC}" dt="2026-06-16T02:15:48.591" v="25552" actId="21"/>
          <ac:cxnSpMkLst>
            <pc:docMk/>
            <pc:sldMk cId="1094082992" sldId="272"/>
            <ac:cxnSpMk id="137" creationId="{C9D41030-D4A6-0C9A-AD1E-157D8C20595D}"/>
          </ac:cxnSpMkLst>
        </pc:cxnChg>
        <pc:cxnChg chg="mod">
          <ac:chgData name="Toby Donaldson" userId="2e6e5431-bb17-4c41-9985-d39c50d83c73" providerId="ADAL" clId="{7F9681A8-EEE2-56F4-9B39-ECCBEE0471AC}" dt="2026-06-16T02:15:48.591" v="25552" actId="21"/>
          <ac:cxnSpMkLst>
            <pc:docMk/>
            <pc:sldMk cId="1094082992" sldId="272"/>
            <ac:cxnSpMk id="140" creationId="{29896BBE-24F3-71B2-9C86-C801B918D2A9}"/>
          </ac:cxnSpMkLst>
        </pc:cxnChg>
        <pc:cxnChg chg="mod">
          <ac:chgData name="Toby Donaldson" userId="2e6e5431-bb17-4c41-9985-d39c50d83c73" providerId="ADAL" clId="{7F9681A8-EEE2-56F4-9B39-ECCBEE0471AC}" dt="2026-06-16T02:15:48.591" v="25552" actId="21"/>
          <ac:cxnSpMkLst>
            <pc:docMk/>
            <pc:sldMk cId="1094082992" sldId="272"/>
            <ac:cxnSpMk id="143" creationId="{2D289980-7041-9F4D-FDFB-3FF72F3964B1}"/>
          </ac:cxnSpMkLst>
        </pc:cxnChg>
        <pc:cxnChg chg="mod">
          <ac:chgData name="Toby Donaldson" userId="2e6e5431-bb17-4c41-9985-d39c50d83c73" providerId="ADAL" clId="{7F9681A8-EEE2-56F4-9B39-ECCBEE0471AC}" dt="2026-06-16T02:15:48.591" v="25552" actId="21"/>
          <ac:cxnSpMkLst>
            <pc:docMk/>
            <pc:sldMk cId="1094082992" sldId="272"/>
            <ac:cxnSpMk id="146" creationId="{24607D90-FEF8-D19D-E298-55E748865298}"/>
          </ac:cxnSpMkLst>
        </pc:cxnChg>
        <pc:cxnChg chg="mod">
          <ac:chgData name="Toby Donaldson" userId="2e6e5431-bb17-4c41-9985-d39c50d83c73" providerId="ADAL" clId="{7F9681A8-EEE2-56F4-9B39-ECCBEE0471AC}" dt="2026-06-16T02:15:48.591" v="25552" actId="21"/>
          <ac:cxnSpMkLst>
            <pc:docMk/>
            <pc:sldMk cId="1094082992" sldId="272"/>
            <ac:cxnSpMk id="148" creationId="{084B17C1-E4F1-4B84-5B23-88066E8F5077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403331413" sldId="272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675940344" sldId="273"/>
        </pc:sldMkLst>
      </pc:sldChg>
      <pc:sldChg chg="modSp new del mod">
        <pc:chgData name="Toby Donaldson" userId="2e6e5431-bb17-4c41-9985-d39c50d83c73" providerId="ADAL" clId="{7F9681A8-EEE2-56F4-9B39-ECCBEE0471AC}" dt="2026-06-16T02:27:12.949" v="26416" actId="2696"/>
        <pc:sldMkLst>
          <pc:docMk/>
          <pc:sldMk cId="2047799560" sldId="273"/>
        </pc:sldMkLst>
        <pc:spChg chg="mod">
          <ac:chgData name="Toby Donaldson" userId="2e6e5431-bb17-4c41-9985-d39c50d83c73" providerId="ADAL" clId="{7F9681A8-EEE2-56F4-9B39-ECCBEE0471AC}" dt="2026-06-15T21:58:23.466" v="19581" actId="20577"/>
          <ac:spMkLst>
            <pc:docMk/>
            <pc:sldMk cId="2047799560" sldId="273"/>
            <ac:spMk id="2" creationId="{C0845352-C341-C2BB-BCB0-AC00E29FAEE6}"/>
          </ac:spMkLst>
        </pc:spChg>
      </pc:sldChg>
      <pc:sldChg chg="addSp modSp new mod">
        <pc:chgData name="Toby Donaldson" userId="2e6e5431-bb17-4c41-9985-d39c50d83c73" providerId="ADAL" clId="{7F9681A8-EEE2-56F4-9B39-ECCBEE0471AC}" dt="2026-06-15T22:11:25.183" v="20768" actId="20577"/>
        <pc:sldMkLst>
          <pc:docMk/>
          <pc:sldMk cId="1770096673" sldId="274"/>
        </pc:sldMkLst>
        <pc:spChg chg="mod">
          <ac:chgData name="Toby Donaldson" userId="2e6e5431-bb17-4c41-9985-d39c50d83c73" providerId="ADAL" clId="{7F9681A8-EEE2-56F4-9B39-ECCBEE0471AC}" dt="2026-06-15T22:01:00.959" v="19588" actId="20577"/>
          <ac:spMkLst>
            <pc:docMk/>
            <pc:sldMk cId="1770096673" sldId="274"/>
            <ac:spMk id="2" creationId="{264A85BD-AFE1-ACA4-DFF0-90B56D610A1B}"/>
          </ac:spMkLst>
        </pc:spChg>
        <pc:spChg chg="mod">
          <ac:chgData name="Toby Donaldson" userId="2e6e5431-bb17-4c41-9985-d39c50d83c73" providerId="ADAL" clId="{7F9681A8-EEE2-56F4-9B39-ECCBEE0471AC}" dt="2026-06-15T22:11:25.183" v="20768" actId="20577"/>
          <ac:spMkLst>
            <pc:docMk/>
            <pc:sldMk cId="1770096673" sldId="274"/>
            <ac:spMk id="3" creationId="{26B4BC42-4EC6-A3D6-BFBB-642E218621AD}"/>
          </ac:spMkLst>
        </pc:spChg>
        <pc:spChg chg="add mod">
          <ac:chgData name="Toby Donaldson" userId="2e6e5431-bb17-4c41-9985-d39c50d83c73" providerId="ADAL" clId="{7F9681A8-EEE2-56F4-9B39-ECCBEE0471AC}" dt="2026-06-15T22:05:28.649" v="20051" actId="1076"/>
          <ac:spMkLst>
            <pc:docMk/>
            <pc:sldMk cId="1770096673" sldId="274"/>
            <ac:spMk id="4" creationId="{9CD4C7A3-4C41-5203-E965-1B687CD9C9D7}"/>
          </ac:spMkLst>
        </pc:spChg>
        <pc:spChg chg="add mod">
          <ac:chgData name="Toby Donaldson" userId="2e6e5431-bb17-4c41-9985-d39c50d83c73" providerId="ADAL" clId="{7F9681A8-EEE2-56F4-9B39-ECCBEE0471AC}" dt="2026-06-15T22:05:52.028" v="20057" actId="313"/>
          <ac:spMkLst>
            <pc:docMk/>
            <pc:sldMk cId="1770096673" sldId="274"/>
            <ac:spMk id="5" creationId="{A0CBD2FD-ABC9-B7BB-63F7-BD9E44911718}"/>
          </ac:spMkLst>
        </pc:spChg>
        <pc:spChg chg="add mod">
          <ac:chgData name="Toby Donaldson" userId="2e6e5431-bb17-4c41-9985-d39c50d83c73" providerId="ADAL" clId="{7F9681A8-EEE2-56F4-9B39-ECCBEE0471AC}" dt="2026-06-15T22:05:55.944" v="20061" actId="313"/>
          <ac:spMkLst>
            <pc:docMk/>
            <pc:sldMk cId="1770096673" sldId="274"/>
            <ac:spMk id="6" creationId="{6ABB2FA5-8697-9404-4F39-1F116DC33331}"/>
          </ac:spMkLst>
        </pc:spChg>
        <pc:spChg chg="add mod">
          <ac:chgData name="Toby Donaldson" userId="2e6e5431-bb17-4c41-9985-d39c50d83c73" providerId="ADAL" clId="{7F9681A8-EEE2-56F4-9B39-ECCBEE0471AC}" dt="2026-06-15T22:06:35.699" v="20181" actId="1076"/>
          <ac:spMkLst>
            <pc:docMk/>
            <pc:sldMk cId="1770096673" sldId="274"/>
            <ac:spMk id="7" creationId="{146CECEB-5D8D-125B-D06E-D299A4FE4995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779663032" sldId="274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829582894" sldId="275"/>
        </pc:sldMkLst>
      </pc:sldChg>
      <pc:sldChg chg="addSp modSp add mod">
        <pc:chgData name="Toby Donaldson" userId="2e6e5431-bb17-4c41-9985-d39c50d83c73" providerId="ADAL" clId="{7F9681A8-EEE2-56F4-9B39-ECCBEE0471AC}" dt="2026-06-15T22:20:06.482" v="21676" actId="2711"/>
        <pc:sldMkLst>
          <pc:docMk/>
          <pc:sldMk cId="4087277956" sldId="275"/>
        </pc:sldMkLst>
        <pc:spChg chg="mod">
          <ac:chgData name="Toby Donaldson" userId="2e6e5431-bb17-4c41-9985-d39c50d83c73" providerId="ADAL" clId="{7F9681A8-EEE2-56F4-9B39-ECCBEE0471AC}" dt="2026-06-15T22:15:24.133" v="21253" actId="20577"/>
          <ac:spMkLst>
            <pc:docMk/>
            <pc:sldMk cId="4087277956" sldId="275"/>
            <ac:spMk id="2" creationId="{125F2E1C-AC86-6472-5756-CB37599EB71C}"/>
          </ac:spMkLst>
        </pc:spChg>
        <pc:spChg chg="mod">
          <ac:chgData name="Toby Donaldson" userId="2e6e5431-bb17-4c41-9985-d39c50d83c73" providerId="ADAL" clId="{7F9681A8-EEE2-56F4-9B39-ECCBEE0471AC}" dt="2026-06-15T22:19:50.037" v="21675" actId="2711"/>
          <ac:spMkLst>
            <pc:docMk/>
            <pc:sldMk cId="4087277956" sldId="275"/>
            <ac:spMk id="3" creationId="{9F9A0E12-C4C4-DA4E-E085-063112F46F9F}"/>
          </ac:spMkLst>
        </pc:spChg>
        <pc:spChg chg="add mod">
          <ac:chgData name="Toby Donaldson" userId="2e6e5431-bb17-4c41-9985-d39c50d83c73" providerId="ADAL" clId="{7F9681A8-EEE2-56F4-9B39-ECCBEE0471AC}" dt="2026-06-15T22:20:06.482" v="21676" actId="2711"/>
          <ac:spMkLst>
            <pc:docMk/>
            <pc:sldMk cId="4087277956" sldId="275"/>
            <ac:spMk id="4" creationId="{6E22292B-74E0-3A66-931D-08A1E0868969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525370219" sldId="276"/>
        </pc:sldMkLst>
      </pc:sldChg>
      <pc:sldChg chg="modSp new mod">
        <pc:chgData name="Toby Donaldson" userId="2e6e5431-bb17-4c41-9985-d39c50d83c73" providerId="ADAL" clId="{7F9681A8-EEE2-56F4-9B39-ECCBEE0471AC}" dt="2026-06-15T22:34:36.553" v="22518" actId="207"/>
        <pc:sldMkLst>
          <pc:docMk/>
          <pc:sldMk cId="3083214239" sldId="276"/>
        </pc:sldMkLst>
        <pc:spChg chg="mod">
          <ac:chgData name="Toby Donaldson" userId="2e6e5431-bb17-4c41-9985-d39c50d83c73" providerId="ADAL" clId="{7F9681A8-EEE2-56F4-9B39-ECCBEE0471AC}" dt="2026-06-15T22:34:36.553" v="22518" actId="207"/>
          <ac:spMkLst>
            <pc:docMk/>
            <pc:sldMk cId="3083214239" sldId="276"/>
            <ac:spMk id="2" creationId="{C8BCE111-8166-479A-9556-4508CEF6549C}"/>
          </ac:spMkLst>
        </pc:spChg>
        <pc:spChg chg="mod">
          <ac:chgData name="Toby Donaldson" userId="2e6e5431-bb17-4c41-9985-d39c50d83c73" providerId="ADAL" clId="{7F9681A8-EEE2-56F4-9B39-ECCBEE0471AC}" dt="2026-06-15T22:34:19.442" v="22515" actId="207"/>
          <ac:spMkLst>
            <pc:docMk/>
            <pc:sldMk cId="3083214239" sldId="276"/>
            <ac:spMk id="3" creationId="{3FB53A5B-F71F-E162-8FF3-D4F7023361DB}"/>
          </ac:spMkLst>
        </pc:spChg>
      </pc:sldChg>
      <pc:sldChg chg="modSp add mod ord">
        <pc:chgData name="Toby Donaldson" userId="2e6e5431-bb17-4c41-9985-d39c50d83c73" providerId="ADAL" clId="{7F9681A8-EEE2-56F4-9B39-ECCBEE0471AC}" dt="2026-06-15T22:41:55.491" v="22808" actId="20578"/>
        <pc:sldMkLst>
          <pc:docMk/>
          <pc:sldMk cId="1862723148" sldId="277"/>
        </pc:sldMkLst>
        <pc:spChg chg="mod">
          <ac:chgData name="Toby Donaldson" userId="2e6e5431-bb17-4c41-9985-d39c50d83c73" providerId="ADAL" clId="{7F9681A8-EEE2-56F4-9B39-ECCBEE0471AC}" dt="2026-06-15T22:34:48.490" v="22523" actId="20577"/>
          <ac:spMkLst>
            <pc:docMk/>
            <pc:sldMk cId="1862723148" sldId="277"/>
            <ac:spMk id="2" creationId="{B09BB051-B58D-C4C7-03D0-2526E7F034E2}"/>
          </ac:spMkLst>
        </pc:spChg>
        <pc:spChg chg="mod">
          <ac:chgData name="Toby Donaldson" userId="2e6e5431-bb17-4c41-9985-d39c50d83c73" providerId="ADAL" clId="{7F9681A8-EEE2-56F4-9B39-ECCBEE0471AC}" dt="2026-06-15T22:35:23.483" v="22603" actId="20577"/>
          <ac:spMkLst>
            <pc:docMk/>
            <pc:sldMk cId="1862723148" sldId="277"/>
            <ac:spMk id="3" creationId="{8A41074F-86A2-8DE7-1C26-226F751A3CBF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4251538934" sldId="277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979288468" sldId="278"/>
        </pc:sldMkLst>
      </pc:sldChg>
      <pc:sldChg chg="addSp modSp add mod ord">
        <pc:chgData name="Toby Donaldson" userId="2e6e5431-bb17-4c41-9985-d39c50d83c73" providerId="ADAL" clId="{7F9681A8-EEE2-56F4-9B39-ECCBEE0471AC}" dt="2026-06-15T22:45:07.094" v="23027" actId="20577"/>
        <pc:sldMkLst>
          <pc:docMk/>
          <pc:sldMk cId="3680849818" sldId="278"/>
        </pc:sldMkLst>
        <pc:spChg chg="mod">
          <ac:chgData name="Toby Donaldson" userId="2e6e5431-bb17-4c41-9985-d39c50d83c73" providerId="ADAL" clId="{7F9681A8-EEE2-56F4-9B39-ECCBEE0471AC}" dt="2026-06-15T22:38:40.607" v="22698" actId="1076"/>
          <ac:spMkLst>
            <pc:docMk/>
            <pc:sldMk cId="3680849818" sldId="278"/>
            <ac:spMk id="4" creationId="{F2E389E6-9B37-6977-831E-B16D58DB5160}"/>
          </ac:spMkLst>
        </pc:spChg>
        <pc:spChg chg="mod">
          <ac:chgData name="Toby Donaldson" userId="2e6e5431-bb17-4c41-9985-d39c50d83c73" providerId="ADAL" clId="{7F9681A8-EEE2-56F4-9B39-ECCBEE0471AC}" dt="2026-06-15T22:42:32.858" v="22829"/>
          <ac:spMkLst>
            <pc:docMk/>
            <pc:sldMk cId="3680849818" sldId="278"/>
            <ac:spMk id="5" creationId="{C6361F5D-F739-9717-6876-F8391DDEA469}"/>
          </ac:spMkLst>
        </pc:spChg>
        <pc:spChg chg="add mod">
          <ac:chgData name="Toby Donaldson" userId="2e6e5431-bb17-4c41-9985-d39c50d83c73" providerId="ADAL" clId="{7F9681A8-EEE2-56F4-9B39-ECCBEE0471AC}" dt="2026-06-15T22:42:38.030" v="22830"/>
          <ac:spMkLst>
            <pc:docMk/>
            <pc:sldMk cId="3680849818" sldId="278"/>
            <ac:spMk id="6" creationId="{927A10B0-5A4A-42BD-448C-03130C0CFDA4}"/>
          </ac:spMkLst>
        </pc:spChg>
        <pc:spChg chg="add mod">
          <ac:chgData name="Toby Donaldson" userId="2e6e5431-bb17-4c41-9985-d39c50d83c73" providerId="ADAL" clId="{7F9681A8-EEE2-56F4-9B39-ECCBEE0471AC}" dt="2026-06-15T22:40:13.523" v="22707" actId="1076"/>
          <ac:spMkLst>
            <pc:docMk/>
            <pc:sldMk cId="3680849818" sldId="278"/>
            <ac:spMk id="7" creationId="{A27C037B-EFAE-83D5-F072-799B6B3EEFCC}"/>
          </ac:spMkLst>
        </pc:spChg>
        <pc:spChg chg="add mod">
          <ac:chgData name="Toby Donaldson" userId="2e6e5431-bb17-4c41-9985-d39c50d83c73" providerId="ADAL" clId="{7F9681A8-EEE2-56F4-9B39-ECCBEE0471AC}" dt="2026-06-15T22:45:07.094" v="23027" actId="20577"/>
          <ac:spMkLst>
            <pc:docMk/>
            <pc:sldMk cId="3680849818" sldId="278"/>
            <ac:spMk id="8" creationId="{7C9BA23A-5CDE-6051-F27F-C57B69516A47}"/>
          </ac:spMkLst>
        </pc:spChg>
      </pc:sldChg>
      <pc:sldChg chg="modSp add mod">
        <pc:chgData name="Toby Donaldson" userId="2e6e5431-bb17-4c41-9985-d39c50d83c73" providerId="ADAL" clId="{7F9681A8-EEE2-56F4-9B39-ECCBEE0471AC}" dt="2026-06-15T22:44:40.285" v="22981" actId="20577"/>
        <pc:sldMkLst>
          <pc:docMk/>
          <pc:sldMk cId="2934260113" sldId="279"/>
        </pc:sldMkLst>
        <pc:spChg chg="mod">
          <ac:chgData name="Toby Donaldson" userId="2e6e5431-bb17-4c41-9985-d39c50d83c73" providerId="ADAL" clId="{7F9681A8-EEE2-56F4-9B39-ECCBEE0471AC}" dt="2026-06-15T22:42:49.146" v="22831"/>
          <ac:spMkLst>
            <pc:docMk/>
            <pc:sldMk cId="2934260113" sldId="279"/>
            <ac:spMk id="5" creationId="{173F8C14-0CF0-73D5-569F-57B355D03282}"/>
          </ac:spMkLst>
        </pc:spChg>
        <pc:spChg chg="mod">
          <ac:chgData name="Toby Donaldson" userId="2e6e5431-bb17-4c41-9985-d39c50d83c73" providerId="ADAL" clId="{7F9681A8-EEE2-56F4-9B39-ECCBEE0471AC}" dt="2026-06-15T22:42:53.842" v="22834" actId="20577"/>
          <ac:spMkLst>
            <pc:docMk/>
            <pc:sldMk cId="2934260113" sldId="279"/>
            <ac:spMk id="6" creationId="{480A97B8-4C75-CEC2-0FA6-31D765E0461E}"/>
          </ac:spMkLst>
        </pc:spChg>
        <pc:spChg chg="mod">
          <ac:chgData name="Toby Donaldson" userId="2e6e5431-bb17-4c41-9985-d39c50d83c73" providerId="ADAL" clId="{7F9681A8-EEE2-56F4-9B39-ECCBEE0471AC}" dt="2026-06-15T22:43:06.299" v="22838" actId="20577"/>
          <ac:spMkLst>
            <pc:docMk/>
            <pc:sldMk cId="2934260113" sldId="279"/>
            <ac:spMk id="7" creationId="{1E0837A9-FF13-FE26-BB7E-E52A61FB8E3C}"/>
          </ac:spMkLst>
        </pc:spChg>
        <pc:spChg chg="mod">
          <ac:chgData name="Toby Donaldson" userId="2e6e5431-bb17-4c41-9985-d39c50d83c73" providerId="ADAL" clId="{7F9681A8-EEE2-56F4-9B39-ECCBEE0471AC}" dt="2026-06-15T22:44:40.285" v="22981" actId="20577"/>
          <ac:spMkLst>
            <pc:docMk/>
            <pc:sldMk cId="2934260113" sldId="279"/>
            <ac:spMk id="8" creationId="{6AEF6121-C8A7-F76C-B939-FF079D472AF1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3867704620" sldId="279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002583262" sldId="280"/>
        </pc:sldMkLst>
      </pc:sldChg>
      <pc:sldChg chg="addSp delSp modSp add mod">
        <pc:chgData name="Toby Donaldson" userId="2e6e5431-bb17-4c41-9985-d39c50d83c73" providerId="ADAL" clId="{7F9681A8-EEE2-56F4-9B39-ECCBEE0471AC}" dt="2026-06-15T22:48:14.929" v="23322"/>
        <pc:sldMkLst>
          <pc:docMk/>
          <pc:sldMk cId="2725118246" sldId="280"/>
        </pc:sldMkLst>
        <pc:spChg chg="del mod">
          <ac:chgData name="Toby Donaldson" userId="2e6e5431-bb17-4c41-9985-d39c50d83c73" providerId="ADAL" clId="{7F9681A8-EEE2-56F4-9B39-ECCBEE0471AC}" dt="2026-06-15T22:45:35.703" v="23034" actId="21"/>
          <ac:spMkLst>
            <pc:docMk/>
            <pc:sldMk cId="2725118246" sldId="280"/>
            <ac:spMk id="5" creationId="{335699EA-3646-D7BF-ED8E-40BB13404CC5}"/>
          </ac:spMkLst>
        </pc:spChg>
        <pc:spChg chg="del mod">
          <ac:chgData name="Toby Donaldson" userId="2e6e5431-bb17-4c41-9985-d39c50d83c73" providerId="ADAL" clId="{7F9681A8-EEE2-56F4-9B39-ECCBEE0471AC}" dt="2026-06-15T22:45:33.708" v="23033" actId="21"/>
          <ac:spMkLst>
            <pc:docMk/>
            <pc:sldMk cId="2725118246" sldId="280"/>
            <ac:spMk id="6" creationId="{543D5878-D691-5269-CE3F-D7E77F68C371}"/>
          </ac:spMkLst>
        </pc:spChg>
        <pc:spChg chg="del">
          <ac:chgData name="Toby Donaldson" userId="2e6e5431-bb17-4c41-9985-d39c50d83c73" providerId="ADAL" clId="{7F9681A8-EEE2-56F4-9B39-ECCBEE0471AC}" dt="2026-06-15T22:45:22.996" v="23029" actId="21"/>
          <ac:spMkLst>
            <pc:docMk/>
            <pc:sldMk cId="2725118246" sldId="280"/>
            <ac:spMk id="7" creationId="{D7E0503F-BBC0-5D23-10A4-E817BAB6CF03}"/>
          </ac:spMkLst>
        </pc:spChg>
        <pc:spChg chg="mod">
          <ac:chgData name="Toby Donaldson" userId="2e6e5431-bb17-4c41-9985-d39c50d83c73" providerId="ADAL" clId="{7F9681A8-EEE2-56F4-9B39-ECCBEE0471AC}" dt="2026-06-15T22:48:14.929" v="23322"/>
          <ac:spMkLst>
            <pc:docMk/>
            <pc:sldMk cId="2725118246" sldId="280"/>
            <ac:spMk id="8" creationId="{AEC0FDC2-FE01-7185-DBBC-166E1021DDE0}"/>
          </ac:spMkLst>
        </pc:spChg>
        <pc:spChg chg="add mod">
          <ac:chgData name="Toby Donaldson" userId="2e6e5431-bb17-4c41-9985-d39c50d83c73" providerId="ADAL" clId="{7F9681A8-EEE2-56F4-9B39-ECCBEE0471AC}" dt="2026-06-15T22:46:27.295" v="23231"/>
          <ac:spMkLst>
            <pc:docMk/>
            <pc:sldMk cId="2725118246" sldId="280"/>
            <ac:spMk id="9" creationId="{35C4A387-72D1-008A-23F3-5415AE007647}"/>
          </ac:spMkLst>
        </pc:spChg>
        <pc:spChg chg="add mod">
          <ac:chgData name="Toby Donaldson" userId="2e6e5431-bb17-4c41-9985-d39c50d83c73" providerId="ADAL" clId="{7F9681A8-EEE2-56F4-9B39-ECCBEE0471AC}" dt="2026-06-15T22:47:31.788" v="23294" actId="1076"/>
          <ac:spMkLst>
            <pc:docMk/>
            <pc:sldMk cId="2725118246" sldId="280"/>
            <ac:spMk id="10" creationId="{F359F8C3-C576-C329-4D4B-684CDC719DF5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6-15T23:12:24.427" v="24402" actId="408"/>
        <pc:sldMkLst>
          <pc:docMk/>
          <pc:sldMk cId="738493335" sldId="281"/>
        </pc:sldMkLst>
        <pc:spChg chg="mod">
          <ac:chgData name="Toby Donaldson" userId="2e6e5431-bb17-4c41-9985-d39c50d83c73" providerId="ADAL" clId="{7F9681A8-EEE2-56F4-9B39-ECCBEE0471AC}" dt="2026-06-15T23:12:01.965" v="24398" actId="207"/>
          <ac:spMkLst>
            <pc:docMk/>
            <pc:sldMk cId="738493335" sldId="281"/>
            <ac:spMk id="2" creationId="{0062F0B9-6256-B130-DE3E-4560413C3698}"/>
          </ac:spMkLst>
        </pc:spChg>
        <pc:spChg chg="mod">
          <ac:chgData name="Toby Donaldson" userId="2e6e5431-bb17-4c41-9985-d39c50d83c73" providerId="ADAL" clId="{7F9681A8-EEE2-56F4-9B39-ECCBEE0471AC}" dt="2026-06-15T23:11:44.255" v="24395" actId="207"/>
          <ac:spMkLst>
            <pc:docMk/>
            <pc:sldMk cId="738493335" sldId="281"/>
            <ac:spMk id="5" creationId="{533C888B-C86A-7964-AF05-AEFF10645293}"/>
          </ac:spMkLst>
        </pc:spChg>
        <pc:spChg chg="mod">
          <ac:chgData name="Toby Donaldson" userId="2e6e5431-bb17-4c41-9985-d39c50d83c73" providerId="ADAL" clId="{7F9681A8-EEE2-56F4-9B39-ECCBEE0471AC}" dt="2026-06-15T23:09:29.893" v="24372"/>
          <ac:spMkLst>
            <pc:docMk/>
            <pc:sldMk cId="738493335" sldId="281"/>
            <ac:spMk id="8" creationId="{6951EBF6-6DD0-CB28-FD19-828F65B9BD37}"/>
          </ac:spMkLst>
        </pc:spChg>
        <pc:spChg chg="mod">
          <ac:chgData name="Toby Donaldson" userId="2e6e5431-bb17-4c41-9985-d39c50d83c73" providerId="ADAL" clId="{7F9681A8-EEE2-56F4-9B39-ECCBEE0471AC}" dt="2026-06-15T23:09:29.893" v="24372"/>
          <ac:spMkLst>
            <pc:docMk/>
            <pc:sldMk cId="738493335" sldId="281"/>
            <ac:spMk id="10" creationId="{D36FF955-0E84-9D3B-2D96-1DD96F4AB5F6}"/>
          </ac:spMkLst>
        </pc:spChg>
        <pc:spChg chg="del mod">
          <ac:chgData name="Toby Donaldson" userId="2e6e5431-bb17-4c41-9985-d39c50d83c73" providerId="ADAL" clId="{7F9681A8-EEE2-56F4-9B39-ECCBEE0471AC}" dt="2026-06-15T23:09:38.306" v="24374" actId="21"/>
          <ac:spMkLst>
            <pc:docMk/>
            <pc:sldMk cId="738493335" sldId="281"/>
            <ac:spMk id="11" creationId="{86810877-4E24-181F-ADC6-293D332600BA}"/>
          </ac:spMkLst>
        </pc:spChg>
        <pc:spChg chg="mod">
          <ac:chgData name="Toby Donaldson" userId="2e6e5431-bb17-4c41-9985-d39c50d83c73" providerId="ADAL" clId="{7F9681A8-EEE2-56F4-9B39-ECCBEE0471AC}" dt="2026-06-15T23:09:29.893" v="24372"/>
          <ac:spMkLst>
            <pc:docMk/>
            <pc:sldMk cId="738493335" sldId="281"/>
            <ac:spMk id="13" creationId="{95520834-B790-4549-2922-965C513B5EB9}"/>
          </ac:spMkLst>
        </pc:spChg>
        <pc:spChg chg="mod">
          <ac:chgData name="Toby Donaldson" userId="2e6e5431-bb17-4c41-9985-d39c50d83c73" providerId="ADAL" clId="{7F9681A8-EEE2-56F4-9B39-ECCBEE0471AC}" dt="2026-06-15T23:11:38.822" v="24394" actId="207"/>
          <ac:spMkLst>
            <pc:docMk/>
            <pc:sldMk cId="738493335" sldId="281"/>
            <ac:spMk id="16" creationId="{2F9A7C43-DE1E-598B-B11A-93C81355023B}"/>
          </ac:spMkLst>
        </pc:spChg>
        <pc:spChg chg="mod">
          <ac:chgData name="Toby Donaldson" userId="2e6e5431-bb17-4c41-9985-d39c50d83c73" providerId="ADAL" clId="{7F9681A8-EEE2-56F4-9B39-ECCBEE0471AC}" dt="2026-06-15T23:09:58.227" v="24376"/>
          <ac:spMkLst>
            <pc:docMk/>
            <pc:sldMk cId="738493335" sldId="281"/>
            <ac:spMk id="21" creationId="{0DAA644B-4DD2-3C5D-0B83-EB0D94EE8B0F}"/>
          </ac:spMkLst>
        </pc:spChg>
        <pc:spChg chg="mod">
          <ac:chgData name="Toby Donaldson" userId="2e6e5431-bb17-4c41-9985-d39c50d83c73" providerId="ADAL" clId="{7F9681A8-EEE2-56F4-9B39-ECCBEE0471AC}" dt="2026-06-15T23:09:58.227" v="24376"/>
          <ac:spMkLst>
            <pc:docMk/>
            <pc:sldMk cId="738493335" sldId="281"/>
            <ac:spMk id="22" creationId="{CD81EC78-D8B9-94E9-E684-F9CF96C0CBD2}"/>
          </ac:spMkLst>
        </pc:spChg>
        <pc:spChg chg="mod">
          <ac:chgData name="Toby Donaldson" userId="2e6e5431-bb17-4c41-9985-d39c50d83c73" providerId="ADAL" clId="{7F9681A8-EEE2-56F4-9B39-ECCBEE0471AC}" dt="2026-06-15T23:09:58.227" v="24376"/>
          <ac:spMkLst>
            <pc:docMk/>
            <pc:sldMk cId="738493335" sldId="281"/>
            <ac:spMk id="24" creationId="{38C0F881-2333-6AE6-A69B-B47394213A93}"/>
          </ac:spMkLst>
        </pc:spChg>
        <pc:spChg chg="mod">
          <ac:chgData name="Toby Donaldson" userId="2e6e5431-bb17-4c41-9985-d39c50d83c73" providerId="ADAL" clId="{7F9681A8-EEE2-56F4-9B39-ECCBEE0471AC}" dt="2026-06-15T23:09:58.227" v="24376"/>
          <ac:spMkLst>
            <pc:docMk/>
            <pc:sldMk cId="738493335" sldId="281"/>
            <ac:spMk id="26" creationId="{FFD7A504-4207-6E66-C004-F088E83792B8}"/>
          </ac:spMkLst>
        </pc:spChg>
        <pc:spChg chg="del mod">
          <ac:chgData name="Toby Donaldson" userId="2e6e5431-bb17-4c41-9985-d39c50d83c73" providerId="ADAL" clId="{7F9681A8-EEE2-56F4-9B39-ECCBEE0471AC}" dt="2026-06-15T23:10:04.807" v="24378" actId="21"/>
          <ac:spMkLst>
            <pc:docMk/>
            <pc:sldMk cId="738493335" sldId="281"/>
            <ac:spMk id="27" creationId="{63D5F18D-394B-D376-0E0D-A73BDEF38E7A}"/>
          </ac:spMkLst>
        </pc:spChg>
        <pc:spChg chg="mod">
          <ac:chgData name="Toby Donaldson" userId="2e6e5431-bb17-4c41-9985-d39c50d83c73" providerId="ADAL" clId="{7F9681A8-EEE2-56F4-9B39-ECCBEE0471AC}" dt="2026-06-15T23:09:58.227" v="24376"/>
          <ac:spMkLst>
            <pc:docMk/>
            <pc:sldMk cId="738493335" sldId="281"/>
            <ac:spMk id="29" creationId="{E07B3607-77FF-A85B-6759-42CD2CB38F92}"/>
          </ac:spMkLst>
        </pc:spChg>
        <pc:spChg chg="mod">
          <ac:chgData name="Toby Donaldson" userId="2e6e5431-bb17-4c41-9985-d39c50d83c73" providerId="ADAL" clId="{7F9681A8-EEE2-56F4-9B39-ECCBEE0471AC}" dt="2026-06-15T23:12:24.427" v="24402" actId="408"/>
          <ac:spMkLst>
            <pc:docMk/>
            <pc:sldMk cId="738493335" sldId="281"/>
            <ac:spMk id="60" creationId="{A2680185-6DB6-8378-13D4-EB807FE5B316}"/>
          </ac:spMkLst>
        </pc:spChg>
        <pc:spChg chg="del">
          <ac:chgData name="Toby Donaldson" userId="2e6e5431-bb17-4c41-9985-d39c50d83c73" providerId="ADAL" clId="{7F9681A8-EEE2-56F4-9B39-ECCBEE0471AC}" dt="2026-06-15T23:10:35.121" v="24381" actId="21"/>
          <ac:spMkLst>
            <pc:docMk/>
            <pc:sldMk cId="738493335" sldId="281"/>
            <ac:spMk id="65" creationId="{EFDB2E1E-FA57-A2C3-1A8C-0C84A2B76C5E}"/>
          </ac:spMkLst>
        </pc:spChg>
        <pc:spChg chg="del">
          <ac:chgData name="Toby Donaldson" userId="2e6e5431-bb17-4c41-9985-d39c50d83c73" providerId="ADAL" clId="{7F9681A8-EEE2-56F4-9B39-ECCBEE0471AC}" dt="2026-06-15T23:10:44.470" v="24384" actId="21"/>
          <ac:spMkLst>
            <pc:docMk/>
            <pc:sldMk cId="738493335" sldId="281"/>
            <ac:spMk id="66" creationId="{53B4B9AC-6A00-7560-AE4B-7363D7CAA469}"/>
          </ac:spMkLst>
        </pc:spChg>
        <pc:spChg chg="mod">
          <ac:chgData name="Toby Donaldson" userId="2e6e5431-bb17-4c41-9985-d39c50d83c73" providerId="ADAL" clId="{7F9681A8-EEE2-56F4-9B39-ECCBEE0471AC}" dt="2026-06-15T23:12:24.427" v="24402" actId="408"/>
          <ac:spMkLst>
            <pc:docMk/>
            <pc:sldMk cId="738493335" sldId="281"/>
            <ac:spMk id="70" creationId="{4CE96D83-9FF1-8CF1-7F41-7CB01CA648BC}"/>
          </ac:spMkLst>
        </pc:spChg>
        <pc:spChg chg="mod">
          <ac:chgData name="Toby Donaldson" userId="2e6e5431-bb17-4c41-9985-d39c50d83c73" providerId="ADAL" clId="{7F9681A8-EEE2-56F4-9B39-ECCBEE0471AC}" dt="2026-06-15T23:12:24.427" v="24402" actId="408"/>
          <ac:spMkLst>
            <pc:docMk/>
            <pc:sldMk cId="738493335" sldId="281"/>
            <ac:spMk id="71" creationId="{A0146051-8F79-3F66-C202-C097C1E257D1}"/>
          </ac:spMkLst>
        </pc:spChg>
        <pc:spChg chg="mod">
          <ac:chgData name="Toby Donaldson" userId="2e6e5431-bb17-4c41-9985-d39c50d83c73" providerId="ADAL" clId="{7F9681A8-EEE2-56F4-9B39-ECCBEE0471AC}" dt="2026-06-15T23:12:24.427" v="24402" actId="408"/>
          <ac:spMkLst>
            <pc:docMk/>
            <pc:sldMk cId="738493335" sldId="281"/>
            <ac:spMk id="73" creationId="{84CA743B-FB00-A1EC-39D8-757A3C74DAA5}"/>
          </ac:spMkLst>
        </pc:spChg>
        <pc:spChg chg="del">
          <ac:chgData name="Toby Donaldson" userId="2e6e5431-bb17-4c41-9985-d39c50d83c73" providerId="ADAL" clId="{7F9681A8-EEE2-56F4-9B39-ECCBEE0471AC}" dt="2026-06-15T23:08:55.541" v="24355" actId="21"/>
          <ac:spMkLst>
            <pc:docMk/>
            <pc:sldMk cId="738493335" sldId="281"/>
            <ac:spMk id="116" creationId="{C54C2C71-2CD0-A4CE-037F-E085C6C093C5}"/>
          </ac:spMkLst>
        </pc:spChg>
        <pc:spChg chg="del mod">
          <ac:chgData name="Toby Donaldson" userId="2e6e5431-bb17-4c41-9985-d39c50d83c73" providerId="ADAL" clId="{7F9681A8-EEE2-56F4-9B39-ECCBEE0471AC}" dt="2026-06-15T23:09:07.234" v="24367" actId="21"/>
          <ac:spMkLst>
            <pc:docMk/>
            <pc:sldMk cId="738493335" sldId="281"/>
            <ac:spMk id="119" creationId="{11CE7807-DE40-21F4-23E7-B1F440F37685}"/>
          </ac:spMkLst>
        </pc:spChg>
        <pc:grpChg chg="add mod">
          <ac:chgData name="Toby Donaldson" userId="2e6e5431-bb17-4c41-9985-d39c50d83c73" providerId="ADAL" clId="{7F9681A8-EEE2-56F4-9B39-ECCBEE0471AC}" dt="2026-06-15T23:12:24.427" v="24402" actId="408"/>
          <ac:grpSpMkLst>
            <pc:docMk/>
            <pc:sldMk cId="738493335" sldId="281"/>
            <ac:grpSpMk id="4" creationId="{67F66E94-7920-76EB-4425-71D28963174E}"/>
          </ac:grpSpMkLst>
        </pc:grpChg>
        <pc:grpChg chg="mod">
          <ac:chgData name="Toby Donaldson" userId="2e6e5431-bb17-4c41-9985-d39c50d83c73" providerId="ADAL" clId="{7F9681A8-EEE2-56F4-9B39-ECCBEE0471AC}" dt="2026-06-15T23:09:29.893" v="24372"/>
          <ac:grpSpMkLst>
            <pc:docMk/>
            <pc:sldMk cId="738493335" sldId="281"/>
            <ac:grpSpMk id="7" creationId="{B0063AB7-88D3-5DEA-3D61-7ABE3BAE3FF0}"/>
          </ac:grpSpMkLst>
        </pc:grpChg>
        <pc:grpChg chg="add mod">
          <ac:chgData name="Toby Donaldson" userId="2e6e5431-bb17-4c41-9985-d39c50d83c73" providerId="ADAL" clId="{7F9681A8-EEE2-56F4-9B39-ECCBEE0471AC}" dt="2026-06-15T23:12:24.427" v="24402" actId="408"/>
          <ac:grpSpMkLst>
            <pc:docMk/>
            <pc:sldMk cId="738493335" sldId="281"/>
            <ac:grpSpMk id="15" creationId="{3CAB2690-E080-E31A-3447-D46A4186A610}"/>
          </ac:grpSpMkLst>
        </pc:grpChg>
        <pc:grpChg chg="mod">
          <ac:chgData name="Toby Donaldson" userId="2e6e5431-bb17-4c41-9985-d39c50d83c73" providerId="ADAL" clId="{7F9681A8-EEE2-56F4-9B39-ECCBEE0471AC}" dt="2026-06-15T23:09:58.227" v="24376"/>
          <ac:grpSpMkLst>
            <pc:docMk/>
            <pc:sldMk cId="738493335" sldId="281"/>
            <ac:grpSpMk id="18" creationId="{AEB58AA2-9280-0A32-C795-F80847953EFB}"/>
          </ac:grpSpMkLst>
        </pc:grpChg>
        <pc:grpChg chg="mod">
          <ac:chgData name="Toby Donaldson" userId="2e6e5431-bb17-4c41-9985-d39c50d83c73" providerId="ADAL" clId="{7F9681A8-EEE2-56F4-9B39-ECCBEE0471AC}" dt="2026-06-15T23:09:58.227" v="24376"/>
          <ac:grpSpMkLst>
            <pc:docMk/>
            <pc:sldMk cId="738493335" sldId="281"/>
            <ac:grpSpMk id="19" creationId="{24354667-B705-21DC-117B-5F1BA7C3BED4}"/>
          </ac:grpSpMkLst>
        </pc:grpChg>
        <pc:grpChg chg="del">
          <ac:chgData name="Toby Donaldson" userId="2e6e5431-bb17-4c41-9985-d39c50d83c73" providerId="ADAL" clId="{7F9681A8-EEE2-56F4-9B39-ECCBEE0471AC}" dt="2026-06-15T23:10:46.827" v="24385" actId="21"/>
          <ac:grpSpMkLst>
            <pc:docMk/>
            <pc:sldMk cId="738493335" sldId="281"/>
            <ac:grpSpMk id="58" creationId="{8448E75A-5168-388D-77BC-CF589768D760}"/>
          </ac:grpSpMkLst>
        </pc:grpChg>
        <pc:grpChg chg="mod">
          <ac:chgData name="Toby Donaldson" userId="2e6e5431-bb17-4c41-9985-d39c50d83c73" providerId="ADAL" clId="{7F9681A8-EEE2-56F4-9B39-ECCBEE0471AC}" dt="2026-06-15T23:12:24.427" v="24402" actId="408"/>
          <ac:grpSpMkLst>
            <pc:docMk/>
            <pc:sldMk cId="738493335" sldId="281"/>
            <ac:grpSpMk id="59" creationId="{70E95790-2221-F3D2-BFC2-C391A3478E5C}"/>
          </ac:grpSpMkLst>
        </pc:grpChg>
        <pc:grpChg chg="mod">
          <ac:chgData name="Toby Donaldson" userId="2e6e5431-bb17-4c41-9985-d39c50d83c73" providerId="ADAL" clId="{7F9681A8-EEE2-56F4-9B39-ECCBEE0471AC}" dt="2026-06-15T23:12:24.427" v="24402" actId="408"/>
          <ac:grpSpMkLst>
            <pc:docMk/>
            <pc:sldMk cId="738493335" sldId="281"/>
            <ac:grpSpMk id="62" creationId="{9D83094D-42BE-726B-357E-BF35AC2BCFF9}"/>
          </ac:grpSpMkLst>
        </pc:grpChg>
        <pc:grpChg chg="del">
          <ac:chgData name="Toby Donaldson" userId="2e6e5431-bb17-4c41-9985-d39c50d83c73" providerId="ADAL" clId="{7F9681A8-EEE2-56F4-9B39-ECCBEE0471AC}" dt="2026-06-15T23:10:40.833" v="24383" actId="21"/>
          <ac:grpSpMkLst>
            <pc:docMk/>
            <pc:sldMk cId="738493335" sldId="281"/>
            <ac:grpSpMk id="63" creationId="{E3781DDE-F4A8-F531-FA4D-EA31FA39FE7F}"/>
          </ac:grpSpMkLst>
        </pc:grpChg>
        <pc:grpChg chg="del">
          <ac:chgData name="Toby Donaldson" userId="2e6e5431-bb17-4c41-9985-d39c50d83c73" providerId="ADAL" clId="{7F9681A8-EEE2-56F4-9B39-ECCBEE0471AC}" dt="2026-06-15T23:10:12.571" v="24380" actId="21"/>
          <ac:grpSpMkLst>
            <pc:docMk/>
            <pc:sldMk cId="738493335" sldId="281"/>
            <ac:grpSpMk id="75" creationId="{CA945280-A6F8-7E69-7756-D44C877C8C06}"/>
          </ac:grpSpMkLst>
        </pc:grpChg>
        <pc:grpChg chg="del mod">
          <ac:chgData name="Toby Donaldson" userId="2e6e5431-bb17-4c41-9985-d39c50d83c73" providerId="ADAL" clId="{7F9681A8-EEE2-56F4-9B39-ECCBEE0471AC}" dt="2026-06-15T23:09:27.692" v="24371" actId="21"/>
          <ac:grpSpMkLst>
            <pc:docMk/>
            <pc:sldMk cId="738493335" sldId="281"/>
            <ac:grpSpMk id="89" creationId="{3D727767-8B18-86CF-60CE-7806D75736D5}"/>
          </ac:grpSpMkLst>
        </pc:grpChg>
        <pc:grpChg chg="del">
          <ac:chgData name="Toby Donaldson" userId="2e6e5431-bb17-4c41-9985-d39c50d83c73" providerId="ADAL" clId="{7F9681A8-EEE2-56F4-9B39-ECCBEE0471AC}" dt="2026-06-15T23:08:55.541" v="24355" actId="21"/>
          <ac:grpSpMkLst>
            <pc:docMk/>
            <pc:sldMk cId="738493335" sldId="281"/>
            <ac:grpSpMk id="100" creationId="{189CB3D7-15E1-034F-94B9-AD5C894DF00F}"/>
          </ac:grpSpMkLst>
        </pc:grpChg>
        <pc:grpChg chg="del">
          <ac:chgData name="Toby Donaldson" userId="2e6e5431-bb17-4c41-9985-d39c50d83c73" providerId="ADAL" clId="{7F9681A8-EEE2-56F4-9B39-ECCBEE0471AC}" dt="2026-06-15T23:08:55.541" v="24355" actId="21"/>
          <ac:grpSpMkLst>
            <pc:docMk/>
            <pc:sldMk cId="738493335" sldId="281"/>
            <ac:grpSpMk id="109" creationId="{11D1E8E9-C08F-3C4C-56AE-1DE15F73DB10}"/>
          </ac:grpSpMkLst>
        </pc:grpChg>
        <pc:cxnChg chg="mod">
          <ac:chgData name="Toby Donaldson" userId="2e6e5431-bb17-4c41-9985-d39c50d83c73" providerId="ADAL" clId="{7F9681A8-EEE2-56F4-9B39-ECCBEE0471AC}" dt="2026-06-15T23:09:29.893" v="24372"/>
          <ac:cxnSpMkLst>
            <pc:docMk/>
            <pc:sldMk cId="738493335" sldId="281"/>
            <ac:cxnSpMk id="6" creationId="{9A6CA343-8CA0-2B2A-A30F-3B5032C14A0E}"/>
          </ac:cxnSpMkLst>
        </pc:cxnChg>
        <pc:cxnChg chg="mod">
          <ac:chgData name="Toby Donaldson" userId="2e6e5431-bb17-4c41-9985-d39c50d83c73" providerId="ADAL" clId="{7F9681A8-EEE2-56F4-9B39-ECCBEE0471AC}" dt="2026-06-15T23:09:29.893" v="24372"/>
          <ac:cxnSpMkLst>
            <pc:docMk/>
            <pc:sldMk cId="738493335" sldId="281"/>
            <ac:cxnSpMk id="9" creationId="{24BD90AC-440E-4D62-D5B6-86EC722D13BE}"/>
          </ac:cxnSpMkLst>
        </pc:cxnChg>
        <pc:cxnChg chg="del mod">
          <ac:chgData name="Toby Donaldson" userId="2e6e5431-bb17-4c41-9985-d39c50d83c73" providerId="ADAL" clId="{7F9681A8-EEE2-56F4-9B39-ECCBEE0471AC}" dt="2026-06-15T23:09:41.500" v="24375" actId="21"/>
          <ac:cxnSpMkLst>
            <pc:docMk/>
            <pc:sldMk cId="738493335" sldId="281"/>
            <ac:cxnSpMk id="12" creationId="{A69CD250-95FA-0CB9-50D8-E3A81087FD0D}"/>
          </ac:cxnSpMkLst>
        </pc:cxnChg>
        <pc:cxnChg chg="mod">
          <ac:chgData name="Toby Donaldson" userId="2e6e5431-bb17-4c41-9985-d39c50d83c73" providerId="ADAL" clId="{7F9681A8-EEE2-56F4-9B39-ECCBEE0471AC}" dt="2026-06-15T23:09:29.893" v="24372"/>
          <ac:cxnSpMkLst>
            <pc:docMk/>
            <pc:sldMk cId="738493335" sldId="281"/>
            <ac:cxnSpMk id="14" creationId="{28B9BD5D-F226-C928-3A27-4B3EF21BEFB5}"/>
          </ac:cxnSpMkLst>
        </pc:cxnChg>
        <pc:cxnChg chg="del mod">
          <ac:chgData name="Toby Donaldson" userId="2e6e5431-bb17-4c41-9985-d39c50d83c73" providerId="ADAL" clId="{7F9681A8-EEE2-56F4-9B39-ECCBEE0471AC}" dt="2026-06-15T23:10:08.081" v="24379" actId="21"/>
          <ac:cxnSpMkLst>
            <pc:docMk/>
            <pc:sldMk cId="738493335" sldId="281"/>
            <ac:cxnSpMk id="28" creationId="{463F9B58-E939-E577-18CE-31F6A07FCE72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35" creationId="{FDF28C3B-B2BB-56C2-297A-F1F4A9A9E45B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41" creationId="{07CD57CD-FD09-4BD0-3FAA-D5E049D97E06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43" creationId="{5ED9DD9F-AD67-2CBF-1013-9E3D0E768FE8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49" creationId="{81D71D64-E2A7-BFD1-74E9-59981BC79F0A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51" creationId="{6EE757C2-6B86-3434-3203-B508BFD6C419}"/>
          </ac:cxnSpMkLst>
        </pc:cxnChg>
        <pc:cxnChg chg="mod">
          <ac:chgData name="Toby Donaldson" userId="2e6e5431-bb17-4c41-9985-d39c50d83c73" providerId="ADAL" clId="{7F9681A8-EEE2-56F4-9B39-ECCBEE0471AC}" dt="2026-06-15T23:10:46.827" v="24385" actId="21"/>
          <ac:cxnSpMkLst>
            <pc:docMk/>
            <pc:sldMk cId="738493335" sldId="281"/>
            <ac:cxnSpMk id="53" creationId="{8DC3D6BA-54FA-453C-D9A1-6809457E3D7A}"/>
          </ac:cxnSpMkLst>
        </pc:cxnChg>
        <pc:cxnChg chg="mod">
          <ac:chgData name="Toby Donaldson" userId="2e6e5431-bb17-4c41-9985-d39c50d83c73" providerId="ADAL" clId="{7F9681A8-EEE2-56F4-9B39-ECCBEE0471AC}" dt="2026-06-15T23:12:24.427" v="24402" actId="408"/>
          <ac:cxnSpMkLst>
            <pc:docMk/>
            <pc:sldMk cId="738493335" sldId="281"/>
            <ac:cxnSpMk id="61" creationId="{CF4350EE-6319-3A01-0A03-B9844B80A74C}"/>
          </ac:cxnSpMkLst>
        </pc:cxnChg>
        <pc:cxnChg chg="del mod">
          <ac:chgData name="Toby Donaldson" userId="2e6e5431-bb17-4c41-9985-d39c50d83c73" providerId="ADAL" clId="{7F9681A8-EEE2-56F4-9B39-ECCBEE0471AC}" dt="2026-06-15T23:10:38.722" v="24382" actId="21"/>
          <ac:cxnSpMkLst>
            <pc:docMk/>
            <pc:sldMk cId="738493335" sldId="281"/>
            <ac:cxnSpMk id="64" creationId="{4651E4AD-2A00-2332-D05C-838536D9F261}"/>
          </ac:cxnSpMkLst>
        </pc:cxnChg>
        <pc:cxnChg chg="del mod">
          <ac:chgData name="Toby Donaldson" userId="2e6e5431-bb17-4c41-9985-d39c50d83c73" providerId="ADAL" clId="{7F9681A8-EEE2-56F4-9B39-ECCBEE0471AC}" dt="2026-06-15T23:10:40.833" v="24383" actId="21"/>
          <ac:cxnSpMkLst>
            <pc:docMk/>
            <pc:sldMk cId="738493335" sldId="281"/>
            <ac:cxnSpMk id="67" creationId="{AE33D7AE-34B3-205B-F599-75A9AE06ECDC}"/>
          </ac:cxnSpMkLst>
        </pc:cxnChg>
        <pc:cxnChg chg="mod">
          <ac:chgData name="Toby Donaldson" userId="2e6e5431-bb17-4c41-9985-d39c50d83c73" providerId="ADAL" clId="{7F9681A8-EEE2-56F4-9B39-ECCBEE0471AC}" dt="2026-06-15T23:12:24.427" v="24402" actId="408"/>
          <ac:cxnSpMkLst>
            <pc:docMk/>
            <pc:sldMk cId="738493335" sldId="281"/>
            <ac:cxnSpMk id="72" creationId="{4D4C7457-D151-606C-D4AB-33ED148C2DAA}"/>
          </ac:cxnSpMkLst>
        </pc:cxnChg>
        <pc:cxnChg chg="mod">
          <ac:chgData name="Toby Donaldson" userId="2e6e5431-bb17-4c41-9985-d39c50d83c73" providerId="ADAL" clId="{7F9681A8-EEE2-56F4-9B39-ECCBEE0471AC}" dt="2026-06-15T23:10:12.571" v="24380" actId="21"/>
          <ac:cxnSpMkLst>
            <pc:docMk/>
            <pc:sldMk cId="738493335" sldId="281"/>
            <ac:cxnSpMk id="77" creationId="{C270B88D-BA8A-5712-B741-516F3A3B0CE8}"/>
          </ac:cxnSpMkLst>
        </pc:cxnChg>
        <pc:cxnChg chg="mod">
          <ac:chgData name="Toby Donaldson" userId="2e6e5431-bb17-4c41-9985-d39c50d83c73" providerId="ADAL" clId="{7F9681A8-EEE2-56F4-9B39-ECCBEE0471AC}" dt="2026-06-15T23:10:12.571" v="24380" actId="21"/>
          <ac:cxnSpMkLst>
            <pc:docMk/>
            <pc:sldMk cId="738493335" sldId="281"/>
            <ac:cxnSpMk id="80" creationId="{3204448D-1A52-61DB-2CED-676334DA45D1}"/>
          </ac:cxnSpMkLst>
        </pc:cxnChg>
        <pc:cxnChg chg="mod">
          <ac:chgData name="Toby Donaldson" userId="2e6e5431-bb17-4c41-9985-d39c50d83c73" providerId="ADAL" clId="{7F9681A8-EEE2-56F4-9B39-ECCBEE0471AC}" dt="2026-06-15T23:10:12.571" v="24380" actId="21"/>
          <ac:cxnSpMkLst>
            <pc:docMk/>
            <pc:sldMk cId="738493335" sldId="281"/>
            <ac:cxnSpMk id="86" creationId="{422C21C8-FDCB-1F96-22DC-3BCD27742A7A}"/>
          </ac:cxnSpMkLst>
        </pc:cxnChg>
        <pc:cxnChg chg="mod">
          <ac:chgData name="Toby Donaldson" userId="2e6e5431-bb17-4c41-9985-d39c50d83c73" providerId="ADAL" clId="{7F9681A8-EEE2-56F4-9B39-ECCBEE0471AC}" dt="2026-06-15T23:10:12.571" v="24380" actId="21"/>
          <ac:cxnSpMkLst>
            <pc:docMk/>
            <pc:sldMk cId="738493335" sldId="281"/>
            <ac:cxnSpMk id="88" creationId="{0D51CD3B-B20E-BEAE-9F36-15483575B08A}"/>
          </ac:cxnSpMkLst>
        </pc:cxnChg>
        <pc:cxnChg chg="mod">
          <ac:chgData name="Toby Donaldson" userId="2e6e5431-bb17-4c41-9985-d39c50d83c73" providerId="ADAL" clId="{7F9681A8-EEE2-56F4-9B39-ECCBEE0471AC}" dt="2026-06-15T23:09:27.692" v="24371" actId="21"/>
          <ac:cxnSpMkLst>
            <pc:docMk/>
            <pc:sldMk cId="738493335" sldId="281"/>
            <ac:cxnSpMk id="91" creationId="{E9C5BA93-5EB1-284F-A022-3A74B340CD94}"/>
          </ac:cxnSpMkLst>
        </pc:cxnChg>
        <pc:cxnChg chg="mod">
          <ac:chgData name="Toby Donaldson" userId="2e6e5431-bb17-4c41-9985-d39c50d83c73" providerId="ADAL" clId="{7F9681A8-EEE2-56F4-9B39-ECCBEE0471AC}" dt="2026-06-15T23:09:27.692" v="24371" actId="21"/>
          <ac:cxnSpMkLst>
            <pc:docMk/>
            <pc:sldMk cId="738493335" sldId="281"/>
            <ac:cxnSpMk id="94" creationId="{C8B11257-37A6-2813-3609-B798E6EF9B43}"/>
          </ac:cxnSpMkLst>
        </pc:cxnChg>
        <pc:cxnChg chg="mod">
          <ac:chgData name="Toby Donaldson" userId="2e6e5431-bb17-4c41-9985-d39c50d83c73" providerId="ADAL" clId="{7F9681A8-EEE2-56F4-9B39-ECCBEE0471AC}" dt="2026-06-15T23:09:27.692" v="24371" actId="21"/>
          <ac:cxnSpMkLst>
            <pc:docMk/>
            <pc:sldMk cId="738493335" sldId="281"/>
            <ac:cxnSpMk id="97" creationId="{11BC20E8-3A65-0604-343C-D6D327724B93}"/>
          </ac:cxnSpMkLst>
        </pc:cxnChg>
        <pc:cxnChg chg="mod">
          <ac:chgData name="Toby Donaldson" userId="2e6e5431-bb17-4c41-9985-d39c50d83c73" providerId="ADAL" clId="{7F9681A8-EEE2-56F4-9B39-ECCBEE0471AC}" dt="2026-06-15T23:08:55.541" v="24355" actId="21"/>
          <ac:cxnSpMkLst>
            <pc:docMk/>
            <pc:sldMk cId="738493335" sldId="281"/>
            <ac:cxnSpMk id="102" creationId="{7E73C6E1-981A-93BF-2582-C17CCF3D5408}"/>
          </ac:cxnSpMkLst>
        </pc:cxnChg>
        <pc:cxnChg chg="mod">
          <ac:chgData name="Toby Donaldson" userId="2e6e5431-bb17-4c41-9985-d39c50d83c73" providerId="ADAL" clId="{7F9681A8-EEE2-56F4-9B39-ECCBEE0471AC}" dt="2026-06-15T23:08:55.541" v="24355" actId="21"/>
          <ac:cxnSpMkLst>
            <pc:docMk/>
            <pc:sldMk cId="738493335" sldId="281"/>
            <ac:cxnSpMk id="105" creationId="{1D3483CD-F545-AEF7-73FD-D44B1BDA141C}"/>
          </ac:cxnSpMkLst>
        </pc:cxnChg>
        <pc:cxnChg chg="mod">
          <ac:chgData name="Toby Donaldson" userId="2e6e5431-bb17-4c41-9985-d39c50d83c73" providerId="ADAL" clId="{7F9681A8-EEE2-56F4-9B39-ECCBEE0471AC}" dt="2026-06-15T23:08:55.541" v="24355" actId="21"/>
          <ac:cxnSpMkLst>
            <pc:docMk/>
            <pc:sldMk cId="738493335" sldId="281"/>
            <ac:cxnSpMk id="111" creationId="{262B6294-4815-434C-EB79-EB427403E61F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851915149" sldId="281"/>
        </pc:sldMkLst>
      </pc:sldChg>
      <pc:sldChg chg="modSp add mod ord">
        <pc:chgData name="Toby Donaldson" userId="2e6e5431-bb17-4c41-9985-d39c50d83c73" providerId="ADAL" clId="{7F9681A8-EEE2-56F4-9B39-ECCBEE0471AC}" dt="2026-06-15T23:30:44.614" v="24796" actId="692"/>
        <pc:sldMkLst>
          <pc:docMk/>
          <pc:sldMk cId="1945241506" sldId="282"/>
        </pc:sldMkLst>
        <pc:spChg chg="mod">
          <ac:chgData name="Toby Donaldson" userId="2e6e5431-bb17-4c41-9985-d39c50d83c73" providerId="ADAL" clId="{7F9681A8-EEE2-56F4-9B39-ECCBEE0471AC}" dt="2026-06-15T23:30:44.614" v="24796" actId="692"/>
          <ac:spMkLst>
            <pc:docMk/>
            <pc:sldMk cId="1945241506" sldId="282"/>
            <ac:spMk id="4" creationId="{58024CA8-EB98-87C3-D6EB-688EF52C2A8F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3641487090" sldId="282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637133452" sldId="283"/>
        </pc:sldMkLst>
      </pc:sldChg>
      <pc:sldChg chg="addSp delSp modSp add mod ord">
        <pc:chgData name="Toby Donaldson" userId="2e6e5431-bb17-4c41-9985-d39c50d83c73" providerId="ADAL" clId="{7F9681A8-EEE2-56F4-9B39-ECCBEE0471AC}" dt="2026-06-15T23:30:09.526" v="24794" actId="1076"/>
        <pc:sldMkLst>
          <pc:docMk/>
          <pc:sldMk cId="2653615240" sldId="283"/>
        </pc:sldMkLst>
        <pc:spChg chg="add del mod">
          <ac:chgData name="Toby Donaldson" userId="2e6e5431-bb17-4c41-9985-d39c50d83c73" providerId="ADAL" clId="{7F9681A8-EEE2-56F4-9B39-ECCBEE0471AC}" dt="2026-06-15T23:17:33.332" v="24498"/>
          <ac:spMkLst>
            <pc:docMk/>
            <pc:sldMk cId="2653615240" sldId="283"/>
            <ac:spMk id="3" creationId="{F9E03F2C-35AE-4BC3-D599-A22DB578D871}"/>
          </ac:spMkLst>
        </pc:spChg>
        <pc:spChg chg="add del mod">
          <ac:chgData name="Toby Donaldson" userId="2e6e5431-bb17-4c41-9985-d39c50d83c73" providerId="ADAL" clId="{7F9681A8-EEE2-56F4-9B39-ECCBEE0471AC}" dt="2026-06-15T23:17:41.531" v="24501"/>
          <ac:spMkLst>
            <pc:docMk/>
            <pc:sldMk cId="2653615240" sldId="283"/>
            <ac:spMk id="4" creationId="{A1A2F1F9-5909-CC77-A980-306BFE7218D1}"/>
          </ac:spMkLst>
        </pc:spChg>
        <pc:spChg chg="add mod">
          <ac:chgData name="Toby Donaldson" userId="2e6e5431-bb17-4c41-9985-d39c50d83c73" providerId="ADAL" clId="{7F9681A8-EEE2-56F4-9B39-ECCBEE0471AC}" dt="2026-06-15T23:26:54.533" v="24693" actId="1076"/>
          <ac:spMkLst>
            <pc:docMk/>
            <pc:sldMk cId="2653615240" sldId="283"/>
            <ac:spMk id="5" creationId="{59E45743-1292-19C1-3D27-0C131249CCDE}"/>
          </ac:spMkLst>
        </pc:spChg>
        <pc:spChg chg="add mod">
          <ac:chgData name="Toby Donaldson" userId="2e6e5431-bb17-4c41-9985-d39c50d83c73" providerId="ADAL" clId="{7F9681A8-EEE2-56F4-9B39-ECCBEE0471AC}" dt="2026-06-15T23:19:48.070" v="24534" actId="20577"/>
          <ac:spMkLst>
            <pc:docMk/>
            <pc:sldMk cId="2653615240" sldId="283"/>
            <ac:spMk id="6" creationId="{190AFDDA-B5F7-F0A3-670A-ACFE5F352344}"/>
          </ac:spMkLst>
        </pc:spChg>
        <pc:spChg chg="add mod">
          <ac:chgData name="Toby Donaldson" userId="2e6e5431-bb17-4c41-9985-d39c50d83c73" providerId="ADAL" clId="{7F9681A8-EEE2-56F4-9B39-ECCBEE0471AC}" dt="2026-06-15T23:19:52.615" v="24538" actId="20577"/>
          <ac:spMkLst>
            <pc:docMk/>
            <pc:sldMk cId="2653615240" sldId="283"/>
            <ac:spMk id="7" creationId="{5B872872-F230-BF52-6CAC-58A68D2D6049}"/>
          </ac:spMkLst>
        </pc:spChg>
        <pc:spChg chg="add mod">
          <ac:chgData name="Toby Donaldson" userId="2e6e5431-bb17-4c41-9985-d39c50d83c73" providerId="ADAL" clId="{7F9681A8-EEE2-56F4-9B39-ECCBEE0471AC}" dt="2026-06-15T23:19:55.026" v="24540" actId="20577"/>
          <ac:spMkLst>
            <pc:docMk/>
            <pc:sldMk cId="2653615240" sldId="283"/>
            <ac:spMk id="8" creationId="{A74938ED-8946-87FB-5E95-C0905950F7A3}"/>
          </ac:spMkLst>
        </pc:spChg>
        <pc:spChg chg="add mod">
          <ac:chgData name="Toby Donaldson" userId="2e6e5431-bb17-4c41-9985-d39c50d83c73" providerId="ADAL" clId="{7F9681A8-EEE2-56F4-9B39-ECCBEE0471AC}" dt="2026-06-15T23:19:59.317" v="24542" actId="20577"/>
          <ac:spMkLst>
            <pc:docMk/>
            <pc:sldMk cId="2653615240" sldId="283"/>
            <ac:spMk id="9" creationId="{2D135180-1817-3253-0A7D-B72FCFBA57D3}"/>
          </ac:spMkLst>
        </pc:spChg>
        <pc:spChg chg="add mod">
          <ac:chgData name="Toby Donaldson" userId="2e6e5431-bb17-4c41-9985-d39c50d83c73" providerId="ADAL" clId="{7F9681A8-EEE2-56F4-9B39-ECCBEE0471AC}" dt="2026-06-15T23:20:01.776" v="24544" actId="20577"/>
          <ac:spMkLst>
            <pc:docMk/>
            <pc:sldMk cId="2653615240" sldId="283"/>
            <ac:spMk id="10" creationId="{82794A14-8E84-4A14-C7F7-A56E25185942}"/>
          </ac:spMkLst>
        </pc:spChg>
        <pc:spChg chg="add mod">
          <ac:chgData name="Toby Donaldson" userId="2e6e5431-bb17-4c41-9985-d39c50d83c73" providerId="ADAL" clId="{7F9681A8-EEE2-56F4-9B39-ECCBEE0471AC}" dt="2026-06-15T23:21:59.799" v="24567" actId="1076"/>
          <ac:spMkLst>
            <pc:docMk/>
            <pc:sldMk cId="2653615240" sldId="283"/>
            <ac:spMk id="12" creationId="{3947BFBE-EF18-3851-BF43-24DBE1EC548F}"/>
          </ac:spMkLst>
        </pc:spChg>
        <pc:spChg chg="add mod">
          <ac:chgData name="Toby Donaldson" userId="2e6e5431-bb17-4c41-9985-d39c50d83c73" providerId="ADAL" clId="{7F9681A8-EEE2-56F4-9B39-ECCBEE0471AC}" dt="2026-06-15T23:27:32.367" v="24759" actId="1076"/>
          <ac:spMkLst>
            <pc:docMk/>
            <pc:sldMk cId="2653615240" sldId="283"/>
            <ac:spMk id="13" creationId="{99822304-B1A2-0DEC-7483-D47BB21CD46F}"/>
          </ac:spMkLst>
        </pc:spChg>
        <pc:spChg chg="add mod">
          <ac:chgData name="Toby Donaldson" userId="2e6e5431-bb17-4c41-9985-d39c50d83c73" providerId="ADAL" clId="{7F9681A8-EEE2-56F4-9B39-ECCBEE0471AC}" dt="2026-06-15T23:24:03.701" v="24625" actId="20577"/>
          <ac:spMkLst>
            <pc:docMk/>
            <pc:sldMk cId="2653615240" sldId="283"/>
            <ac:spMk id="14" creationId="{AAD16CCA-C1D7-F119-A035-C10A0FEDBA3C}"/>
          </ac:spMkLst>
        </pc:spChg>
        <pc:spChg chg="add mod">
          <ac:chgData name="Toby Donaldson" userId="2e6e5431-bb17-4c41-9985-d39c50d83c73" providerId="ADAL" clId="{7F9681A8-EEE2-56F4-9B39-ECCBEE0471AC}" dt="2026-06-15T23:23:17.055" v="24615" actId="20577"/>
          <ac:spMkLst>
            <pc:docMk/>
            <pc:sldMk cId="2653615240" sldId="283"/>
            <ac:spMk id="15" creationId="{03F01F69-D362-1CFF-945B-70F76B9740C5}"/>
          </ac:spMkLst>
        </pc:spChg>
        <pc:spChg chg="add mod">
          <ac:chgData name="Toby Donaldson" userId="2e6e5431-bb17-4c41-9985-d39c50d83c73" providerId="ADAL" clId="{7F9681A8-EEE2-56F4-9B39-ECCBEE0471AC}" dt="2026-06-15T23:23:29.082" v="24619" actId="1076"/>
          <ac:spMkLst>
            <pc:docMk/>
            <pc:sldMk cId="2653615240" sldId="283"/>
            <ac:spMk id="16" creationId="{F518F7E3-FEDD-CFCC-978E-613B09E75AE6}"/>
          </ac:spMkLst>
        </pc:spChg>
        <pc:spChg chg="add mod">
          <ac:chgData name="Toby Donaldson" userId="2e6e5431-bb17-4c41-9985-d39c50d83c73" providerId="ADAL" clId="{7F9681A8-EEE2-56F4-9B39-ECCBEE0471AC}" dt="2026-06-15T23:23:45.533" v="24622" actId="20577"/>
          <ac:spMkLst>
            <pc:docMk/>
            <pc:sldMk cId="2653615240" sldId="283"/>
            <ac:spMk id="17" creationId="{1B0BF27D-E520-4972-597B-44530D5FBD29}"/>
          </ac:spMkLst>
        </pc:spChg>
        <pc:spChg chg="add mod">
          <ac:chgData name="Toby Donaldson" userId="2e6e5431-bb17-4c41-9985-d39c50d83c73" providerId="ADAL" clId="{7F9681A8-EEE2-56F4-9B39-ECCBEE0471AC}" dt="2026-06-15T23:24:09.449" v="24626" actId="1076"/>
          <ac:spMkLst>
            <pc:docMk/>
            <pc:sldMk cId="2653615240" sldId="283"/>
            <ac:spMk id="18" creationId="{A2C66E6E-880E-0B00-0CEB-B9488A8929EB}"/>
          </ac:spMkLst>
        </pc:spChg>
        <pc:spChg chg="add mod">
          <ac:chgData name="Toby Donaldson" userId="2e6e5431-bb17-4c41-9985-d39c50d83c73" providerId="ADAL" clId="{7F9681A8-EEE2-56F4-9B39-ECCBEE0471AC}" dt="2026-06-15T23:24:19.328" v="24629" actId="20577"/>
          <ac:spMkLst>
            <pc:docMk/>
            <pc:sldMk cId="2653615240" sldId="283"/>
            <ac:spMk id="19" creationId="{1324E5D4-EB17-36C2-B04F-6803DF6AE21A}"/>
          </ac:spMkLst>
        </pc:spChg>
        <pc:spChg chg="add mod">
          <ac:chgData name="Toby Donaldson" userId="2e6e5431-bb17-4c41-9985-d39c50d83c73" providerId="ADAL" clId="{7F9681A8-EEE2-56F4-9B39-ECCBEE0471AC}" dt="2026-06-15T23:27:46.800" v="24763" actId="1076"/>
          <ac:spMkLst>
            <pc:docMk/>
            <pc:sldMk cId="2653615240" sldId="283"/>
            <ac:spMk id="20" creationId="{9C1566FB-66B1-38D7-DBB1-8BABA0922F47}"/>
          </ac:spMkLst>
        </pc:spChg>
        <pc:spChg chg="del mod">
          <ac:chgData name="Toby Donaldson" userId="2e6e5431-bb17-4c41-9985-d39c50d83c73" providerId="ADAL" clId="{7F9681A8-EEE2-56F4-9B39-ECCBEE0471AC}" dt="2026-06-15T23:29:54.346" v="24792" actId="21"/>
          <ac:spMkLst>
            <pc:docMk/>
            <pc:sldMk cId="2653615240" sldId="283"/>
            <ac:spMk id="24" creationId="{0B5E92CE-DBA3-2A8A-40C4-75FDE11D9E92}"/>
          </ac:spMkLst>
        </pc:spChg>
        <pc:spChg chg="del mod">
          <ac:chgData name="Toby Donaldson" userId="2e6e5431-bb17-4c41-9985-d39c50d83c73" providerId="ADAL" clId="{7F9681A8-EEE2-56F4-9B39-ECCBEE0471AC}" dt="2026-06-15T23:29:39.961" v="24788" actId="21"/>
          <ac:spMkLst>
            <pc:docMk/>
            <pc:sldMk cId="2653615240" sldId="283"/>
            <ac:spMk id="29" creationId="{E6FC6EC9-542E-71A7-4AE1-97D06D13468F}"/>
          </ac:spMkLst>
        </pc:spChg>
        <pc:spChg chg="del mod">
          <ac:chgData name="Toby Donaldson" userId="2e6e5431-bb17-4c41-9985-d39c50d83c73" providerId="ADAL" clId="{7F9681A8-EEE2-56F4-9B39-ECCBEE0471AC}" dt="2026-06-15T23:28:32.495" v="24768" actId="21"/>
          <ac:spMkLst>
            <pc:docMk/>
            <pc:sldMk cId="2653615240" sldId="283"/>
            <ac:spMk id="30" creationId="{2377D6F9-2B7D-53CB-5486-EF16067736A1}"/>
          </ac:spMkLst>
        </pc:spChg>
        <pc:spChg chg="del mod">
          <ac:chgData name="Toby Donaldson" userId="2e6e5431-bb17-4c41-9985-d39c50d83c73" providerId="ADAL" clId="{7F9681A8-EEE2-56F4-9B39-ECCBEE0471AC}" dt="2026-06-15T23:29:31.127" v="24786" actId="21"/>
          <ac:spMkLst>
            <pc:docMk/>
            <pc:sldMk cId="2653615240" sldId="283"/>
            <ac:spMk id="32" creationId="{44BB96DB-C281-689F-BA69-69B1A1ADDCDD}"/>
          </ac:spMkLst>
        </pc:spChg>
        <pc:spChg chg="del mod">
          <ac:chgData name="Toby Donaldson" userId="2e6e5431-bb17-4c41-9985-d39c50d83c73" providerId="ADAL" clId="{7F9681A8-EEE2-56F4-9B39-ECCBEE0471AC}" dt="2026-06-15T23:28:46.235" v="24772" actId="21"/>
          <ac:spMkLst>
            <pc:docMk/>
            <pc:sldMk cId="2653615240" sldId="283"/>
            <ac:spMk id="33" creationId="{4C0BE787-960E-C141-0353-AEB46CF34525}"/>
          </ac:spMkLst>
        </pc:spChg>
        <pc:spChg chg="del mod">
          <ac:chgData name="Toby Donaldson" userId="2e6e5431-bb17-4c41-9985-d39c50d83c73" providerId="ADAL" clId="{7F9681A8-EEE2-56F4-9B39-ECCBEE0471AC}" dt="2026-06-15T23:28:36.606" v="24770" actId="21"/>
          <ac:spMkLst>
            <pc:docMk/>
            <pc:sldMk cId="2653615240" sldId="283"/>
            <ac:spMk id="37" creationId="{B2E6B31E-6008-19C6-0CA0-69F331484994}"/>
          </ac:spMkLst>
        </pc:spChg>
        <pc:spChg chg="add mod">
          <ac:chgData name="Toby Donaldson" userId="2e6e5431-bb17-4c41-9985-d39c50d83c73" providerId="ADAL" clId="{7F9681A8-EEE2-56F4-9B39-ECCBEE0471AC}" dt="2026-06-15T23:30:01.617" v="24793" actId="164"/>
          <ac:spMkLst>
            <pc:docMk/>
            <pc:sldMk cId="2653615240" sldId="283"/>
            <ac:spMk id="44" creationId="{173FC468-9D6D-5548-3CB5-7A5327DE3F2A}"/>
          </ac:spMkLst>
        </pc:spChg>
        <pc:spChg chg="add mod">
          <ac:chgData name="Toby Donaldson" userId="2e6e5431-bb17-4c41-9985-d39c50d83c73" providerId="ADAL" clId="{7F9681A8-EEE2-56F4-9B39-ECCBEE0471AC}" dt="2026-06-15T23:30:01.617" v="24793" actId="164"/>
          <ac:spMkLst>
            <pc:docMk/>
            <pc:sldMk cId="2653615240" sldId="283"/>
            <ac:spMk id="45" creationId="{C52C61D7-D537-C13B-6D23-947BB77D2820}"/>
          </ac:spMkLst>
        </pc:spChg>
        <pc:spChg chg="add mod">
          <ac:chgData name="Toby Donaldson" userId="2e6e5431-bb17-4c41-9985-d39c50d83c73" providerId="ADAL" clId="{7F9681A8-EEE2-56F4-9B39-ECCBEE0471AC}" dt="2026-06-15T23:30:01.617" v="24793" actId="164"/>
          <ac:spMkLst>
            <pc:docMk/>
            <pc:sldMk cId="2653615240" sldId="283"/>
            <ac:spMk id="46" creationId="{D702C9EE-E8E9-74F3-4D56-102815290D1C}"/>
          </ac:spMkLst>
        </pc:spChg>
        <pc:spChg chg="del">
          <ac:chgData name="Toby Donaldson" userId="2e6e5431-bb17-4c41-9985-d39c50d83c73" providerId="ADAL" clId="{7F9681A8-EEE2-56F4-9B39-ECCBEE0471AC}" dt="2026-06-15T23:17:01.623" v="24412" actId="21"/>
          <ac:spMkLst>
            <pc:docMk/>
            <pc:sldMk cId="2653615240" sldId="283"/>
            <ac:spMk id="116" creationId="{7E02175E-DD0B-7980-6F7D-DEF0605AD999}"/>
          </ac:spMkLst>
        </pc:spChg>
        <pc:spChg chg="mod">
          <ac:chgData name="Toby Donaldson" userId="2e6e5431-bb17-4c41-9985-d39c50d83c73" providerId="ADAL" clId="{7F9681A8-EEE2-56F4-9B39-ECCBEE0471AC}" dt="2026-06-15T23:26:41.350" v="24692" actId="14100"/>
          <ac:spMkLst>
            <pc:docMk/>
            <pc:sldMk cId="2653615240" sldId="283"/>
            <ac:spMk id="119" creationId="{B01848F4-1B67-DF68-1F1A-EC674EC31615}"/>
          </ac:spMkLst>
        </pc:spChg>
        <pc:grpChg chg="add mod">
          <ac:chgData name="Toby Donaldson" userId="2e6e5431-bb17-4c41-9985-d39c50d83c73" providerId="ADAL" clId="{7F9681A8-EEE2-56F4-9B39-ECCBEE0471AC}" dt="2026-06-15T23:30:01.617" v="24793" actId="164"/>
          <ac:grpSpMkLst>
            <pc:docMk/>
            <pc:sldMk cId="2653615240" sldId="283"/>
            <ac:grpSpMk id="23" creationId="{32527C55-0865-4DB4-B6E0-D7EC13BA4028}"/>
          </ac:grpSpMkLst>
        </pc:grpChg>
        <pc:grpChg chg="del mod">
          <ac:chgData name="Toby Donaldson" userId="2e6e5431-bb17-4c41-9985-d39c50d83c73" providerId="ADAL" clId="{7F9681A8-EEE2-56F4-9B39-ECCBEE0471AC}" dt="2026-06-15T23:28:46.235" v="24772" actId="21"/>
          <ac:grpSpMkLst>
            <pc:docMk/>
            <pc:sldMk cId="2653615240" sldId="283"/>
            <ac:grpSpMk id="26" creationId="{74CCBD8E-0A0E-843F-CFBA-BA2FE74CD9D3}"/>
          </ac:grpSpMkLst>
        </pc:grpChg>
        <pc:grpChg chg="del mod">
          <ac:chgData name="Toby Donaldson" userId="2e6e5431-bb17-4c41-9985-d39c50d83c73" providerId="ADAL" clId="{7F9681A8-EEE2-56F4-9B39-ECCBEE0471AC}" dt="2026-06-15T23:28:32.495" v="24768" actId="21"/>
          <ac:grpSpMkLst>
            <pc:docMk/>
            <pc:sldMk cId="2653615240" sldId="283"/>
            <ac:grpSpMk id="27" creationId="{6CC6B40E-44B5-B60E-3BE1-F0849BF9A241}"/>
          </ac:grpSpMkLst>
        </pc:grpChg>
        <pc:grpChg chg="add mod">
          <ac:chgData name="Toby Donaldson" userId="2e6e5431-bb17-4c41-9985-d39c50d83c73" providerId="ADAL" clId="{7F9681A8-EEE2-56F4-9B39-ECCBEE0471AC}" dt="2026-06-15T23:30:09.526" v="24794" actId="1076"/>
          <ac:grpSpMkLst>
            <pc:docMk/>
            <pc:sldMk cId="2653615240" sldId="283"/>
            <ac:grpSpMk id="52" creationId="{A6E43D9E-3F16-4DBC-3289-876F3C0DD7D4}"/>
          </ac:grpSpMkLst>
        </pc:grpChg>
        <pc:grpChg chg="del">
          <ac:chgData name="Toby Donaldson" userId="2e6e5431-bb17-4c41-9985-d39c50d83c73" providerId="ADAL" clId="{7F9681A8-EEE2-56F4-9B39-ECCBEE0471AC}" dt="2026-06-15T23:17:01.623" v="24412" actId="21"/>
          <ac:grpSpMkLst>
            <pc:docMk/>
            <pc:sldMk cId="2653615240" sldId="283"/>
            <ac:grpSpMk id="58" creationId="{D5BCA28D-84D3-0F48-7115-A8EB44763780}"/>
          </ac:grpSpMkLst>
        </pc:grpChg>
        <pc:grpChg chg="mod">
          <ac:chgData name="Toby Donaldson" userId="2e6e5431-bb17-4c41-9985-d39c50d83c73" providerId="ADAL" clId="{7F9681A8-EEE2-56F4-9B39-ECCBEE0471AC}" dt="2026-06-15T23:17:28.932" v="24495" actId="1076"/>
          <ac:grpSpMkLst>
            <pc:docMk/>
            <pc:sldMk cId="2653615240" sldId="283"/>
            <ac:grpSpMk id="59" creationId="{B27934E2-162B-AF06-9201-949C739BBCA0}"/>
          </ac:grpSpMkLst>
        </pc:grpChg>
        <pc:grpChg chg="del">
          <ac:chgData name="Toby Donaldson" userId="2e6e5431-bb17-4c41-9985-d39c50d83c73" providerId="ADAL" clId="{7F9681A8-EEE2-56F4-9B39-ECCBEE0471AC}" dt="2026-06-15T23:17:01.623" v="24412" actId="21"/>
          <ac:grpSpMkLst>
            <pc:docMk/>
            <pc:sldMk cId="2653615240" sldId="283"/>
            <ac:grpSpMk id="75" creationId="{DF137B96-EED1-4717-2126-C15F195F9F18}"/>
          </ac:grpSpMkLst>
        </pc:grpChg>
        <pc:grpChg chg="del">
          <ac:chgData name="Toby Donaldson" userId="2e6e5431-bb17-4c41-9985-d39c50d83c73" providerId="ADAL" clId="{7F9681A8-EEE2-56F4-9B39-ECCBEE0471AC}" dt="2026-06-15T23:17:01.623" v="24412" actId="21"/>
          <ac:grpSpMkLst>
            <pc:docMk/>
            <pc:sldMk cId="2653615240" sldId="283"/>
            <ac:grpSpMk id="89" creationId="{B306094E-7F2A-78D7-A9CC-3FC52D5CAEB2}"/>
          </ac:grpSpMkLst>
        </pc:grpChg>
        <pc:grpChg chg="del">
          <ac:chgData name="Toby Donaldson" userId="2e6e5431-bb17-4c41-9985-d39c50d83c73" providerId="ADAL" clId="{7F9681A8-EEE2-56F4-9B39-ECCBEE0471AC}" dt="2026-06-15T23:17:01.623" v="24412" actId="21"/>
          <ac:grpSpMkLst>
            <pc:docMk/>
            <pc:sldMk cId="2653615240" sldId="283"/>
            <ac:grpSpMk id="100" creationId="{46BA64B3-2A50-C6FF-C85D-11541A56FB0D}"/>
          </ac:grpSpMkLst>
        </pc:grpChg>
        <pc:grpChg chg="del">
          <ac:chgData name="Toby Donaldson" userId="2e6e5431-bb17-4c41-9985-d39c50d83c73" providerId="ADAL" clId="{7F9681A8-EEE2-56F4-9B39-ECCBEE0471AC}" dt="2026-06-15T23:17:01.623" v="24412" actId="21"/>
          <ac:grpSpMkLst>
            <pc:docMk/>
            <pc:sldMk cId="2653615240" sldId="283"/>
            <ac:grpSpMk id="109" creationId="{EDD83E6C-C286-E00C-CF08-47B7E3902878}"/>
          </ac:grpSpMkLst>
        </pc:grpChg>
        <pc:graphicFrameChg chg="add mod modGraphic">
          <ac:chgData name="Toby Donaldson" userId="2e6e5431-bb17-4c41-9985-d39c50d83c73" providerId="ADAL" clId="{7F9681A8-EEE2-56F4-9B39-ECCBEE0471AC}" dt="2026-06-15T23:24:26.166" v="24630" actId="207"/>
          <ac:graphicFrameMkLst>
            <pc:docMk/>
            <pc:sldMk cId="2653615240" sldId="283"/>
            <ac:graphicFrameMk id="11" creationId="{38375839-47D1-F91F-E3FE-4D427157F065}"/>
          </ac:graphicFrameMkLst>
        </pc:graphicFrameChg>
        <pc:cxnChg chg="add">
          <ac:chgData name="Toby Donaldson" userId="2e6e5431-bb17-4c41-9985-d39c50d83c73" providerId="ADAL" clId="{7F9681A8-EEE2-56F4-9B39-ECCBEE0471AC}" dt="2026-06-15T23:27:52.864" v="24764" actId="11529"/>
          <ac:cxnSpMkLst>
            <pc:docMk/>
            <pc:sldMk cId="2653615240" sldId="283"/>
            <ac:cxnSpMk id="22" creationId="{3F9E9A79-C013-2C1A-6345-0D2ACE50F980}"/>
          </ac:cxnSpMkLst>
        </pc:cxnChg>
        <pc:cxnChg chg="mod">
          <ac:chgData name="Toby Donaldson" userId="2e6e5431-bb17-4c41-9985-d39c50d83c73" providerId="ADAL" clId="{7F9681A8-EEE2-56F4-9B39-ECCBEE0471AC}" dt="2026-06-15T23:29:54.346" v="24792" actId="21"/>
          <ac:cxnSpMkLst>
            <pc:docMk/>
            <pc:sldMk cId="2653615240" sldId="283"/>
            <ac:cxnSpMk id="25" creationId="{20A3A4DE-96C3-FF96-B49A-9599498FA8D0}"/>
          </ac:cxnSpMkLst>
        </pc:cxnChg>
        <pc:cxnChg chg="mod">
          <ac:chgData name="Toby Donaldson" userId="2e6e5431-bb17-4c41-9985-d39c50d83c73" providerId="ADAL" clId="{7F9681A8-EEE2-56F4-9B39-ECCBEE0471AC}" dt="2026-06-15T23:29:54.346" v="24792" actId="21"/>
          <ac:cxnSpMkLst>
            <pc:docMk/>
            <pc:sldMk cId="2653615240" sldId="283"/>
            <ac:cxnSpMk id="28" creationId="{3600C254-F016-F0DC-9CBE-0C7A5ED44E7A}"/>
          </ac:cxnSpMkLst>
        </pc:cxnChg>
        <pc:cxnChg chg="del mod">
          <ac:chgData name="Toby Donaldson" userId="2e6e5431-bb17-4c41-9985-d39c50d83c73" providerId="ADAL" clId="{7F9681A8-EEE2-56F4-9B39-ECCBEE0471AC}" dt="2026-06-15T23:28:30.681" v="24767" actId="21"/>
          <ac:cxnSpMkLst>
            <pc:docMk/>
            <pc:sldMk cId="2653615240" sldId="283"/>
            <ac:cxnSpMk id="31" creationId="{56B558A8-0FBE-484D-9314-9CE7B9BA59BB}"/>
          </ac:cxnSpMkLst>
        </pc:cxnChg>
        <pc:cxnChg chg="del mod">
          <ac:chgData name="Toby Donaldson" userId="2e6e5431-bb17-4c41-9985-d39c50d83c73" providerId="ADAL" clId="{7F9681A8-EEE2-56F4-9B39-ECCBEE0471AC}" dt="2026-06-15T23:28:38.719" v="24771" actId="21"/>
          <ac:cxnSpMkLst>
            <pc:docMk/>
            <pc:sldMk cId="2653615240" sldId="283"/>
            <ac:cxnSpMk id="36" creationId="{CA1D57F1-044A-97CD-0767-BB223C91B929}"/>
          </ac:cxnSpMkLst>
        </pc:cxnChg>
        <pc:cxnChg chg="del mod">
          <ac:chgData name="Toby Donaldson" userId="2e6e5431-bb17-4c41-9985-d39c50d83c73" providerId="ADAL" clId="{7F9681A8-EEE2-56F4-9B39-ECCBEE0471AC}" dt="2026-06-15T23:28:34.688" v="24769" actId="21"/>
          <ac:cxnSpMkLst>
            <pc:docMk/>
            <pc:sldMk cId="2653615240" sldId="283"/>
            <ac:cxnSpMk id="38" creationId="{A1A271C8-9765-0A2E-416E-ED7E34ABAD5D}"/>
          </ac:cxnSpMkLst>
        </pc:cxnChg>
        <pc:cxnChg chg="mod">
          <ac:chgData name="Toby Donaldson" userId="2e6e5431-bb17-4c41-9985-d39c50d83c73" providerId="ADAL" clId="{7F9681A8-EEE2-56F4-9B39-ECCBEE0471AC}" dt="2026-06-15T23:17:01.623" v="24412" actId="21"/>
          <ac:cxnSpMkLst>
            <pc:docMk/>
            <pc:sldMk cId="2653615240" sldId="283"/>
            <ac:cxnSpMk id="80" creationId="{9AEE434C-925A-20D7-F756-34AE355D57E9}"/>
          </ac:cxnSpMkLst>
        </pc:cxnChg>
        <pc:cxnChg chg="mod">
          <ac:chgData name="Toby Donaldson" userId="2e6e5431-bb17-4c41-9985-d39c50d83c73" providerId="ADAL" clId="{7F9681A8-EEE2-56F4-9B39-ECCBEE0471AC}" dt="2026-06-15T23:17:01.623" v="24412" actId="21"/>
          <ac:cxnSpMkLst>
            <pc:docMk/>
            <pc:sldMk cId="2653615240" sldId="283"/>
            <ac:cxnSpMk id="91" creationId="{1676EB77-0101-64EE-8516-2A3F461E8C1A}"/>
          </ac:cxnSpMkLst>
        </pc:cxnChg>
        <pc:cxnChg chg="mod">
          <ac:chgData name="Toby Donaldson" userId="2e6e5431-bb17-4c41-9985-d39c50d83c73" providerId="ADAL" clId="{7F9681A8-EEE2-56F4-9B39-ECCBEE0471AC}" dt="2026-06-15T23:17:01.623" v="24412" actId="21"/>
          <ac:cxnSpMkLst>
            <pc:docMk/>
            <pc:sldMk cId="2653615240" sldId="283"/>
            <ac:cxnSpMk id="94" creationId="{67F364E3-CDAA-2D55-4DD4-8CD22989060B}"/>
          </ac:cxnSpMkLst>
        </pc:cxnChg>
        <pc:cxnChg chg="mod">
          <ac:chgData name="Toby Donaldson" userId="2e6e5431-bb17-4c41-9985-d39c50d83c73" providerId="ADAL" clId="{7F9681A8-EEE2-56F4-9B39-ECCBEE0471AC}" dt="2026-06-15T23:17:01.623" v="24412" actId="21"/>
          <ac:cxnSpMkLst>
            <pc:docMk/>
            <pc:sldMk cId="2653615240" sldId="283"/>
            <ac:cxnSpMk id="97" creationId="{FC6AD649-F150-F4FD-850A-EF07D5BC09C0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6-16T01:46:46.593" v="25107" actId="21"/>
        <pc:sldMkLst>
          <pc:docMk/>
          <pc:sldMk cId="2571781890" sldId="284"/>
        </pc:sldMkLst>
        <pc:spChg chg="mod">
          <ac:chgData name="Toby Donaldson" userId="2e6e5431-bb17-4c41-9985-d39c50d83c73" providerId="ADAL" clId="{7F9681A8-EEE2-56F4-9B39-ECCBEE0471AC}" dt="2026-06-15T23:33:26.981" v="24843" actId="20577"/>
          <ac:spMkLst>
            <pc:docMk/>
            <pc:sldMk cId="2571781890" sldId="284"/>
            <ac:spMk id="2" creationId="{468A7631-3EF2-150E-EF28-B3587C7C2F28}"/>
          </ac:spMkLst>
        </pc:spChg>
        <pc:spChg chg="del">
          <ac:chgData name="Toby Donaldson" userId="2e6e5431-bb17-4c41-9985-d39c50d83c73" providerId="ADAL" clId="{7F9681A8-EEE2-56F4-9B39-ECCBEE0471AC}" dt="2026-06-15T23:31:19.001" v="24800" actId="21"/>
          <ac:spMkLst>
            <pc:docMk/>
            <pc:sldMk cId="2571781890" sldId="284"/>
            <ac:spMk id="3" creationId="{969FAD86-829D-C65E-0F9C-A51E8B90C920}"/>
          </ac:spMkLst>
        </pc:spChg>
        <pc:spChg chg="mod">
          <ac:chgData name="Toby Donaldson" userId="2e6e5431-bb17-4c41-9985-d39c50d83c73" providerId="ADAL" clId="{7F9681A8-EEE2-56F4-9B39-ECCBEE0471AC}" dt="2026-06-15T23:31:12.779" v="24798"/>
          <ac:spMkLst>
            <pc:docMk/>
            <pc:sldMk cId="2571781890" sldId="284"/>
            <ac:spMk id="5" creationId="{738B87B9-7B9D-9DD4-8565-C56F80D009B3}"/>
          </ac:spMkLst>
        </pc:spChg>
        <pc:spChg chg="mod">
          <ac:chgData name="Toby Donaldson" userId="2e6e5431-bb17-4c41-9985-d39c50d83c73" providerId="ADAL" clId="{7F9681A8-EEE2-56F4-9B39-ECCBEE0471AC}" dt="2026-06-15T23:31:44.503" v="24803" actId="165"/>
          <ac:spMkLst>
            <pc:docMk/>
            <pc:sldMk cId="2571781890" sldId="284"/>
            <ac:spMk id="10" creationId="{26BC02A4-E96C-3EF9-EDE9-6D4122630E49}"/>
          </ac:spMkLst>
        </pc:spChg>
        <pc:spChg chg="mod">
          <ac:chgData name="Toby Donaldson" userId="2e6e5431-bb17-4c41-9985-d39c50d83c73" providerId="ADAL" clId="{7F9681A8-EEE2-56F4-9B39-ECCBEE0471AC}" dt="2026-06-15T23:31:44.503" v="24803" actId="165"/>
          <ac:spMkLst>
            <pc:docMk/>
            <pc:sldMk cId="2571781890" sldId="284"/>
            <ac:spMk id="11" creationId="{E70DDDC5-6FF6-240F-52A4-6FC0691ED022}"/>
          </ac:spMkLst>
        </pc:spChg>
        <pc:spChg chg="mod">
          <ac:chgData name="Toby Donaldson" userId="2e6e5431-bb17-4c41-9985-d39c50d83c73" providerId="ADAL" clId="{7F9681A8-EEE2-56F4-9B39-ECCBEE0471AC}" dt="2026-06-15T23:31:44.503" v="24803" actId="165"/>
          <ac:spMkLst>
            <pc:docMk/>
            <pc:sldMk cId="2571781890" sldId="284"/>
            <ac:spMk id="13" creationId="{0CC05D97-17AA-006F-B5A5-6DCDEE863F17}"/>
          </ac:spMkLst>
        </pc:spChg>
        <pc:spChg chg="mod">
          <ac:chgData name="Toby Donaldson" userId="2e6e5431-bb17-4c41-9985-d39c50d83c73" providerId="ADAL" clId="{7F9681A8-EEE2-56F4-9B39-ECCBEE0471AC}" dt="2026-06-15T23:31:44.503" v="24803" actId="165"/>
          <ac:spMkLst>
            <pc:docMk/>
            <pc:sldMk cId="2571781890" sldId="284"/>
            <ac:spMk id="16" creationId="{30C7A8D6-B1B9-1BF0-7CC9-D760ED30B771}"/>
          </ac:spMkLst>
        </pc:spChg>
        <pc:spChg chg="mod topLvl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18" creationId="{0308C6DE-3381-E77F-69CB-61D6BDAB0A60}"/>
          </ac:spMkLst>
        </pc:spChg>
        <pc:spChg chg="mod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19" creationId="{CAAA9DC1-0DFB-CBD7-107A-E03760729F94}"/>
          </ac:spMkLst>
        </pc:spChg>
        <pc:spChg chg="add mod topLvl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20" creationId="{F49C752C-8022-6DE0-88BD-DB275897CA18}"/>
          </ac:spMkLst>
        </pc:spChg>
        <pc:spChg chg="add mod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21" creationId="{AA555D7D-EED0-04C2-6B6E-362BD73F0CCA}"/>
          </ac:spMkLst>
        </pc:spChg>
        <pc:spChg chg="add mod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22" creationId="{B1DC0153-0D45-C344-EAA7-6E20A8AEAE78}"/>
          </ac:spMkLst>
        </pc:spChg>
        <pc:spChg chg="add mod">
          <ac:chgData name="Toby Donaldson" userId="2e6e5431-bb17-4c41-9985-d39c50d83c73" providerId="ADAL" clId="{7F9681A8-EEE2-56F4-9B39-ECCBEE0471AC}" dt="2026-06-15T23:33:43.670" v="24844" actId="164"/>
          <ac:spMkLst>
            <pc:docMk/>
            <pc:sldMk cId="2571781890" sldId="284"/>
            <ac:spMk id="23" creationId="{0E1002F5-A366-6007-7A1D-A459FAA2A88C}"/>
          </ac:spMkLst>
        </pc:spChg>
        <pc:spChg chg="del mod topLvl">
          <ac:chgData name="Toby Donaldson" userId="2e6e5431-bb17-4c41-9985-d39c50d83c73" providerId="ADAL" clId="{7F9681A8-EEE2-56F4-9B39-ECCBEE0471AC}" dt="2026-06-15T23:31:54.461" v="24805" actId="21"/>
          <ac:spMkLst>
            <pc:docMk/>
            <pc:sldMk cId="2571781890" sldId="284"/>
            <ac:spMk id="24" creationId="{19059575-4CE5-ACDD-803E-CDDFCF28FA4C}"/>
          </ac:spMkLst>
        </pc:spChg>
        <pc:spChg chg="del mod topLvl">
          <ac:chgData name="Toby Donaldson" userId="2e6e5431-bb17-4c41-9985-d39c50d83c73" providerId="ADAL" clId="{7F9681A8-EEE2-56F4-9B39-ECCBEE0471AC}" dt="2026-06-15T23:31:54.461" v="24805" actId="21"/>
          <ac:spMkLst>
            <pc:docMk/>
            <pc:sldMk cId="2571781890" sldId="284"/>
            <ac:spMk id="25" creationId="{CDE7E209-7256-0623-D050-4EB7E0F6FA33}"/>
          </ac:spMkLst>
        </pc:spChg>
        <pc:spChg chg="add del mod topLvl">
          <ac:chgData name="Toby Donaldson" userId="2e6e5431-bb17-4c41-9985-d39c50d83c73" providerId="ADAL" clId="{7F9681A8-EEE2-56F4-9B39-ECCBEE0471AC}" dt="2026-06-15T23:31:49.106" v="24804" actId="21"/>
          <ac:spMkLst>
            <pc:docMk/>
            <pc:sldMk cId="2571781890" sldId="284"/>
            <ac:spMk id="26" creationId="{20089E05-BEE0-6710-EFA3-CC7A4E216498}"/>
          </ac:spMkLst>
        </pc:spChg>
        <pc:spChg chg="add del mod">
          <ac:chgData name="Toby Donaldson" userId="2e6e5431-bb17-4c41-9985-d39c50d83c73" providerId="ADAL" clId="{7F9681A8-EEE2-56F4-9B39-ECCBEE0471AC}" dt="2026-06-15T23:31:54.461" v="24805" actId="21"/>
          <ac:spMkLst>
            <pc:docMk/>
            <pc:sldMk cId="2571781890" sldId="284"/>
            <ac:spMk id="27" creationId="{3CD39DBD-409B-479C-FB02-CC0ED93890A1}"/>
          </ac:spMkLst>
        </pc:spChg>
        <pc:spChg chg="add del mod topLvl">
          <ac:chgData name="Toby Donaldson" userId="2e6e5431-bb17-4c41-9985-d39c50d83c73" providerId="ADAL" clId="{7F9681A8-EEE2-56F4-9B39-ECCBEE0471AC}" dt="2026-06-15T23:31:54.461" v="24805" actId="21"/>
          <ac:spMkLst>
            <pc:docMk/>
            <pc:sldMk cId="2571781890" sldId="284"/>
            <ac:spMk id="28" creationId="{C6A3CD64-9280-90DB-06ED-8141EAF2E0C1}"/>
          </ac:spMkLst>
        </pc:spChg>
        <pc:spChg chg="add del mod">
          <ac:chgData name="Toby Donaldson" userId="2e6e5431-bb17-4c41-9985-d39c50d83c73" providerId="ADAL" clId="{7F9681A8-EEE2-56F4-9B39-ECCBEE0471AC}" dt="2026-06-15T23:31:49.106" v="24804" actId="21"/>
          <ac:spMkLst>
            <pc:docMk/>
            <pc:sldMk cId="2571781890" sldId="284"/>
            <ac:spMk id="29" creationId="{A66421B3-D67F-AD74-67A5-867C93D4D483}"/>
          </ac:spMkLst>
        </pc:spChg>
        <pc:spChg chg="add mod">
          <ac:chgData name="Toby Donaldson" userId="2e6e5431-bb17-4c41-9985-d39c50d83c73" providerId="ADAL" clId="{7F9681A8-EEE2-56F4-9B39-ECCBEE0471AC}" dt="2026-06-15T23:37:55.580" v="24873" actId="1076"/>
          <ac:spMkLst>
            <pc:docMk/>
            <pc:sldMk cId="2571781890" sldId="284"/>
            <ac:spMk id="31" creationId="{11CD3643-A0EE-30E9-5B16-CC000928EE5F}"/>
          </ac:spMkLst>
        </pc:spChg>
        <pc:spChg chg="add mod">
          <ac:chgData name="Toby Donaldson" userId="2e6e5431-bb17-4c41-9985-d39c50d83c73" providerId="ADAL" clId="{7F9681A8-EEE2-56F4-9B39-ECCBEE0471AC}" dt="2026-06-15T23:37:55.580" v="24873" actId="1076"/>
          <ac:spMkLst>
            <pc:docMk/>
            <pc:sldMk cId="2571781890" sldId="284"/>
            <ac:spMk id="32" creationId="{669A5FB4-AEE6-6C31-2AD2-3EC41B60D335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36" creationId="{6B926796-49D6-1D49-CD41-3E1FAAEE83AE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37" creationId="{87CEFDC7-306E-7DE4-E83D-78DD9A64887C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38" creationId="{FDFAB895-93B2-861C-37D5-1F526E9314E9}"/>
          </ac:spMkLst>
        </pc:spChg>
        <pc:spChg chg="mod">
          <ac:chgData name="Toby Donaldson" userId="2e6e5431-bb17-4c41-9985-d39c50d83c73" providerId="ADAL" clId="{7F9681A8-EEE2-56F4-9B39-ECCBEE0471AC}" dt="2026-06-15T23:35:02.762" v="24857" actId="20577"/>
          <ac:spMkLst>
            <pc:docMk/>
            <pc:sldMk cId="2571781890" sldId="284"/>
            <ac:spMk id="39" creationId="{9E71C2E5-FA78-1653-53DD-EB9F13A4399A}"/>
          </ac:spMkLst>
        </pc:spChg>
        <pc:spChg chg="mod">
          <ac:chgData name="Toby Donaldson" userId="2e6e5431-bb17-4c41-9985-d39c50d83c73" providerId="ADAL" clId="{7F9681A8-EEE2-56F4-9B39-ECCBEE0471AC}" dt="2026-06-15T23:34:52.901" v="24853" actId="20577"/>
          <ac:spMkLst>
            <pc:docMk/>
            <pc:sldMk cId="2571781890" sldId="284"/>
            <ac:spMk id="40" creationId="{F262B08D-4A7F-4B5F-9982-D96DE42D83B6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41" creationId="{F16AFCF9-C4B7-568E-8AD9-54B9A6F0F462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47" creationId="{B241173F-3D34-91A9-9F9E-CD9DD8F1780F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48" creationId="{B782BD24-FF48-C540-CCCA-EF77717FA135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50" creationId="{7A3A84A5-359A-391E-E48E-4B74E041E001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51" creationId="{CED6E77A-1B79-66C5-430A-7F890FA18DF5}"/>
          </ac:spMkLst>
        </pc:spChg>
        <pc:spChg chg="mod">
          <ac:chgData name="Toby Donaldson" userId="2e6e5431-bb17-4c41-9985-d39c50d83c73" providerId="ADAL" clId="{7F9681A8-EEE2-56F4-9B39-ECCBEE0471AC}" dt="2026-06-15T23:33:48.123" v="24846"/>
          <ac:spMkLst>
            <pc:docMk/>
            <pc:sldMk cId="2571781890" sldId="284"/>
            <ac:spMk id="53" creationId="{216A4913-8488-0D3F-8646-ACFACB61C267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3" creationId="{3752617D-3141-95A0-29F6-EACB1808846A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4" creationId="{21EE0ABE-C4BC-45ED-4809-1D1171308D92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5" creationId="{D3921AD9-E761-FF1D-874C-FEEEAAD27992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6" creationId="{EC3DCE02-8783-46B6-AC17-B1174AC4BB6B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8" creationId="{0C010DB5-D72D-6199-8C8C-66ACCFFD7D4C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69" creationId="{4A81A6FE-EE36-763A-B593-43845D54E681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74" creationId="{29B9B0CC-3113-6BE7-103A-B2AD9BF8194C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75" creationId="{36DA5FD4-8BD6-BCBA-11FD-F5A9E9D58515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77" creationId="{D09FB6B3-62C1-9698-3017-47B1E147750E}"/>
          </ac:spMkLst>
        </pc:spChg>
        <pc:spChg chg="mod">
          <ac:chgData name="Toby Donaldson" userId="2e6e5431-bb17-4c41-9985-d39c50d83c73" providerId="ADAL" clId="{7F9681A8-EEE2-56F4-9B39-ECCBEE0471AC}" dt="2026-06-15T23:37:44.077" v="24870"/>
          <ac:spMkLst>
            <pc:docMk/>
            <pc:sldMk cId="2571781890" sldId="284"/>
            <ac:spMk id="80" creationId="{97C493A9-70AF-8FFF-5F9D-1B90E17F9F37}"/>
          </ac:spMkLst>
        </pc:spChg>
        <pc:grpChg chg="mod">
          <ac:chgData name="Toby Donaldson" userId="2e6e5431-bb17-4c41-9985-d39c50d83c73" providerId="ADAL" clId="{7F9681A8-EEE2-56F4-9B39-ECCBEE0471AC}" dt="2026-06-15T23:33:43.670" v="24844" actId="164"/>
          <ac:grpSpMkLst>
            <pc:docMk/>
            <pc:sldMk cId="2571781890" sldId="284"/>
            <ac:grpSpMk id="4" creationId="{2D7FEF1A-908B-D153-8F97-254CF6AC7D6C}"/>
          </ac:grpSpMkLst>
        </pc:grpChg>
        <pc:grpChg chg="mod">
          <ac:chgData name="Toby Donaldson" userId="2e6e5431-bb17-4c41-9985-d39c50d83c73" providerId="ADAL" clId="{7F9681A8-EEE2-56F4-9B39-ECCBEE0471AC}" dt="2026-06-15T23:31:38.012" v="24802" actId="1076"/>
          <ac:grpSpMkLst>
            <pc:docMk/>
            <pc:sldMk cId="2571781890" sldId="284"/>
            <ac:grpSpMk id="30" creationId="{7BED254B-D2E2-2A78-B685-C2E4C628DC2B}"/>
          </ac:grpSpMkLst>
        </pc:grpChg>
        <pc:grpChg chg="add mod">
          <ac:chgData name="Toby Donaldson" userId="2e6e5431-bb17-4c41-9985-d39c50d83c73" providerId="ADAL" clId="{7F9681A8-EEE2-56F4-9B39-ECCBEE0471AC}" dt="2026-06-15T23:33:55.497" v="24848" actId="1076"/>
          <ac:grpSpMkLst>
            <pc:docMk/>
            <pc:sldMk cId="2571781890" sldId="284"/>
            <ac:grpSpMk id="33" creationId="{9597BADC-E667-B1D6-CF5E-3A18E0BDDC70}"/>
          </ac:grpSpMkLst>
        </pc:grpChg>
        <pc:grpChg chg="del mod">
          <ac:chgData name="Toby Donaldson" userId="2e6e5431-bb17-4c41-9985-d39c50d83c73" providerId="ADAL" clId="{7F9681A8-EEE2-56F4-9B39-ECCBEE0471AC}" dt="2026-06-16T01:46:46.593" v="25107" actId="21"/>
          <ac:grpSpMkLst>
            <pc:docMk/>
            <pc:sldMk cId="2571781890" sldId="284"/>
            <ac:grpSpMk id="34" creationId="{B6AAA58A-EEC2-617C-8BAE-37447000EB5D}"/>
          </ac:grpSpMkLst>
        </pc:grpChg>
        <pc:grpChg chg="mod">
          <ac:chgData name="Toby Donaldson" userId="2e6e5431-bb17-4c41-9985-d39c50d83c73" providerId="ADAL" clId="{7F9681A8-EEE2-56F4-9B39-ECCBEE0471AC}" dt="2026-06-15T23:37:54.551" v="24872" actId="1076"/>
          <ac:grpSpMkLst>
            <pc:docMk/>
            <pc:sldMk cId="2571781890" sldId="284"/>
            <ac:grpSpMk id="61" creationId="{9A667B7E-A686-5E54-9921-55C592AEE8C6}"/>
          </ac:grpSpMkLst>
        </pc:grpChg>
        <pc:picChg chg="add del mod">
          <ac:chgData name="Toby Donaldson" userId="2e6e5431-bb17-4c41-9985-d39c50d83c73" providerId="ADAL" clId="{7F9681A8-EEE2-56F4-9B39-ECCBEE0471AC}" dt="2026-06-15T23:36:27.152" v="24863" actId="21"/>
          <ac:picMkLst>
            <pc:docMk/>
            <pc:sldMk cId="2571781890" sldId="284"/>
            <ac:picMk id="56" creationId="{317A5E1B-EA1B-7224-1F1B-A7A4F06B318E}"/>
          </ac:picMkLst>
        </pc:picChg>
        <pc:picChg chg="add del mod">
          <ac:chgData name="Toby Donaldson" userId="2e6e5431-bb17-4c41-9985-d39c50d83c73" providerId="ADAL" clId="{7F9681A8-EEE2-56F4-9B39-ECCBEE0471AC}" dt="2026-06-16T01:46:06.829" v="25099" actId="21"/>
          <ac:picMkLst>
            <pc:docMk/>
            <pc:sldMk cId="2571781890" sldId="284"/>
            <ac:picMk id="58" creationId="{9ACF1AC1-0C89-85A4-A9C4-7C69A329674C}"/>
          </ac:picMkLst>
        </pc:picChg>
        <pc:picChg chg="add del mod">
          <ac:chgData name="Toby Donaldson" userId="2e6e5431-bb17-4c41-9985-d39c50d83c73" providerId="ADAL" clId="{7F9681A8-EEE2-56F4-9B39-ECCBEE0471AC}" dt="2026-06-16T01:46:46.593" v="25107" actId="21"/>
          <ac:picMkLst>
            <pc:docMk/>
            <pc:sldMk cId="2571781890" sldId="284"/>
            <ac:picMk id="60" creationId="{84E5F7A9-CB29-981D-0257-20E6A746E786}"/>
          </ac:picMkLst>
        </pc:picChg>
        <pc:cxnChg chg="mod">
          <ac:chgData name="Toby Donaldson" userId="2e6e5431-bb17-4c41-9985-d39c50d83c73" providerId="ADAL" clId="{7F9681A8-EEE2-56F4-9B39-ECCBEE0471AC}" dt="2026-06-16T01:46:46.593" v="25107" actId="21"/>
          <ac:cxnSpMkLst>
            <pc:docMk/>
            <pc:sldMk cId="2571781890" sldId="284"/>
            <ac:cxnSpMk id="43" creationId="{ACEA6809-608A-E29B-BED0-56149A8ADD51}"/>
          </ac:cxnSpMkLst>
        </pc:cxnChg>
        <pc:cxnChg chg="mod">
          <ac:chgData name="Toby Donaldson" userId="2e6e5431-bb17-4c41-9985-d39c50d83c73" providerId="ADAL" clId="{7F9681A8-EEE2-56F4-9B39-ECCBEE0471AC}" dt="2026-06-16T01:46:46.593" v="25107" actId="21"/>
          <ac:cxnSpMkLst>
            <pc:docMk/>
            <pc:sldMk cId="2571781890" sldId="284"/>
            <ac:cxnSpMk id="46" creationId="{57CE8800-6364-8C0A-6E21-A2FD64F8F01B}"/>
          </ac:cxnSpMkLst>
        </pc:cxnChg>
        <pc:cxnChg chg="mod">
          <ac:chgData name="Toby Donaldson" userId="2e6e5431-bb17-4c41-9985-d39c50d83c73" providerId="ADAL" clId="{7F9681A8-EEE2-56F4-9B39-ECCBEE0471AC}" dt="2026-06-16T01:46:46.593" v="25107" actId="21"/>
          <ac:cxnSpMkLst>
            <pc:docMk/>
            <pc:sldMk cId="2571781890" sldId="284"/>
            <ac:cxnSpMk id="49" creationId="{FB902C89-0ECF-3780-0771-A740143C8736}"/>
          </ac:cxnSpMkLst>
        </pc:cxnChg>
        <pc:cxnChg chg="mod">
          <ac:chgData name="Toby Donaldson" userId="2e6e5431-bb17-4c41-9985-d39c50d83c73" providerId="ADAL" clId="{7F9681A8-EEE2-56F4-9B39-ECCBEE0471AC}" dt="2026-06-16T01:46:46.593" v="25107" actId="21"/>
          <ac:cxnSpMkLst>
            <pc:docMk/>
            <pc:sldMk cId="2571781890" sldId="284"/>
            <ac:cxnSpMk id="52" creationId="{EBA913EA-069F-E9C9-2822-039246BD9D0A}"/>
          </ac:cxnSpMkLst>
        </pc:cxnChg>
        <pc:cxnChg chg="mod">
          <ac:chgData name="Toby Donaldson" userId="2e6e5431-bb17-4c41-9985-d39c50d83c73" providerId="ADAL" clId="{7F9681A8-EEE2-56F4-9B39-ECCBEE0471AC}" dt="2026-06-16T01:46:46.593" v="25107" actId="21"/>
          <ac:cxnSpMkLst>
            <pc:docMk/>
            <pc:sldMk cId="2571781890" sldId="284"/>
            <ac:cxnSpMk id="54" creationId="{338EB9C6-D61E-0E6F-1280-4463A111245F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4229251929" sldId="284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603748545" sldId="285"/>
        </pc:sldMkLst>
      </pc:sldChg>
      <pc:sldChg chg="add">
        <pc:chgData name="Toby Donaldson" userId="2e6e5431-bb17-4c41-9985-d39c50d83c73" providerId="ADAL" clId="{7F9681A8-EEE2-56F4-9B39-ECCBEE0471AC}" dt="2026-06-16T01:46:01.478" v="25098" actId="2890"/>
        <pc:sldMkLst>
          <pc:docMk/>
          <pc:sldMk cId="1916865360" sldId="285"/>
        </pc:sldMkLst>
      </pc:sldChg>
      <pc:sldChg chg="addSp delSp modSp add del mod">
        <pc:chgData name="Toby Donaldson" userId="2e6e5431-bb17-4c41-9985-d39c50d83c73" providerId="ADAL" clId="{7F9681A8-EEE2-56F4-9B39-ECCBEE0471AC}" dt="2026-06-16T01:43:31.161" v="25080" actId="2696"/>
        <pc:sldMkLst>
          <pc:docMk/>
          <pc:sldMk cId="2200471105" sldId="285"/>
        </pc:sldMkLst>
        <pc:spChg chg="add del mod">
          <ac:chgData name="Toby Donaldson" userId="2e6e5431-bb17-4c41-9985-d39c50d83c73" providerId="ADAL" clId="{7F9681A8-EEE2-56F4-9B39-ECCBEE0471AC}" dt="2026-06-16T01:40:55.269" v="25053" actId="21"/>
          <ac:spMkLst>
            <pc:docMk/>
            <pc:sldMk cId="2200471105" sldId="285"/>
            <ac:spMk id="3" creationId="{13E085D0-6051-AB37-D32D-623178560FC3}"/>
          </ac:spMkLst>
        </pc:spChg>
        <pc:grpChg chg="add mod">
          <ac:chgData name="Toby Donaldson" userId="2e6e5431-bb17-4c41-9985-d39c50d83c73" providerId="ADAL" clId="{7F9681A8-EEE2-56F4-9B39-ECCBEE0471AC}" dt="2026-06-16T01:43:09.672" v="25078" actId="14100"/>
          <ac:grpSpMkLst>
            <pc:docMk/>
            <pc:sldMk cId="2200471105" sldId="285"/>
            <ac:grpSpMk id="26" creationId="{601DF599-CDE6-5E0A-4959-BFB91726F93F}"/>
          </ac:grpSpMkLst>
        </pc:grpChg>
        <pc:cxnChg chg="add mod">
          <ac:chgData name="Toby Donaldson" userId="2e6e5431-bb17-4c41-9985-d39c50d83c73" providerId="ADAL" clId="{7F9681A8-EEE2-56F4-9B39-ECCBEE0471AC}" dt="2026-06-16T01:43:04.548" v="25077" actId="164"/>
          <ac:cxnSpMkLst>
            <pc:docMk/>
            <pc:sldMk cId="2200471105" sldId="285"/>
            <ac:cxnSpMk id="5" creationId="{45EEA2B5-708E-9E33-CED2-A8702426D9C1}"/>
          </ac:cxnSpMkLst>
        </pc:cxnChg>
        <pc:cxnChg chg="add mod">
          <ac:chgData name="Toby Donaldson" userId="2e6e5431-bb17-4c41-9985-d39c50d83c73" providerId="ADAL" clId="{7F9681A8-EEE2-56F4-9B39-ECCBEE0471AC}" dt="2026-06-16T01:43:04.548" v="25077" actId="164"/>
          <ac:cxnSpMkLst>
            <pc:docMk/>
            <pc:sldMk cId="2200471105" sldId="285"/>
            <ac:cxnSpMk id="6" creationId="{882D885F-AB17-B88F-2CEC-BC9EDEE85A11}"/>
          </ac:cxnSpMkLst>
        </pc:cxnChg>
        <pc:cxnChg chg="add mod">
          <ac:chgData name="Toby Donaldson" userId="2e6e5431-bb17-4c41-9985-d39c50d83c73" providerId="ADAL" clId="{7F9681A8-EEE2-56F4-9B39-ECCBEE0471AC}" dt="2026-06-16T01:43:04.548" v="25077" actId="164"/>
          <ac:cxnSpMkLst>
            <pc:docMk/>
            <pc:sldMk cId="2200471105" sldId="285"/>
            <ac:cxnSpMk id="12" creationId="{3BA1E800-F5D0-61E7-6FC8-645C9A0CCD95}"/>
          </ac:cxnSpMkLst>
        </pc:cxnChg>
        <pc:cxnChg chg="add mod">
          <ac:chgData name="Toby Donaldson" userId="2e6e5431-bb17-4c41-9985-d39c50d83c73" providerId="ADAL" clId="{7F9681A8-EEE2-56F4-9B39-ECCBEE0471AC}" dt="2026-06-16T01:43:04.548" v="25077" actId="164"/>
          <ac:cxnSpMkLst>
            <pc:docMk/>
            <pc:sldMk cId="2200471105" sldId="285"/>
            <ac:cxnSpMk id="18" creationId="{18119457-DCB3-57CE-B04C-4233438C2183}"/>
          </ac:cxnSpMkLst>
        </pc:cxnChg>
        <pc:cxnChg chg="add mod">
          <ac:chgData name="Toby Donaldson" userId="2e6e5431-bb17-4c41-9985-d39c50d83c73" providerId="ADAL" clId="{7F9681A8-EEE2-56F4-9B39-ECCBEE0471AC}" dt="2026-06-16T01:43:04.548" v="25077" actId="164"/>
          <ac:cxnSpMkLst>
            <pc:docMk/>
            <pc:sldMk cId="2200471105" sldId="285"/>
            <ac:cxnSpMk id="22" creationId="{C7EC3072-38F3-A14C-C938-5BF4E202AD07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809626557" sldId="286"/>
        </pc:sldMkLst>
      </pc:sldChg>
      <pc:sldChg chg="addSp delSp modSp add mod">
        <pc:chgData name="Toby Donaldson" userId="2e6e5431-bb17-4c41-9985-d39c50d83c73" providerId="ADAL" clId="{7F9681A8-EEE2-56F4-9B39-ECCBEE0471AC}" dt="2026-06-16T01:46:29.733" v="25104" actId="21"/>
        <pc:sldMkLst>
          <pc:docMk/>
          <pc:sldMk cId="2888767590" sldId="286"/>
        </pc:sldMkLst>
        <pc:grpChg chg="add del">
          <ac:chgData name="Toby Donaldson" userId="2e6e5431-bb17-4c41-9985-d39c50d83c73" providerId="ADAL" clId="{7F9681A8-EEE2-56F4-9B39-ECCBEE0471AC}" dt="2026-06-16T01:46:29.733" v="25104" actId="21"/>
          <ac:grpSpMkLst>
            <pc:docMk/>
            <pc:sldMk cId="2888767590" sldId="286"/>
            <ac:grpSpMk id="34" creationId="{1ADBBA93-477D-89F2-4DDA-33E42E98D4E8}"/>
          </ac:grpSpMkLst>
        </pc:grpChg>
        <pc:cxnChg chg="mod">
          <ac:chgData name="Toby Donaldson" userId="2e6e5431-bb17-4c41-9985-d39c50d83c73" providerId="ADAL" clId="{7F9681A8-EEE2-56F4-9B39-ECCBEE0471AC}" dt="2026-06-16T01:46:29.733" v="25104" actId="21"/>
          <ac:cxnSpMkLst>
            <pc:docMk/>
            <pc:sldMk cId="2888767590" sldId="286"/>
            <ac:cxnSpMk id="43" creationId="{B7862D5A-F599-7862-352F-0ADF7D2E79C5}"/>
          </ac:cxnSpMkLst>
        </pc:cxnChg>
        <pc:cxnChg chg="mod">
          <ac:chgData name="Toby Donaldson" userId="2e6e5431-bb17-4c41-9985-d39c50d83c73" providerId="ADAL" clId="{7F9681A8-EEE2-56F4-9B39-ECCBEE0471AC}" dt="2026-06-16T01:46:29.733" v="25104" actId="21"/>
          <ac:cxnSpMkLst>
            <pc:docMk/>
            <pc:sldMk cId="2888767590" sldId="286"/>
            <ac:cxnSpMk id="46" creationId="{83C0A02D-052B-1BE2-CCB2-E046181EC6C7}"/>
          </ac:cxnSpMkLst>
        </pc:cxnChg>
        <pc:cxnChg chg="mod">
          <ac:chgData name="Toby Donaldson" userId="2e6e5431-bb17-4c41-9985-d39c50d83c73" providerId="ADAL" clId="{7F9681A8-EEE2-56F4-9B39-ECCBEE0471AC}" dt="2026-06-16T01:46:29.733" v="25104" actId="21"/>
          <ac:cxnSpMkLst>
            <pc:docMk/>
            <pc:sldMk cId="2888767590" sldId="286"/>
            <ac:cxnSpMk id="49" creationId="{05DAA1EC-70AD-9412-5206-1F8F03615751}"/>
          </ac:cxnSpMkLst>
        </pc:cxnChg>
        <pc:cxnChg chg="mod">
          <ac:chgData name="Toby Donaldson" userId="2e6e5431-bb17-4c41-9985-d39c50d83c73" providerId="ADAL" clId="{7F9681A8-EEE2-56F4-9B39-ECCBEE0471AC}" dt="2026-06-16T01:46:29.733" v="25104" actId="21"/>
          <ac:cxnSpMkLst>
            <pc:docMk/>
            <pc:sldMk cId="2888767590" sldId="286"/>
            <ac:cxnSpMk id="52" creationId="{EB687935-1FAD-A72C-6214-38703E20FA6D}"/>
          </ac:cxnSpMkLst>
        </pc:cxnChg>
        <pc:cxnChg chg="mod">
          <ac:chgData name="Toby Donaldson" userId="2e6e5431-bb17-4c41-9985-d39c50d83c73" providerId="ADAL" clId="{7F9681A8-EEE2-56F4-9B39-ECCBEE0471AC}" dt="2026-06-16T01:46:29.733" v="25104" actId="21"/>
          <ac:cxnSpMkLst>
            <pc:docMk/>
            <pc:sldMk cId="2888767590" sldId="286"/>
            <ac:cxnSpMk id="54" creationId="{E87C4572-CA67-6D92-B3B1-7E264EAAF4D7}"/>
          </ac:cxnSpMkLst>
        </pc:cxnChg>
      </pc:sldChg>
      <pc:sldChg chg="add">
        <pc:chgData name="Toby Donaldson" userId="2e6e5431-bb17-4c41-9985-d39c50d83c73" providerId="ADAL" clId="{7F9681A8-EEE2-56F4-9B39-ECCBEE0471AC}" dt="2026-06-16T01:46:23.143" v="25103" actId="2890"/>
        <pc:sldMkLst>
          <pc:docMk/>
          <pc:sldMk cId="1356908295" sldId="287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038838820" sldId="287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455429676" sldId="288"/>
        </pc:sldMkLst>
      </pc:sldChg>
      <pc:sldChg chg="delSp modSp add mod">
        <pc:chgData name="Toby Donaldson" userId="2e6e5431-bb17-4c41-9985-d39c50d83c73" providerId="ADAL" clId="{7F9681A8-EEE2-56F4-9B39-ECCBEE0471AC}" dt="2026-06-16T02:20:05.856" v="25585" actId="21"/>
        <pc:sldMkLst>
          <pc:docMk/>
          <pc:sldMk cId="2172009563" sldId="288"/>
        </pc:sldMkLst>
        <pc:grpChg chg="del">
          <ac:chgData name="Toby Donaldson" userId="2e6e5431-bb17-4c41-9985-d39c50d83c73" providerId="ADAL" clId="{7F9681A8-EEE2-56F4-9B39-ECCBEE0471AC}" dt="2026-06-16T02:20:05.856" v="25585" actId="21"/>
          <ac:grpSpMkLst>
            <pc:docMk/>
            <pc:sldMk cId="2172009563" sldId="288"/>
            <ac:grpSpMk id="127" creationId="{C8977E1F-A741-DB67-CC33-76E368C7E30C}"/>
          </ac:grpSpMkLst>
        </pc:grpChg>
        <pc:cxnChg chg="mod">
          <ac:chgData name="Toby Donaldson" userId="2e6e5431-bb17-4c41-9985-d39c50d83c73" providerId="ADAL" clId="{7F9681A8-EEE2-56F4-9B39-ECCBEE0471AC}" dt="2026-06-16T02:20:05.856" v="25585" actId="21"/>
          <ac:cxnSpMkLst>
            <pc:docMk/>
            <pc:sldMk cId="2172009563" sldId="288"/>
            <ac:cxnSpMk id="137" creationId="{EF44F855-6686-E18F-D667-84E84D5B4C1A}"/>
          </ac:cxnSpMkLst>
        </pc:cxnChg>
        <pc:cxnChg chg="mod">
          <ac:chgData name="Toby Donaldson" userId="2e6e5431-bb17-4c41-9985-d39c50d83c73" providerId="ADAL" clId="{7F9681A8-EEE2-56F4-9B39-ECCBEE0471AC}" dt="2026-06-16T02:20:05.856" v="25585" actId="21"/>
          <ac:cxnSpMkLst>
            <pc:docMk/>
            <pc:sldMk cId="2172009563" sldId="288"/>
            <ac:cxnSpMk id="140" creationId="{C5A1A448-B90D-F4B8-B74B-4F4A35AB3814}"/>
          </ac:cxnSpMkLst>
        </pc:cxnChg>
        <pc:cxnChg chg="mod">
          <ac:chgData name="Toby Donaldson" userId="2e6e5431-bb17-4c41-9985-d39c50d83c73" providerId="ADAL" clId="{7F9681A8-EEE2-56F4-9B39-ECCBEE0471AC}" dt="2026-06-16T02:20:05.856" v="25585" actId="21"/>
          <ac:cxnSpMkLst>
            <pc:docMk/>
            <pc:sldMk cId="2172009563" sldId="288"/>
            <ac:cxnSpMk id="143" creationId="{C68BD99E-27BF-9191-969D-CD041FCF9A74}"/>
          </ac:cxnSpMkLst>
        </pc:cxnChg>
        <pc:cxnChg chg="mod">
          <ac:chgData name="Toby Donaldson" userId="2e6e5431-bb17-4c41-9985-d39c50d83c73" providerId="ADAL" clId="{7F9681A8-EEE2-56F4-9B39-ECCBEE0471AC}" dt="2026-06-16T02:20:05.856" v="25585" actId="21"/>
          <ac:cxnSpMkLst>
            <pc:docMk/>
            <pc:sldMk cId="2172009563" sldId="288"/>
            <ac:cxnSpMk id="146" creationId="{D697751B-3724-B656-9AFF-6DC419833F70}"/>
          </ac:cxnSpMkLst>
        </pc:cxnChg>
        <pc:cxnChg chg="mod">
          <ac:chgData name="Toby Donaldson" userId="2e6e5431-bb17-4c41-9985-d39c50d83c73" providerId="ADAL" clId="{7F9681A8-EEE2-56F4-9B39-ECCBEE0471AC}" dt="2026-06-16T02:20:05.856" v="25585" actId="21"/>
          <ac:cxnSpMkLst>
            <pc:docMk/>
            <pc:sldMk cId="2172009563" sldId="288"/>
            <ac:cxnSpMk id="148" creationId="{0CEBFB11-A66E-C003-18D4-631138F54D74}"/>
          </ac:cxnSpMkLst>
        </pc:cxnChg>
      </pc:sldChg>
      <pc:sldChg chg="delSp add del mod">
        <pc:chgData name="Toby Donaldson" userId="2e6e5431-bb17-4c41-9985-d39c50d83c73" providerId="ADAL" clId="{7F9681A8-EEE2-56F4-9B39-ECCBEE0471AC}" dt="2026-06-16T01:46:59.196" v="25108" actId="2696"/>
        <pc:sldMkLst>
          <pc:docMk/>
          <pc:sldMk cId="2380778085" sldId="288"/>
        </pc:sldMkLst>
        <pc:picChg chg="del">
          <ac:chgData name="Toby Donaldson" userId="2e6e5431-bb17-4c41-9985-d39c50d83c73" providerId="ADAL" clId="{7F9681A8-EEE2-56F4-9B39-ECCBEE0471AC}" dt="2026-06-16T01:46:39.711" v="25106" actId="21"/>
          <ac:picMkLst>
            <pc:docMk/>
            <pc:sldMk cId="2380778085" sldId="288"/>
            <ac:picMk id="60" creationId="{42D737B2-612F-E9E3-CFF3-4EE20BB99CDB}"/>
          </ac:picMkLst>
        </pc:picChg>
      </pc:sldChg>
      <pc:sldChg chg="delSp modSp add del mod">
        <pc:chgData name="Toby Donaldson" userId="2e6e5431-bb17-4c41-9985-d39c50d83c73" providerId="ADAL" clId="{7F9681A8-EEE2-56F4-9B39-ECCBEE0471AC}" dt="2026-06-16T02:12:47.623" v="25530" actId="2696"/>
        <pc:sldMkLst>
          <pc:docMk/>
          <pc:sldMk cId="2481937957" sldId="288"/>
        </pc:sldMkLst>
        <pc:spChg chg="del">
          <ac:chgData name="Toby Donaldson" userId="2e6e5431-bb17-4c41-9985-d39c50d83c73" providerId="ADAL" clId="{7F9681A8-EEE2-56F4-9B39-ECCBEE0471AC}" dt="2026-06-16T02:12:30.372" v="25528" actId="21"/>
          <ac:spMkLst>
            <pc:docMk/>
            <pc:sldMk cId="2481937957" sldId="288"/>
            <ac:spMk id="150" creationId="{2CCB7C7E-B5DC-468A-810F-2A92BDEC0E9E}"/>
          </ac:spMkLst>
        </pc:spChg>
        <pc:grpChg chg="del">
          <ac:chgData name="Toby Donaldson" userId="2e6e5431-bb17-4c41-9985-d39c50d83c73" providerId="ADAL" clId="{7F9681A8-EEE2-56F4-9B39-ECCBEE0471AC}" dt="2026-06-16T02:12:30.372" v="25528" actId="21"/>
          <ac:grpSpMkLst>
            <pc:docMk/>
            <pc:sldMk cId="2481937957" sldId="288"/>
            <ac:grpSpMk id="127" creationId="{A866E06E-675C-33E7-A3B3-2928E6C17373}"/>
          </ac:grpSpMkLst>
        </pc:grpChg>
        <pc:cxnChg chg="mod">
          <ac:chgData name="Toby Donaldson" userId="2e6e5431-bb17-4c41-9985-d39c50d83c73" providerId="ADAL" clId="{7F9681A8-EEE2-56F4-9B39-ECCBEE0471AC}" dt="2026-06-16T02:12:30.372" v="25528" actId="21"/>
          <ac:cxnSpMkLst>
            <pc:docMk/>
            <pc:sldMk cId="2481937957" sldId="288"/>
            <ac:cxnSpMk id="137" creationId="{CA4384ED-2E70-6DFF-118F-F1262CA0759F}"/>
          </ac:cxnSpMkLst>
        </pc:cxnChg>
        <pc:cxnChg chg="mod">
          <ac:chgData name="Toby Donaldson" userId="2e6e5431-bb17-4c41-9985-d39c50d83c73" providerId="ADAL" clId="{7F9681A8-EEE2-56F4-9B39-ECCBEE0471AC}" dt="2026-06-16T02:12:30.372" v="25528" actId="21"/>
          <ac:cxnSpMkLst>
            <pc:docMk/>
            <pc:sldMk cId="2481937957" sldId="288"/>
            <ac:cxnSpMk id="140" creationId="{0D1B6265-46DA-43DA-4B1D-0CA2617ED9ED}"/>
          </ac:cxnSpMkLst>
        </pc:cxnChg>
        <pc:cxnChg chg="mod">
          <ac:chgData name="Toby Donaldson" userId="2e6e5431-bb17-4c41-9985-d39c50d83c73" providerId="ADAL" clId="{7F9681A8-EEE2-56F4-9B39-ECCBEE0471AC}" dt="2026-06-16T02:12:30.372" v="25528" actId="21"/>
          <ac:cxnSpMkLst>
            <pc:docMk/>
            <pc:sldMk cId="2481937957" sldId="288"/>
            <ac:cxnSpMk id="143" creationId="{C57DE711-E572-7DD7-F065-40AD8FDCAE22}"/>
          </ac:cxnSpMkLst>
        </pc:cxnChg>
        <pc:cxnChg chg="mod">
          <ac:chgData name="Toby Donaldson" userId="2e6e5431-bb17-4c41-9985-d39c50d83c73" providerId="ADAL" clId="{7F9681A8-EEE2-56F4-9B39-ECCBEE0471AC}" dt="2026-06-16T02:12:30.372" v="25528" actId="21"/>
          <ac:cxnSpMkLst>
            <pc:docMk/>
            <pc:sldMk cId="2481937957" sldId="288"/>
            <ac:cxnSpMk id="146" creationId="{7F06CF40-B51E-25EB-3793-65EFAB83820A}"/>
          </ac:cxnSpMkLst>
        </pc:cxnChg>
        <pc:cxnChg chg="mod">
          <ac:chgData name="Toby Donaldson" userId="2e6e5431-bb17-4c41-9985-d39c50d83c73" providerId="ADAL" clId="{7F9681A8-EEE2-56F4-9B39-ECCBEE0471AC}" dt="2026-06-16T02:12:30.372" v="25528" actId="21"/>
          <ac:cxnSpMkLst>
            <pc:docMk/>
            <pc:sldMk cId="2481937957" sldId="288"/>
            <ac:cxnSpMk id="148" creationId="{B807867C-5513-5DBE-B978-8B8DF87C29A2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026226063" sldId="289"/>
        </pc:sldMkLst>
      </pc:sldChg>
      <pc:sldChg chg="add">
        <pc:chgData name="Toby Donaldson" userId="2e6e5431-bb17-4c41-9985-d39c50d83c73" providerId="ADAL" clId="{7F9681A8-EEE2-56F4-9B39-ECCBEE0471AC}" dt="2026-06-16T02:15:55.704" v="25554" actId="2890"/>
        <pc:sldMkLst>
          <pc:docMk/>
          <pc:sldMk cId="2728513523" sldId="289"/>
        </pc:sldMkLst>
      </pc:sldChg>
      <pc:sldChg chg="delSp add mod">
        <pc:chgData name="Toby Donaldson" userId="2e6e5431-bb17-4c41-9985-d39c50d83c73" providerId="ADAL" clId="{7F9681A8-EEE2-56F4-9B39-ECCBEE0471AC}" dt="2026-06-16T02:19:17.510" v="25583" actId="21"/>
        <pc:sldMkLst>
          <pc:docMk/>
          <pc:sldMk cId="4244598126" sldId="290"/>
        </pc:sldMkLst>
        <pc:spChg chg="del">
          <ac:chgData name="Toby Donaldson" userId="2e6e5431-bb17-4c41-9985-d39c50d83c73" providerId="ADAL" clId="{7F9681A8-EEE2-56F4-9B39-ECCBEE0471AC}" dt="2026-06-16T02:19:17.510" v="25583" actId="21"/>
          <ac:spMkLst>
            <pc:docMk/>
            <pc:sldMk cId="4244598126" sldId="290"/>
            <ac:spMk id="149" creationId="{B4D43257-BDFD-D537-08EF-7098BEF9B04B}"/>
          </ac:spMkLst>
        </pc:spChg>
        <pc:spChg chg="del">
          <ac:chgData name="Toby Donaldson" userId="2e6e5431-bb17-4c41-9985-d39c50d83c73" providerId="ADAL" clId="{7F9681A8-EEE2-56F4-9B39-ECCBEE0471AC}" dt="2026-06-16T02:19:17.510" v="25583" actId="21"/>
          <ac:spMkLst>
            <pc:docMk/>
            <pc:sldMk cId="4244598126" sldId="290"/>
            <ac:spMk id="155" creationId="{DCFD74F8-D518-BB1C-4A4F-1C3430244C77}"/>
          </ac:spMkLst>
        </pc:sp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4265642692" sldId="290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334443577" sldId="291"/>
        </pc:sldMkLst>
      </pc:sldChg>
      <pc:sldChg chg="delSp modSp add mod ord">
        <pc:chgData name="Toby Donaldson" userId="2e6e5431-bb17-4c41-9985-d39c50d83c73" providerId="ADAL" clId="{7F9681A8-EEE2-56F4-9B39-ECCBEE0471AC}" dt="2026-06-16T02:17:42.732" v="25572" actId="21"/>
        <pc:sldMkLst>
          <pc:docMk/>
          <pc:sldMk cId="3614630223" sldId="291"/>
        </pc:sldMkLst>
        <pc:spChg chg="del">
          <ac:chgData name="Toby Donaldson" userId="2e6e5431-bb17-4c41-9985-d39c50d83c73" providerId="ADAL" clId="{7F9681A8-EEE2-56F4-9B39-ECCBEE0471AC}" dt="2026-06-16T02:16:57.091" v="25561" actId="21"/>
          <ac:spMkLst>
            <pc:docMk/>
            <pc:sldMk cId="3614630223" sldId="291"/>
            <ac:spMk id="105" creationId="{3C9398CD-1F55-3310-E793-52BDBA45D591}"/>
          </ac:spMkLst>
        </pc:spChg>
        <pc:spChg chg="del">
          <ac:chgData name="Toby Donaldson" userId="2e6e5431-bb17-4c41-9985-d39c50d83c73" providerId="ADAL" clId="{7F9681A8-EEE2-56F4-9B39-ECCBEE0471AC}" dt="2026-06-16T02:16:52.027" v="25560" actId="21"/>
          <ac:spMkLst>
            <pc:docMk/>
            <pc:sldMk cId="3614630223" sldId="291"/>
            <ac:spMk id="110" creationId="{71BF89DD-204F-AD7F-077E-684EEAC3E8CF}"/>
          </ac:spMkLst>
        </pc:spChg>
        <pc:spChg chg="del">
          <ac:chgData name="Toby Donaldson" userId="2e6e5431-bb17-4c41-9985-d39c50d83c73" providerId="ADAL" clId="{7F9681A8-EEE2-56F4-9B39-ECCBEE0471AC}" dt="2026-06-16T02:17:15.400" v="25566" actId="21"/>
          <ac:spMkLst>
            <pc:docMk/>
            <pc:sldMk cId="3614630223" sldId="291"/>
            <ac:spMk id="111" creationId="{23BC3A1C-8877-213F-BE95-1BA23C8C371C}"/>
          </ac:spMkLst>
        </pc:spChg>
        <pc:spChg chg="del">
          <ac:chgData name="Toby Donaldson" userId="2e6e5431-bb17-4c41-9985-d39c50d83c73" providerId="ADAL" clId="{7F9681A8-EEE2-56F4-9B39-ECCBEE0471AC}" dt="2026-06-16T02:17:21.231" v="25567" actId="21"/>
          <ac:spMkLst>
            <pc:docMk/>
            <pc:sldMk cId="3614630223" sldId="291"/>
            <ac:spMk id="112" creationId="{F7E4EFB9-2F42-7130-4462-4A7D78A6000E}"/>
          </ac:spMkLst>
        </pc:spChg>
        <pc:spChg chg="del">
          <ac:chgData name="Toby Donaldson" userId="2e6e5431-bb17-4c41-9985-d39c50d83c73" providerId="ADAL" clId="{7F9681A8-EEE2-56F4-9B39-ECCBEE0471AC}" dt="2026-06-16T02:17:33.340" v="25569" actId="21"/>
          <ac:spMkLst>
            <pc:docMk/>
            <pc:sldMk cId="3614630223" sldId="291"/>
            <ac:spMk id="113" creationId="{9F43A392-0514-D2BF-5FBF-7E57AD379E28}"/>
          </ac:spMkLst>
        </pc:spChg>
        <pc:spChg chg="del">
          <ac:chgData name="Toby Donaldson" userId="2e6e5431-bb17-4c41-9985-d39c50d83c73" providerId="ADAL" clId="{7F9681A8-EEE2-56F4-9B39-ECCBEE0471AC}" dt="2026-06-16T02:17:34.910" v="25570" actId="21"/>
          <ac:spMkLst>
            <pc:docMk/>
            <pc:sldMk cId="3614630223" sldId="291"/>
            <ac:spMk id="152" creationId="{076CD32E-C6FD-9BD1-27D3-2184720518BA}"/>
          </ac:spMkLst>
        </pc:spChg>
        <pc:spChg chg="del">
          <ac:chgData name="Toby Donaldson" userId="2e6e5431-bb17-4c41-9985-d39c50d83c73" providerId="ADAL" clId="{7F9681A8-EEE2-56F4-9B39-ECCBEE0471AC}" dt="2026-06-16T02:17:15.400" v="25566" actId="21"/>
          <ac:spMkLst>
            <pc:docMk/>
            <pc:sldMk cId="3614630223" sldId="291"/>
            <ac:spMk id="153" creationId="{AD2DD578-DD7A-ACC7-BDBB-252DDDCC47B1}"/>
          </ac:spMkLst>
        </pc:spChg>
        <pc:spChg chg="del">
          <ac:chgData name="Toby Donaldson" userId="2e6e5431-bb17-4c41-9985-d39c50d83c73" providerId="ADAL" clId="{7F9681A8-EEE2-56F4-9B39-ECCBEE0471AC}" dt="2026-06-16T02:16:52.027" v="25560" actId="21"/>
          <ac:spMkLst>
            <pc:docMk/>
            <pc:sldMk cId="3614630223" sldId="291"/>
            <ac:spMk id="154" creationId="{0B041C49-313E-6139-2678-9C12E8E81820}"/>
          </ac:spMkLst>
        </pc:spChg>
        <pc:grpChg chg="del">
          <ac:chgData name="Toby Donaldson" userId="2e6e5431-bb17-4c41-9985-d39c50d83c73" providerId="ADAL" clId="{7F9681A8-EEE2-56F4-9B39-ECCBEE0471AC}" dt="2026-06-16T02:17:42.732" v="25572" actId="21"/>
          <ac:grpSpMkLst>
            <pc:docMk/>
            <pc:sldMk cId="3614630223" sldId="291"/>
            <ac:grpSpMk id="74" creationId="{426DCE42-141E-69DB-1D98-A687D31BA9DF}"/>
          </ac:grpSpMkLst>
        </pc:grpChg>
        <pc:grpChg chg="del">
          <ac:chgData name="Toby Donaldson" userId="2e6e5431-bb17-4c41-9985-d39c50d83c73" providerId="ADAL" clId="{7F9681A8-EEE2-56F4-9B39-ECCBEE0471AC}" dt="2026-06-16T02:17:33.340" v="25569" actId="21"/>
          <ac:grpSpMkLst>
            <pc:docMk/>
            <pc:sldMk cId="3614630223" sldId="291"/>
            <ac:grpSpMk id="75" creationId="{30897119-03BE-F80A-C372-3380A3910244}"/>
          </ac:grpSpMkLst>
        </pc:grpChg>
        <pc:grpChg chg="del">
          <ac:chgData name="Toby Donaldson" userId="2e6e5431-bb17-4c41-9985-d39c50d83c73" providerId="ADAL" clId="{7F9681A8-EEE2-56F4-9B39-ECCBEE0471AC}" dt="2026-06-16T02:17:21.231" v="25567" actId="21"/>
          <ac:grpSpMkLst>
            <pc:docMk/>
            <pc:sldMk cId="3614630223" sldId="291"/>
            <ac:grpSpMk id="76" creationId="{F69D57DF-C7C5-92D2-9FDA-8E732C6FA74D}"/>
          </ac:grpSpMkLst>
        </pc:grpChg>
        <pc:grpChg chg="del">
          <ac:chgData name="Toby Donaldson" userId="2e6e5431-bb17-4c41-9985-d39c50d83c73" providerId="ADAL" clId="{7F9681A8-EEE2-56F4-9B39-ECCBEE0471AC}" dt="2026-06-16T02:17:07.556" v="25564" actId="21"/>
          <ac:grpSpMkLst>
            <pc:docMk/>
            <pc:sldMk cId="3614630223" sldId="291"/>
            <ac:grpSpMk id="90" creationId="{E907619E-2560-65D9-B847-D2E73180E08D}"/>
          </ac:grpSpMkLst>
        </pc:grpChg>
        <pc:grpChg chg="del">
          <ac:chgData name="Toby Donaldson" userId="2e6e5431-bb17-4c41-9985-d39c50d83c73" providerId="ADAL" clId="{7F9681A8-EEE2-56F4-9B39-ECCBEE0471AC}" dt="2026-06-16T02:16:52.027" v="25560" actId="21"/>
          <ac:grpSpMkLst>
            <pc:docMk/>
            <pc:sldMk cId="3614630223" sldId="291"/>
            <ac:grpSpMk id="91" creationId="{F69CDA13-2285-F7D5-93B0-4E680014EAE9}"/>
          </ac:grpSpMkLst>
        </pc:grpChg>
        <pc:cxnChg chg="mod">
          <ac:chgData name="Toby Donaldson" userId="2e6e5431-bb17-4c41-9985-d39c50d83c73" providerId="ADAL" clId="{7F9681A8-EEE2-56F4-9B39-ECCBEE0471AC}" dt="2026-06-16T02:17:07.556" v="25564" actId="21"/>
          <ac:cxnSpMkLst>
            <pc:docMk/>
            <pc:sldMk cId="3614630223" sldId="291"/>
            <ac:cxnSpMk id="47" creationId="{D5A1C7AC-4B59-E087-7AB4-8A77228A839C}"/>
          </ac:cxnSpMkLst>
        </pc:cxnChg>
        <pc:cxnChg chg="mod">
          <ac:chgData name="Toby Donaldson" userId="2e6e5431-bb17-4c41-9985-d39c50d83c73" providerId="ADAL" clId="{7F9681A8-EEE2-56F4-9B39-ECCBEE0471AC}" dt="2026-06-16T02:17:07.556" v="25564" actId="21"/>
          <ac:cxnSpMkLst>
            <pc:docMk/>
            <pc:sldMk cId="3614630223" sldId="291"/>
            <ac:cxnSpMk id="50" creationId="{C0786958-5E0B-1BD1-ED05-6FAF06C01DD4}"/>
          </ac:cxnSpMkLst>
        </pc:cxnChg>
        <pc:cxnChg chg="mod">
          <ac:chgData name="Toby Donaldson" userId="2e6e5431-bb17-4c41-9985-d39c50d83c73" providerId="ADAL" clId="{7F9681A8-EEE2-56F4-9B39-ECCBEE0471AC}" dt="2026-06-16T02:17:07.556" v="25564" actId="21"/>
          <ac:cxnSpMkLst>
            <pc:docMk/>
            <pc:sldMk cId="3614630223" sldId="291"/>
            <ac:cxnSpMk id="53" creationId="{BDC1BB3E-8B0F-6632-233E-19C67E5BD700}"/>
          </ac:cxnSpMkLst>
        </pc:cxnChg>
        <pc:cxnChg chg="mod">
          <ac:chgData name="Toby Donaldson" userId="2e6e5431-bb17-4c41-9985-d39c50d83c73" providerId="ADAL" clId="{7F9681A8-EEE2-56F4-9B39-ECCBEE0471AC}" dt="2026-06-16T02:17:33.340" v="25569" actId="21"/>
          <ac:cxnSpMkLst>
            <pc:docMk/>
            <pc:sldMk cId="3614630223" sldId="291"/>
            <ac:cxnSpMk id="56" creationId="{3278D108-E7B3-5B57-4721-6945ED77F93E}"/>
          </ac:cxnSpMkLst>
        </pc:cxnChg>
        <pc:cxnChg chg="mod">
          <ac:chgData name="Toby Donaldson" userId="2e6e5431-bb17-4c41-9985-d39c50d83c73" providerId="ADAL" clId="{7F9681A8-EEE2-56F4-9B39-ECCBEE0471AC}" dt="2026-06-16T02:17:33.340" v="25569" actId="21"/>
          <ac:cxnSpMkLst>
            <pc:docMk/>
            <pc:sldMk cId="3614630223" sldId="291"/>
            <ac:cxnSpMk id="59" creationId="{5F94CD9F-4CCC-9FF3-5E6D-3F02381F94FA}"/>
          </ac:cxnSpMkLst>
        </pc:cxnChg>
        <pc:cxnChg chg="mod">
          <ac:chgData name="Toby Donaldson" userId="2e6e5431-bb17-4c41-9985-d39c50d83c73" providerId="ADAL" clId="{7F9681A8-EEE2-56F4-9B39-ECCBEE0471AC}" dt="2026-06-16T02:17:42.732" v="25572" actId="21"/>
          <ac:cxnSpMkLst>
            <pc:docMk/>
            <pc:sldMk cId="3614630223" sldId="291"/>
            <ac:cxnSpMk id="62" creationId="{23154C24-29D4-A5EF-F8B5-A0E76D282410}"/>
          </ac:cxnSpMkLst>
        </pc:cxnChg>
        <pc:cxnChg chg="mod">
          <ac:chgData name="Toby Donaldson" userId="2e6e5431-bb17-4c41-9985-d39c50d83c73" providerId="ADAL" clId="{7F9681A8-EEE2-56F4-9B39-ECCBEE0471AC}" dt="2026-06-16T02:17:21.231" v="25567" actId="21"/>
          <ac:cxnSpMkLst>
            <pc:docMk/>
            <pc:sldMk cId="3614630223" sldId="291"/>
            <ac:cxnSpMk id="82" creationId="{C5CC5070-C77E-720A-85B4-3F512E1616E0}"/>
          </ac:cxnSpMkLst>
        </pc:cxnChg>
        <pc:cxnChg chg="mod">
          <ac:chgData name="Toby Donaldson" userId="2e6e5431-bb17-4c41-9985-d39c50d83c73" providerId="ADAL" clId="{7F9681A8-EEE2-56F4-9B39-ECCBEE0471AC}" dt="2026-06-16T02:17:21.231" v="25567" actId="21"/>
          <ac:cxnSpMkLst>
            <pc:docMk/>
            <pc:sldMk cId="3614630223" sldId="291"/>
            <ac:cxnSpMk id="85" creationId="{9A5ECBBE-74FF-A43A-43C9-E3B83A5CA3C4}"/>
          </ac:cxnSpMkLst>
        </pc:cxnChg>
        <pc:cxnChg chg="mod">
          <ac:chgData name="Toby Donaldson" userId="2e6e5431-bb17-4c41-9985-d39c50d83c73" providerId="ADAL" clId="{7F9681A8-EEE2-56F4-9B39-ECCBEE0471AC}" dt="2026-06-16T02:16:52.027" v="25560" actId="21"/>
          <ac:cxnSpMkLst>
            <pc:docMk/>
            <pc:sldMk cId="3614630223" sldId="291"/>
            <ac:cxnSpMk id="98" creationId="{05FA5249-1D2A-AE60-019B-58F1419F8C26}"/>
          </ac:cxnSpMkLst>
        </pc:cxnChg>
        <pc:cxnChg chg="mod">
          <ac:chgData name="Toby Donaldson" userId="2e6e5431-bb17-4c41-9985-d39c50d83c73" providerId="ADAL" clId="{7F9681A8-EEE2-56F4-9B39-ECCBEE0471AC}" dt="2026-06-16T02:16:52.027" v="25560" actId="21"/>
          <ac:cxnSpMkLst>
            <pc:docMk/>
            <pc:sldMk cId="3614630223" sldId="291"/>
            <ac:cxnSpMk id="101" creationId="{7F8490B3-BB66-E89A-157A-653BB32BBBBD}"/>
          </ac:cxnSpMkLst>
        </pc:cxnChg>
        <pc:cxnChg chg="mod">
          <ac:chgData name="Toby Donaldson" userId="2e6e5431-bb17-4c41-9985-d39c50d83c73" providerId="ADAL" clId="{7F9681A8-EEE2-56F4-9B39-ECCBEE0471AC}" dt="2026-06-16T02:16:52.027" v="25560" actId="21"/>
          <ac:cxnSpMkLst>
            <pc:docMk/>
            <pc:sldMk cId="3614630223" sldId="291"/>
            <ac:cxnSpMk id="104" creationId="{6797F015-BF48-993D-61F4-962FC1A1CF4B}"/>
          </ac:cxnSpMkLst>
        </pc:cxnChg>
      </pc:sldChg>
      <pc:sldChg chg="add">
        <pc:chgData name="Toby Donaldson" userId="2e6e5431-bb17-4c41-9985-d39c50d83c73" providerId="ADAL" clId="{7F9681A8-EEE2-56F4-9B39-ECCBEE0471AC}" dt="2026-06-16T02:17:02.522" v="25563" actId="2890"/>
        <pc:sldMkLst>
          <pc:docMk/>
          <pc:sldMk cId="837331709" sldId="292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925061429" sldId="292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314648312" sldId="293"/>
        </pc:sldMkLst>
      </pc:sldChg>
      <pc:sldChg chg="delSp add mod">
        <pc:chgData name="Toby Donaldson" userId="2e6e5431-bb17-4c41-9985-d39c50d83c73" providerId="ADAL" clId="{7F9681A8-EEE2-56F4-9B39-ECCBEE0471AC}" dt="2026-06-16T02:18:42.324" v="25579" actId="21"/>
        <pc:sldMkLst>
          <pc:docMk/>
          <pc:sldMk cId="3984624506" sldId="293"/>
        </pc:sldMkLst>
        <pc:spChg chg="del">
          <ac:chgData name="Toby Donaldson" userId="2e6e5431-bb17-4c41-9985-d39c50d83c73" providerId="ADAL" clId="{7F9681A8-EEE2-56F4-9B39-ECCBEE0471AC}" dt="2026-06-16T02:18:42.324" v="25579" actId="21"/>
          <ac:spMkLst>
            <pc:docMk/>
            <pc:sldMk cId="3984624506" sldId="293"/>
            <ac:spMk id="111" creationId="{E6DF8469-430D-A8FE-78E0-72EF51EFDB7E}"/>
          </ac:spMkLst>
        </pc:spChg>
        <pc:spChg chg="del">
          <ac:chgData name="Toby Donaldson" userId="2e6e5431-bb17-4c41-9985-d39c50d83c73" providerId="ADAL" clId="{7F9681A8-EEE2-56F4-9B39-ECCBEE0471AC}" dt="2026-06-16T02:18:42.324" v="25579" actId="21"/>
          <ac:spMkLst>
            <pc:docMk/>
            <pc:sldMk cId="3984624506" sldId="293"/>
            <ac:spMk id="153" creationId="{F333287F-207C-56AA-DE24-4A976D1E48A9}"/>
          </ac:spMkLst>
        </pc:spChg>
      </pc:sldChg>
      <pc:sldChg chg="delSp modSp add mod">
        <pc:chgData name="Toby Donaldson" userId="2e6e5431-bb17-4c41-9985-d39c50d83c73" providerId="ADAL" clId="{7F9681A8-EEE2-56F4-9B39-ECCBEE0471AC}" dt="2026-06-16T02:18:24.632" v="25577" actId="21"/>
        <pc:sldMkLst>
          <pc:docMk/>
          <pc:sldMk cId="1298994347" sldId="294"/>
        </pc:sldMkLst>
        <pc:grpChg chg="del">
          <ac:chgData name="Toby Donaldson" userId="2e6e5431-bb17-4c41-9985-d39c50d83c73" providerId="ADAL" clId="{7F9681A8-EEE2-56F4-9B39-ECCBEE0471AC}" dt="2026-06-16T02:18:24.632" v="25577" actId="21"/>
          <ac:grpSpMkLst>
            <pc:docMk/>
            <pc:sldMk cId="1298994347" sldId="294"/>
            <ac:grpSpMk id="75" creationId="{9CBBF12C-A6BA-0F9C-8480-708FCFE209F6}"/>
          </ac:grpSpMkLst>
        </pc:grpChg>
        <pc:cxnChg chg="mod">
          <ac:chgData name="Toby Donaldson" userId="2e6e5431-bb17-4c41-9985-d39c50d83c73" providerId="ADAL" clId="{7F9681A8-EEE2-56F4-9B39-ECCBEE0471AC}" dt="2026-06-16T02:18:24.632" v="25577" actId="21"/>
          <ac:cxnSpMkLst>
            <pc:docMk/>
            <pc:sldMk cId="1298994347" sldId="294"/>
            <ac:cxnSpMk id="56" creationId="{7238D18E-E33F-987B-71A2-B1F2F929E28A}"/>
          </ac:cxnSpMkLst>
        </pc:cxnChg>
        <pc:cxnChg chg="mod">
          <ac:chgData name="Toby Donaldson" userId="2e6e5431-bb17-4c41-9985-d39c50d83c73" providerId="ADAL" clId="{7F9681A8-EEE2-56F4-9B39-ECCBEE0471AC}" dt="2026-06-16T02:18:24.632" v="25577" actId="21"/>
          <ac:cxnSpMkLst>
            <pc:docMk/>
            <pc:sldMk cId="1298994347" sldId="294"/>
            <ac:cxnSpMk id="59" creationId="{43FBF81C-E8B8-7285-F9F9-B76D4C9A4458}"/>
          </ac:cxnSpMkLst>
        </pc:cxnChg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2266727789" sldId="294"/>
        </pc:sldMkLst>
      </pc:sldChg>
      <pc:sldChg chg="del">
        <pc:chgData name="Toby Donaldson" userId="2e6e5431-bb17-4c41-9985-d39c50d83c73" providerId="ADAL" clId="{7F9681A8-EEE2-56F4-9B39-ECCBEE0471AC}" dt="2026-06-15T21:53:53.693" v="19292" actId="2696"/>
        <pc:sldMkLst>
          <pc:docMk/>
          <pc:sldMk cId="1343814238" sldId="295"/>
        </pc:sldMkLst>
      </pc:sldChg>
      <pc:sldChg chg="add">
        <pc:chgData name="Toby Donaldson" userId="2e6e5431-bb17-4c41-9985-d39c50d83c73" providerId="ADAL" clId="{7F9681A8-EEE2-56F4-9B39-ECCBEE0471AC}" dt="2026-06-16T02:17:38.920" v="25571" actId="2890"/>
        <pc:sldMkLst>
          <pc:docMk/>
          <pc:sldMk cId="1986157292" sldId="295"/>
        </pc:sldMkLst>
      </pc:sldChg>
      <pc:sldChg chg="delSp add mod ord">
        <pc:chgData name="Toby Donaldson" userId="2e6e5431-bb17-4c41-9985-d39c50d83c73" providerId="ADAL" clId="{7F9681A8-EEE2-56F4-9B39-ECCBEE0471AC}" dt="2026-06-16T02:18:00.538" v="25575" actId="20578"/>
        <pc:sldMkLst>
          <pc:docMk/>
          <pc:sldMk cId="790093679" sldId="296"/>
        </pc:sldMkLst>
        <pc:spChg chg="del">
          <ac:chgData name="Toby Donaldson" userId="2e6e5431-bb17-4c41-9985-d39c50d83c73" providerId="ADAL" clId="{7F9681A8-EEE2-56F4-9B39-ECCBEE0471AC}" dt="2026-06-16T02:17:56.225" v="25574" actId="21"/>
          <ac:spMkLst>
            <pc:docMk/>
            <pc:sldMk cId="790093679" sldId="296"/>
            <ac:spMk id="114" creationId="{0789EF28-6A57-3EDC-6855-DB44D48895D3}"/>
          </ac:spMkLst>
        </pc:spChg>
        <pc:spChg chg="del">
          <ac:chgData name="Toby Donaldson" userId="2e6e5431-bb17-4c41-9985-d39c50d83c73" providerId="ADAL" clId="{7F9681A8-EEE2-56F4-9B39-ECCBEE0471AC}" dt="2026-06-16T02:17:56.225" v="25574" actId="21"/>
          <ac:spMkLst>
            <pc:docMk/>
            <pc:sldMk cId="790093679" sldId="296"/>
            <ac:spMk id="151" creationId="{BB5AE453-C228-7B09-2678-C31914C48810}"/>
          </ac:spMkLst>
        </pc:spChg>
      </pc:sldChg>
      <pc:sldChg chg="add">
        <pc:chgData name="Toby Donaldson" userId="2e6e5431-bb17-4c41-9985-d39c50d83c73" providerId="ADAL" clId="{7F9681A8-EEE2-56F4-9B39-ECCBEE0471AC}" dt="2026-06-16T02:18:21.703" v="25576" actId="2890"/>
        <pc:sldMkLst>
          <pc:docMk/>
          <pc:sldMk cId="2067005407" sldId="297"/>
        </pc:sldMkLst>
      </pc:sldChg>
      <pc:sldChg chg="add">
        <pc:chgData name="Toby Donaldson" userId="2e6e5431-bb17-4c41-9985-d39c50d83c73" providerId="ADAL" clId="{7F9681A8-EEE2-56F4-9B39-ECCBEE0471AC}" dt="2026-06-16T02:18:37.504" v="25578" actId="2890"/>
        <pc:sldMkLst>
          <pc:docMk/>
          <pc:sldMk cId="1491680110" sldId="298"/>
        </pc:sldMkLst>
      </pc:sldChg>
      <pc:sldChg chg="add">
        <pc:chgData name="Toby Donaldson" userId="2e6e5431-bb17-4c41-9985-d39c50d83c73" providerId="ADAL" clId="{7F9681A8-EEE2-56F4-9B39-ECCBEE0471AC}" dt="2026-06-16T02:19:00.808" v="25580" actId="2890"/>
        <pc:sldMkLst>
          <pc:docMk/>
          <pc:sldMk cId="2880556814" sldId="299"/>
        </pc:sldMkLst>
      </pc:sldChg>
      <pc:sldChg chg="add">
        <pc:chgData name="Toby Donaldson" userId="2e6e5431-bb17-4c41-9985-d39c50d83c73" providerId="ADAL" clId="{7F9681A8-EEE2-56F4-9B39-ECCBEE0471AC}" dt="2026-06-16T02:19:13.167" v="25582" actId="2890"/>
        <pc:sldMkLst>
          <pc:docMk/>
          <pc:sldMk cId="3013645825" sldId="300"/>
        </pc:sldMkLst>
      </pc:sldChg>
      <pc:sldChg chg="add">
        <pc:chgData name="Toby Donaldson" userId="2e6e5431-bb17-4c41-9985-d39c50d83c73" providerId="ADAL" clId="{7F9681A8-EEE2-56F4-9B39-ECCBEE0471AC}" dt="2026-06-16T02:20:02.487" v="25584" actId="2890"/>
        <pc:sldMkLst>
          <pc:docMk/>
          <pc:sldMk cId="4034371323" sldId="301"/>
        </pc:sldMkLst>
      </pc:sldChg>
      <pc:sldChg chg="modSp new mod">
        <pc:chgData name="Toby Donaldson" userId="2e6e5431-bb17-4c41-9985-d39c50d83c73" providerId="ADAL" clId="{7F9681A8-EEE2-56F4-9B39-ECCBEE0471AC}" dt="2026-06-16T02:30:42.054" v="26547" actId="20577"/>
        <pc:sldMkLst>
          <pc:docMk/>
          <pc:sldMk cId="1061081987" sldId="302"/>
        </pc:sldMkLst>
        <pc:spChg chg="mod">
          <ac:chgData name="Toby Donaldson" userId="2e6e5431-bb17-4c41-9985-d39c50d83c73" providerId="ADAL" clId="{7F9681A8-EEE2-56F4-9B39-ECCBEE0471AC}" dt="2026-06-16T02:20:27.673" v="25604" actId="20577"/>
          <ac:spMkLst>
            <pc:docMk/>
            <pc:sldMk cId="1061081987" sldId="302"/>
            <ac:spMk id="2" creationId="{99C848D0-EBD6-2FAA-92C8-69A04C23AA8F}"/>
          </ac:spMkLst>
        </pc:spChg>
        <pc:spChg chg="mod">
          <ac:chgData name="Toby Donaldson" userId="2e6e5431-bb17-4c41-9985-d39c50d83c73" providerId="ADAL" clId="{7F9681A8-EEE2-56F4-9B39-ECCBEE0471AC}" dt="2026-06-16T02:30:42.054" v="26547" actId="20577"/>
          <ac:spMkLst>
            <pc:docMk/>
            <pc:sldMk cId="1061081987" sldId="302"/>
            <ac:spMk id="3" creationId="{A6FAAF31-0651-4C9B-A642-EA20B88F1BDD}"/>
          </ac:spMkLst>
        </pc:spChg>
      </pc:sldChg>
      <pc:sldChg chg="modSp new mod">
        <pc:chgData name="Toby Donaldson" userId="2e6e5431-bb17-4c41-9985-d39c50d83c73" providerId="ADAL" clId="{7F9681A8-EEE2-56F4-9B39-ECCBEE0471AC}" dt="2026-06-16T02:37:28.765" v="27086" actId="113"/>
        <pc:sldMkLst>
          <pc:docMk/>
          <pc:sldMk cId="1443142845" sldId="303"/>
        </pc:sldMkLst>
        <pc:spChg chg="mod">
          <ac:chgData name="Toby Donaldson" userId="2e6e5431-bb17-4c41-9985-d39c50d83c73" providerId="ADAL" clId="{7F9681A8-EEE2-56F4-9B39-ECCBEE0471AC}" dt="2026-06-16T02:23:28.298" v="25870" actId="20577"/>
          <ac:spMkLst>
            <pc:docMk/>
            <pc:sldMk cId="1443142845" sldId="303"/>
            <ac:spMk id="2" creationId="{FCE4C25C-78F5-D501-4FDF-DE8E6CEDAE2A}"/>
          </ac:spMkLst>
        </pc:spChg>
        <pc:spChg chg="mod">
          <ac:chgData name="Toby Donaldson" userId="2e6e5431-bb17-4c41-9985-d39c50d83c73" providerId="ADAL" clId="{7F9681A8-EEE2-56F4-9B39-ECCBEE0471AC}" dt="2026-06-16T02:37:28.765" v="27086" actId="113"/>
          <ac:spMkLst>
            <pc:docMk/>
            <pc:sldMk cId="1443142845" sldId="303"/>
            <ac:spMk id="3" creationId="{54213D1A-1B24-F775-5D5F-40DA990DECB7}"/>
          </ac:spMkLst>
        </pc:spChg>
      </pc:sldChg>
      <pc:sldChg chg="modSp add mod">
        <pc:chgData name="Toby Donaldson" userId="2e6e5431-bb17-4c41-9985-d39c50d83c73" providerId="ADAL" clId="{7F9681A8-EEE2-56F4-9B39-ECCBEE0471AC}" dt="2026-06-16T02:37:19.709" v="27085" actId="113"/>
        <pc:sldMkLst>
          <pc:docMk/>
          <pc:sldMk cId="1585827464" sldId="304"/>
        </pc:sldMkLst>
        <pc:spChg chg="mod">
          <ac:chgData name="Toby Donaldson" userId="2e6e5431-bb17-4c41-9985-d39c50d83c73" providerId="ADAL" clId="{7F9681A8-EEE2-56F4-9B39-ECCBEE0471AC}" dt="2026-06-16T02:27:09.336" v="26415" actId="20577"/>
          <ac:spMkLst>
            <pc:docMk/>
            <pc:sldMk cId="1585827464" sldId="304"/>
            <ac:spMk id="2" creationId="{F9513D81-1C79-76CA-935D-E8BE6219C418}"/>
          </ac:spMkLst>
        </pc:spChg>
        <pc:spChg chg="mod">
          <ac:chgData name="Toby Donaldson" userId="2e6e5431-bb17-4c41-9985-d39c50d83c73" providerId="ADAL" clId="{7F9681A8-EEE2-56F4-9B39-ECCBEE0471AC}" dt="2026-06-16T02:37:19.709" v="27085" actId="113"/>
          <ac:spMkLst>
            <pc:docMk/>
            <pc:sldMk cId="1585827464" sldId="304"/>
            <ac:spMk id="3" creationId="{6D6A18D6-133D-1706-8A21-8BE64B002670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16T02:41:16.674" v="27106" actId="207"/>
        <pc:sldMkLst>
          <pc:docMk/>
          <pc:sldMk cId="95343095" sldId="305"/>
        </pc:sldMkLst>
        <pc:spChg chg="mod">
          <ac:chgData name="Toby Donaldson" userId="2e6e5431-bb17-4c41-9985-d39c50d83c73" providerId="ADAL" clId="{7F9681A8-EEE2-56F4-9B39-ECCBEE0471AC}" dt="2026-06-16T02:33:16.066" v="26856" actId="20577"/>
          <ac:spMkLst>
            <pc:docMk/>
            <pc:sldMk cId="95343095" sldId="305"/>
            <ac:spMk id="2" creationId="{BC7357B4-4145-B9FD-66E0-5A1E46EA6429}"/>
          </ac:spMkLst>
        </pc:spChg>
        <pc:spChg chg="del">
          <ac:chgData name="Toby Donaldson" userId="2e6e5431-bb17-4c41-9985-d39c50d83c73" providerId="ADAL" clId="{7F9681A8-EEE2-56F4-9B39-ECCBEE0471AC}" dt="2026-06-16T02:33:26.874" v="26858" actId="21"/>
          <ac:spMkLst>
            <pc:docMk/>
            <pc:sldMk cId="95343095" sldId="305"/>
            <ac:spMk id="3" creationId="{00CB5460-AC78-C7D6-10FC-B59B26C70D71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6" creationId="{4A95C48A-AB46-C60C-EA2A-308424644B70}"/>
          </ac:spMkLst>
        </pc:spChg>
        <pc:spChg chg="mod">
          <ac:chgData name="Toby Donaldson" userId="2e6e5431-bb17-4c41-9985-d39c50d83c73" providerId="ADAL" clId="{7F9681A8-EEE2-56F4-9B39-ECCBEE0471AC}" dt="2026-06-16T02:33:45.443" v="26860" actId="207"/>
          <ac:spMkLst>
            <pc:docMk/>
            <pc:sldMk cId="95343095" sldId="305"/>
            <ac:spMk id="10" creationId="{FE4A0355-6D91-B7A2-559C-81EA267E4DF9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11" creationId="{FA6BA67F-5947-8A1C-88FC-C335AC7874E3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12" creationId="{9FF0C097-1379-B908-02A5-190169D2CC20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13" creationId="{3F2E9EA1-4BA1-6A89-872C-2C775247E244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18" creationId="{625AD313-B92D-25E2-ACB8-8914709742B5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19" creationId="{0BC9BA40-1E21-68F7-4396-AEB0FD0FEA80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21" creationId="{C1B1DDD7-7620-8FDC-886A-76648047B7F5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22" creationId="{50979612-54BD-C8FA-4C5D-0A39F07005FE}"/>
          </ac:spMkLst>
        </pc:spChg>
        <pc:spChg chg="mod">
          <ac:chgData name="Toby Donaldson" userId="2e6e5431-bb17-4c41-9985-d39c50d83c73" providerId="ADAL" clId="{7F9681A8-EEE2-56F4-9B39-ECCBEE0471AC}" dt="2026-06-16T02:33:24.226" v="26857"/>
          <ac:spMkLst>
            <pc:docMk/>
            <pc:sldMk cId="95343095" sldId="305"/>
            <ac:spMk id="24" creationId="{09408989-F8E4-9849-2946-7250790D1FF6}"/>
          </ac:spMkLst>
        </pc:spChg>
        <pc:spChg chg="add mod">
          <ac:chgData name="Toby Donaldson" userId="2e6e5431-bb17-4c41-9985-d39c50d83c73" providerId="ADAL" clId="{7F9681A8-EEE2-56F4-9B39-ECCBEE0471AC}" dt="2026-06-16T02:33:57.198" v="26862" actId="1076"/>
          <ac:spMkLst>
            <pc:docMk/>
            <pc:sldMk cId="95343095" sldId="305"/>
            <ac:spMk id="26" creationId="{61440A76-96B0-71C2-62F8-47FE33A32581}"/>
          </ac:spMkLst>
        </pc:spChg>
        <pc:spChg chg="add mod">
          <ac:chgData name="Toby Donaldson" userId="2e6e5431-bb17-4c41-9985-d39c50d83c73" providerId="ADAL" clId="{7F9681A8-EEE2-56F4-9B39-ECCBEE0471AC}" dt="2026-06-16T02:34:06.418" v="26873" actId="1076"/>
          <ac:spMkLst>
            <pc:docMk/>
            <pc:sldMk cId="95343095" sldId="305"/>
            <ac:spMk id="27" creationId="{C9DB973A-FB42-12B5-1DFD-0107D23AFA6C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0" creationId="{52375F60-5197-863B-BDD6-625A0C3D39DC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2" creationId="{6C31D0AE-B6C1-7904-7E89-47967DB0C64C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3" creationId="{6B8DDF2C-D8F1-33C1-B38D-91083A5B6362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4" creationId="{859665CC-2F6B-179D-991E-39F072ADA7A6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6" creationId="{B1FA5F05-C1D6-38E0-CD38-0668FD68CCFC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37" creationId="{9F144876-C5EC-41EE-2FEF-A4195DBC8432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42" creationId="{7E3C6284-4BB3-E33C-B79E-DDCEA5D22291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45" creationId="{080902CC-7714-750A-78B5-1256A1EFFB10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46" creationId="{631296C9-04CC-4D84-5594-C7AADED5306D}"/>
          </ac:spMkLst>
        </pc:spChg>
        <pc:spChg chg="mod">
          <ac:chgData name="Toby Donaldson" userId="2e6e5431-bb17-4c41-9985-d39c50d83c73" providerId="ADAL" clId="{7F9681A8-EEE2-56F4-9B39-ECCBEE0471AC}" dt="2026-06-16T02:40:19.143" v="27099" actId="408"/>
          <ac:spMkLst>
            <pc:docMk/>
            <pc:sldMk cId="95343095" sldId="305"/>
            <ac:spMk id="48" creationId="{DFFDC04D-2529-BC1F-09C0-F804C8826975}"/>
          </ac:spMkLst>
        </pc:spChg>
        <pc:spChg chg="del topLvl">
          <ac:chgData name="Toby Donaldson" userId="2e6e5431-bb17-4c41-9985-d39c50d83c73" providerId="ADAL" clId="{7F9681A8-EEE2-56F4-9B39-ECCBEE0471AC}" dt="2026-06-16T02:35:36.980" v="26890" actId="21"/>
          <ac:spMkLst>
            <pc:docMk/>
            <pc:sldMk cId="95343095" sldId="305"/>
            <ac:spMk id="59" creationId="{EE0B72B4-0FD4-7AB8-0B24-188808AB7915}"/>
          </ac:spMkLst>
        </pc:spChg>
        <pc:spChg chg="mod">
          <ac:chgData name="Toby Donaldson" userId="2e6e5431-bb17-4c41-9985-d39c50d83c73" providerId="ADAL" clId="{7F9681A8-EEE2-56F4-9B39-ECCBEE0471AC}" dt="2026-06-16T02:38:08.691" v="27092" actId="207"/>
          <ac:spMkLst>
            <pc:docMk/>
            <pc:sldMk cId="95343095" sldId="305"/>
            <ac:spMk id="61" creationId="{3C911657-30DD-EBF5-91DE-ED1B567040CF}"/>
          </ac:spMkLst>
        </pc:spChg>
        <pc:spChg chg="mod">
          <ac:chgData name="Toby Donaldson" userId="2e6e5431-bb17-4c41-9985-d39c50d83c73" providerId="ADAL" clId="{7F9681A8-EEE2-56F4-9B39-ECCBEE0471AC}" dt="2026-06-16T02:38:03.860" v="27091" actId="207"/>
          <ac:spMkLst>
            <pc:docMk/>
            <pc:sldMk cId="95343095" sldId="305"/>
            <ac:spMk id="62" creationId="{82F5AF1B-2717-3680-C077-448D5854D4DF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63" creationId="{A5820544-FFF4-1F74-C906-665C25BE418F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64" creationId="{7FBC5A66-0D4B-E68E-A3E8-24D998265CAB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65" creationId="{18FBF441-7E87-097F-4996-1400900CD460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66" creationId="{F2807FCE-09B9-A5F9-96B5-9EB89BC86930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71" creationId="{8435ECC6-49D5-3A98-AE19-EE9F4AF0E2A7}"/>
          </ac:spMkLst>
        </pc:spChg>
        <pc:spChg chg="del">
          <ac:chgData name="Toby Donaldson" userId="2e6e5431-bb17-4c41-9985-d39c50d83c73" providerId="ADAL" clId="{7F9681A8-EEE2-56F4-9B39-ECCBEE0471AC}" dt="2026-06-16T02:35:33.771" v="26889" actId="21"/>
          <ac:spMkLst>
            <pc:docMk/>
            <pc:sldMk cId="95343095" sldId="305"/>
            <ac:spMk id="72" creationId="{2C0D935B-4099-0A85-09F1-8748B87920F8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74" creationId="{4D9B4CA6-51D5-01C5-70F6-C6C3C23CA459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75" creationId="{5FC7C97B-82C9-21EB-5AA7-5D2F366AA2C6}"/>
          </ac:spMkLst>
        </pc:spChg>
        <pc:spChg chg="mod">
          <ac:chgData name="Toby Donaldson" userId="2e6e5431-bb17-4c41-9985-d39c50d83c73" providerId="ADAL" clId="{7F9681A8-EEE2-56F4-9B39-ECCBEE0471AC}" dt="2026-06-16T02:35:23.947" v="26885"/>
          <ac:spMkLst>
            <pc:docMk/>
            <pc:sldMk cId="95343095" sldId="305"/>
            <ac:spMk id="77" creationId="{60FD9378-9A30-8C67-DFE5-344F5DD4D8A4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83" creationId="{F6B1DA9C-3427-D901-0B61-0AC891C15C50}"/>
          </ac:spMkLst>
        </pc:spChg>
        <pc:spChg chg="mod">
          <ac:chgData name="Toby Donaldson" userId="2e6e5431-bb17-4c41-9985-d39c50d83c73" providerId="ADAL" clId="{7F9681A8-EEE2-56F4-9B39-ECCBEE0471AC}" dt="2026-06-16T02:41:16.674" v="27106" actId="207"/>
          <ac:spMkLst>
            <pc:docMk/>
            <pc:sldMk cId="95343095" sldId="305"/>
            <ac:spMk id="84" creationId="{CD50CC28-D239-DF34-3544-53188B3C4D67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85" creationId="{F0783AB2-8C86-DD39-A37F-2B4009D891FC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86" creationId="{F7FB8431-83D2-CF2D-E206-FC2A86680E41}"/>
          </ac:spMkLst>
        </pc:spChg>
        <pc:spChg chg="mod">
          <ac:chgData name="Toby Donaldson" userId="2e6e5431-bb17-4c41-9985-d39c50d83c73" providerId="ADAL" clId="{7F9681A8-EEE2-56F4-9B39-ECCBEE0471AC}" dt="2026-06-16T02:38:40.340" v="27096" actId="207"/>
          <ac:spMkLst>
            <pc:docMk/>
            <pc:sldMk cId="95343095" sldId="305"/>
            <ac:spMk id="87" creationId="{813EFB1F-877E-9CBA-8D00-E987CBDA14C2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88" creationId="{79D593BF-E1B1-6BCC-A392-97798B0E3D33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91" creationId="{6C07638A-C2C5-1FEB-B3D8-E17C259DCCE4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93" creationId="{646E17B2-49D9-BC1E-C789-A74BF824D22D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94" creationId="{D87CD772-BE7D-73E6-DD6D-00214091B7F2}"/>
          </ac:spMkLst>
        </pc:spChg>
        <pc:spChg chg="mod">
          <ac:chgData name="Toby Donaldson" userId="2e6e5431-bb17-4c41-9985-d39c50d83c73" providerId="ADAL" clId="{7F9681A8-EEE2-56F4-9B39-ECCBEE0471AC}" dt="2026-06-16T02:38:21.524" v="27093"/>
          <ac:spMkLst>
            <pc:docMk/>
            <pc:sldMk cId="95343095" sldId="305"/>
            <ac:spMk id="96" creationId="{2391E03F-D070-37BA-901D-E6D35B8C174F}"/>
          </ac:spMkLst>
        </pc:spChg>
        <pc:spChg chg="add mod">
          <ac:chgData name="Toby Donaldson" userId="2e6e5431-bb17-4c41-9985-d39c50d83c73" providerId="ADAL" clId="{7F9681A8-EEE2-56F4-9B39-ECCBEE0471AC}" dt="2026-06-16T02:40:36.365" v="27101" actId="1076"/>
          <ac:spMkLst>
            <pc:docMk/>
            <pc:sldMk cId="95343095" sldId="305"/>
            <ac:spMk id="98" creationId="{C69E2583-DA7F-E3C8-B880-83462209E233}"/>
          </ac:spMkLst>
        </pc:spChg>
        <pc:spChg chg="add mod">
          <ac:chgData name="Toby Donaldson" userId="2e6e5431-bb17-4c41-9985-d39c50d83c73" providerId="ADAL" clId="{7F9681A8-EEE2-56F4-9B39-ECCBEE0471AC}" dt="2026-06-16T02:40:59.398" v="27105" actId="1076"/>
          <ac:spMkLst>
            <pc:docMk/>
            <pc:sldMk cId="95343095" sldId="305"/>
            <ac:spMk id="99" creationId="{6F73B611-C592-CC5B-F961-E1897F084142}"/>
          </ac:spMkLst>
        </pc:spChg>
        <pc:grpChg chg="mod">
          <ac:chgData name="Toby Donaldson" userId="2e6e5431-bb17-4c41-9985-d39c50d83c73" providerId="ADAL" clId="{7F9681A8-EEE2-56F4-9B39-ECCBEE0471AC}" dt="2026-06-16T02:40:15.029" v="27098" actId="554"/>
          <ac:grpSpMkLst>
            <pc:docMk/>
            <pc:sldMk cId="95343095" sldId="305"/>
            <ac:grpSpMk id="4" creationId="{B6D0A662-77DD-8962-FDFA-323CE5C77673}"/>
          </ac:grpSpMkLst>
        </pc:grpChg>
        <pc:grpChg chg="mod">
          <ac:chgData name="Toby Donaldson" userId="2e6e5431-bb17-4c41-9985-d39c50d83c73" providerId="ADAL" clId="{7F9681A8-EEE2-56F4-9B39-ECCBEE0471AC}" dt="2026-06-16T02:40:15.029" v="27098" actId="554"/>
          <ac:grpSpMkLst>
            <pc:docMk/>
            <pc:sldMk cId="95343095" sldId="305"/>
            <ac:grpSpMk id="28" creationId="{6B70F4FF-085F-1E83-68B2-0745D5FB89A0}"/>
          </ac:grpSpMkLst>
        </pc:grpChg>
        <pc:grpChg chg="del mod">
          <ac:chgData name="Toby Donaldson" userId="2e6e5431-bb17-4c41-9985-d39c50d83c73" providerId="ADAL" clId="{7F9681A8-EEE2-56F4-9B39-ECCBEE0471AC}" dt="2026-06-16T02:35:36.980" v="26890" actId="21"/>
          <ac:grpSpMkLst>
            <pc:docMk/>
            <pc:sldMk cId="95343095" sldId="305"/>
            <ac:grpSpMk id="57" creationId="{7D65EDED-9014-F454-B270-8442AD2D2EE8}"/>
          </ac:grpSpMkLst>
        </pc:grpChg>
        <pc:grpChg chg="mod topLvl">
          <ac:chgData name="Toby Donaldson" userId="2e6e5431-bb17-4c41-9985-d39c50d83c73" providerId="ADAL" clId="{7F9681A8-EEE2-56F4-9B39-ECCBEE0471AC}" dt="2026-06-16T02:40:15.029" v="27098" actId="554"/>
          <ac:grpSpMkLst>
            <pc:docMk/>
            <pc:sldMk cId="95343095" sldId="305"/>
            <ac:grpSpMk id="58" creationId="{5A1E5AB4-A3CE-6B7F-D9EF-DE87EBA5DAF8}"/>
          </ac:grpSpMkLst>
        </pc:grpChg>
        <pc:grpChg chg="del">
          <ac:chgData name="Toby Donaldson" userId="2e6e5431-bb17-4c41-9985-d39c50d83c73" providerId="ADAL" clId="{7F9681A8-EEE2-56F4-9B39-ECCBEE0471AC}" dt="2026-06-16T02:35:39.636" v="26891" actId="21"/>
          <ac:grpSpMkLst>
            <pc:docMk/>
            <pc:sldMk cId="95343095" sldId="305"/>
            <ac:grpSpMk id="69" creationId="{D973A73F-CDB4-F153-BEEC-27602F9E9DA9}"/>
          </ac:grpSpMkLst>
        </pc:grpChg>
        <pc:grpChg chg="mod">
          <ac:chgData name="Toby Donaldson" userId="2e6e5431-bb17-4c41-9985-d39c50d83c73" providerId="ADAL" clId="{7F9681A8-EEE2-56F4-9B39-ECCBEE0471AC}" dt="2026-06-16T02:38:24.932" v="27094" actId="1076"/>
          <ac:grpSpMkLst>
            <pc:docMk/>
            <pc:sldMk cId="95343095" sldId="305"/>
            <ac:grpSpMk id="81" creationId="{51CC39E7-7D73-0688-3FD4-66C37B40F68A}"/>
          </ac:grpSpMkLst>
        </pc:grpChg>
        <pc:cxnChg chg="add mod">
          <ac:chgData name="Toby Donaldson" userId="2e6e5431-bb17-4c41-9985-d39c50d83c73" providerId="ADAL" clId="{7F9681A8-EEE2-56F4-9B39-ECCBEE0471AC}" dt="2026-06-16T02:34:48.950" v="26882" actId="692"/>
          <ac:cxnSpMkLst>
            <pc:docMk/>
            <pc:sldMk cId="95343095" sldId="305"/>
            <ac:cxnSpMk id="51" creationId="{55F77BB2-366F-1CDA-C412-C8DC66A8608C}"/>
          </ac:cxnSpMkLst>
        </pc:cxnChg>
        <pc:cxnChg chg="add mod">
          <ac:chgData name="Toby Donaldson" userId="2e6e5431-bb17-4c41-9985-d39c50d83c73" providerId="ADAL" clId="{7F9681A8-EEE2-56F4-9B39-ECCBEE0471AC}" dt="2026-06-16T02:34:48.950" v="26882" actId="692"/>
          <ac:cxnSpMkLst>
            <pc:docMk/>
            <pc:sldMk cId="95343095" sldId="305"/>
            <ac:cxnSpMk id="52" creationId="{17637811-A903-85C7-935A-60AD7DE1C183}"/>
          </ac:cxnSpMkLst>
        </pc:cxnChg>
        <pc:cxnChg chg="del mod">
          <ac:chgData name="Toby Donaldson" userId="2e6e5431-bb17-4c41-9985-d39c50d83c73" providerId="ADAL" clId="{7F9681A8-EEE2-56F4-9B39-ECCBEE0471AC}" dt="2026-06-16T02:35:39.636" v="26891" actId="21"/>
          <ac:cxnSpMkLst>
            <pc:docMk/>
            <pc:sldMk cId="95343095" sldId="305"/>
            <ac:cxnSpMk id="73" creationId="{E9FEBA38-45EC-171B-57CC-4AF109B264D6}"/>
          </ac:cxnSpMkLst>
        </pc:cxnChg>
        <pc:cxnChg chg="del mod">
          <ac:chgData name="Toby Donaldson" userId="2e6e5431-bb17-4c41-9985-d39c50d83c73" providerId="ADAL" clId="{7F9681A8-EEE2-56F4-9B39-ECCBEE0471AC}" dt="2026-06-16T02:35:31.445" v="26888" actId="21"/>
          <ac:cxnSpMkLst>
            <pc:docMk/>
            <pc:sldMk cId="95343095" sldId="305"/>
            <ac:cxnSpMk id="79" creationId="{42E1FF55-0B5D-8A00-98D2-D7F2727C7CD1}"/>
          </ac:cxnSpMkLst>
        </pc:cxnChg>
        <pc:cxnChg chg="del mod">
          <ac:chgData name="Toby Donaldson" userId="2e6e5431-bb17-4c41-9985-d39c50d83c73" providerId="ADAL" clId="{7F9681A8-EEE2-56F4-9B39-ECCBEE0471AC}" dt="2026-06-16T02:35:30.560" v="26887" actId="21"/>
          <ac:cxnSpMkLst>
            <pc:docMk/>
            <pc:sldMk cId="95343095" sldId="305"/>
            <ac:cxnSpMk id="80" creationId="{0E7964CE-88CF-957F-A132-2BEDB5EAAAF7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6-16T02:45:36.127" v="27140" actId="408"/>
        <pc:sldMkLst>
          <pc:docMk/>
          <pc:sldMk cId="2541012537" sldId="306"/>
        </pc:sldMkLst>
        <pc:spChg chg="mod">
          <ac:chgData name="Toby Donaldson" userId="2e6e5431-bb17-4c41-9985-d39c50d83c73" providerId="ADAL" clId="{7F9681A8-EEE2-56F4-9B39-ECCBEE0471AC}" dt="2026-06-16T02:45:03.251" v="27137" actId="1076"/>
          <ac:spMkLst>
            <pc:docMk/>
            <pc:sldMk cId="2541012537" sldId="306"/>
            <ac:spMk id="26" creationId="{4F1AF2AC-B568-CA36-2FBA-810EFC37A941}"/>
          </ac:spMkLst>
        </pc:spChg>
        <pc:spChg chg="mod">
          <ac:chgData name="Toby Donaldson" userId="2e6e5431-bb17-4c41-9985-d39c50d83c73" providerId="ADAL" clId="{7F9681A8-EEE2-56F4-9B39-ECCBEE0471AC}" dt="2026-06-16T02:45:03.251" v="27137" actId="1076"/>
          <ac:spMkLst>
            <pc:docMk/>
            <pc:sldMk cId="2541012537" sldId="306"/>
            <ac:spMk id="27" creationId="{BA56CD95-5F3C-2ACA-F6CE-3BF29BAED1B2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3" creationId="{207FEF09-97FE-0180-0934-3E5EA295150F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4" creationId="{74D59E36-EA68-81A8-1787-FFEB787C9209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5" creationId="{69187E0A-2887-C0BF-05CB-44300BDB1380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6" creationId="{97F5422D-C478-C348-06C3-D296221652CE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7" creationId="{19F24B4D-B3C2-0FB6-3036-77AAB943E072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59" creationId="{CC946B9F-2949-7CBA-D180-D95D3D56CAB6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73" creationId="{7AABED36-B38C-2AB4-BD45-B58EB62FAE6D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80" creationId="{745D425E-ED7B-5C03-7084-99E8C116141A}"/>
          </ac:spMkLst>
        </pc:spChg>
        <pc:spChg chg="mod">
          <ac:chgData name="Toby Donaldson" userId="2e6e5431-bb17-4c41-9985-d39c50d83c73" providerId="ADAL" clId="{7F9681A8-EEE2-56F4-9B39-ECCBEE0471AC}" dt="2026-06-16T02:43:26.732" v="27123" actId="20577"/>
          <ac:spMkLst>
            <pc:docMk/>
            <pc:sldMk cId="2541012537" sldId="306"/>
            <ac:spMk id="87" creationId="{DA4A09F9-8FF4-EC3A-5F0E-B9DE4AC8841A}"/>
          </ac:spMkLst>
        </pc:spChg>
        <pc:spChg chg="del">
          <ac:chgData name="Toby Donaldson" userId="2e6e5431-bb17-4c41-9985-d39c50d83c73" providerId="ADAL" clId="{7F9681A8-EEE2-56F4-9B39-ECCBEE0471AC}" dt="2026-06-16T02:42:34.048" v="27114" actId="21"/>
          <ac:spMkLst>
            <pc:docMk/>
            <pc:sldMk cId="2541012537" sldId="306"/>
            <ac:spMk id="98" creationId="{ADD44189-3C9E-386E-A342-4A4213135DD5}"/>
          </ac:spMkLst>
        </pc:spChg>
        <pc:spChg chg="del">
          <ac:chgData name="Toby Donaldson" userId="2e6e5431-bb17-4c41-9985-d39c50d83c73" providerId="ADAL" clId="{7F9681A8-EEE2-56F4-9B39-ECCBEE0471AC}" dt="2026-06-16T02:42:34.048" v="27114" actId="21"/>
          <ac:spMkLst>
            <pc:docMk/>
            <pc:sldMk cId="2541012537" sldId="306"/>
            <ac:spMk id="99" creationId="{57B8B1B7-D7D3-2AE3-B28D-3D148B945CC3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100" creationId="{DE631CA4-F1CC-2AFD-2861-4D27A48D43CA}"/>
          </ac:spMkLst>
        </pc:spChg>
        <pc:spChg chg="mod">
          <ac:chgData name="Toby Donaldson" userId="2e6e5431-bb17-4c41-9985-d39c50d83c73" providerId="ADAL" clId="{7F9681A8-EEE2-56F4-9B39-ECCBEE0471AC}" dt="2026-06-16T02:45:36.127" v="27140" actId="408"/>
          <ac:spMkLst>
            <pc:docMk/>
            <pc:sldMk cId="2541012537" sldId="306"/>
            <ac:spMk id="102" creationId="{84AE8924-12EB-6794-A14A-D20DA3C96377}"/>
          </ac:spMkLst>
        </pc:spChg>
        <pc:spChg chg="mod">
          <ac:chgData name="Toby Donaldson" userId="2e6e5431-bb17-4c41-9985-d39c50d83c73" providerId="ADAL" clId="{7F9681A8-EEE2-56F4-9B39-ECCBEE0471AC}" dt="2026-06-16T02:44:51.492" v="27136" actId="207"/>
          <ac:spMkLst>
            <pc:docMk/>
            <pc:sldMk cId="2541012537" sldId="306"/>
            <ac:spMk id="108" creationId="{E8AC4F4A-E97B-846A-3E25-0696B50AFA43}"/>
          </ac:spMkLst>
        </pc:spChg>
        <pc:spChg chg="mod">
          <ac:chgData name="Toby Donaldson" userId="2e6e5431-bb17-4c41-9985-d39c50d83c73" providerId="ADAL" clId="{7F9681A8-EEE2-56F4-9B39-ECCBEE0471AC}" dt="2026-06-16T02:44:42.291" v="27133" actId="207"/>
          <ac:spMkLst>
            <pc:docMk/>
            <pc:sldMk cId="2541012537" sldId="306"/>
            <ac:spMk id="109" creationId="{5702C2B2-1E24-92BE-BCE5-83255E71745F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0" creationId="{88C581B1-E1C1-52BA-344A-3377DB71D6F2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1" creationId="{BA8A3825-AF23-BEC9-B294-F43824669FC0}"/>
          </ac:spMkLst>
        </pc:spChg>
        <pc:spChg chg="del mod">
          <ac:chgData name="Toby Donaldson" userId="2e6e5431-bb17-4c41-9985-d39c50d83c73" providerId="ADAL" clId="{7F9681A8-EEE2-56F4-9B39-ECCBEE0471AC}" dt="2026-06-16T02:44:15.134" v="27130" actId="21"/>
          <ac:spMkLst>
            <pc:docMk/>
            <pc:sldMk cId="2541012537" sldId="306"/>
            <ac:spMk id="112" creationId="{6047055C-45CE-08DC-F32C-26E7C9B8681B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3" creationId="{69C59875-419A-D3DD-AE07-D167348CC833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6" creationId="{693429F0-C7BA-ED33-85F6-30A293C150E5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8" creationId="{F281A9F8-C169-30A8-2B33-ACD32F7CF68C}"/>
          </ac:spMkLst>
        </pc:spChg>
        <pc:spChg chg="mod">
          <ac:chgData name="Toby Donaldson" userId="2e6e5431-bb17-4c41-9985-d39c50d83c73" providerId="ADAL" clId="{7F9681A8-EEE2-56F4-9B39-ECCBEE0471AC}" dt="2026-06-16T02:44:02.777" v="27127"/>
          <ac:spMkLst>
            <pc:docMk/>
            <pc:sldMk cId="2541012537" sldId="306"/>
            <ac:spMk id="119" creationId="{EBDC49B6-4376-AD07-2941-6241F22E52FF}"/>
          </ac:spMkLst>
        </pc:spChg>
        <pc:spChg chg="del mod">
          <ac:chgData name="Toby Donaldson" userId="2e6e5431-bb17-4c41-9985-d39c50d83c73" providerId="ADAL" clId="{7F9681A8-EEE2-56F4-9B39-ECCBEE0471AC}" dt="2026-06-16T02:44:12.581" v="27129" actId="21"/>
          <ac:spMkLst>
            <pc:docMk/>
            <pc:sldMk cId="2541012537" sldId="306"/>
            <ac:spMk id="121" creationId="{176D43CB-1978-22D5-6362-B9A4D73886B6}"/>
          </ac:spMkLst>
        </pc:spChg>
        <pc:grpChg chg="mod">
          <ac:chgData name="Toby Donaldson" userId="2e6e5431-bb17-4c41-9985-d39c50d83c73" providerId="ADAL" clId="{7F9681A8-EEE2-56F4-9B39-ECCBEE0471AC}" dt="2026-06-16T02:45:19.158" v="27138" actId="164"/>
          <ac:grpSpMkLst>
            <pc:docMk/>
            <pc:sldMk cId="2541012537" sldId="306"/>
            <ac:grpSpMk id="3" creationId="{1897575B-5793-B511-1332-0EF470255DB3}"/>
          </ac:grpSpMkLst>
        </pc:grpChg>
        <pc:grpChg chg="del">
          <ac:chgData name="Toby Donaldson" userId="2e6e5431-bb17-4c41-9985-d39c50d83c73" providerId="ADAL" clId="{7F9681A8-EEE2-56F4-9B39-ECCBEE0471AC}" dt="2026-06-16T02:42:04.196" v="27108" actId="21"/>
          <ac:grpSpMkLst>
            <pc:docMk/>
            <pc:sldMk cId="2541012537" sldId="306"/>
            <ac:grpSpMk id="4" creationId="{2A907B9F-074F-4918-B8CD-47BAC4DB52BA}"/>
          </ac:grpSpMkLst>
        </pc:grpChg>
        <pc:grpChg chg="del">
          <ac:chgData name="Toby Donaldson" userId="2e6e5431-bb17-4c41-9985-d39c50d83c73" providerId="ADAL" clId="{7F9681A8-EEE2-56F4-9B39-ECCBEE0471AC}" dt="2026-06-16T02:42:04.196" v="27108" actId="21"/>
          <ac:grpSpMkLst>
            <pc:docMk/>
            <pc:sldMk cId="2541012537" sldId="306"/>
            <ac:grpSpMk id="28" creationId="{145F37A4-C15B-EDEE-5BE6-A7602B91E578}"/>
          </ac:grpSpMkLst>
        </pc:grpChg>
        <pc:grpChg chg="del">
          <ac:chgData name="Toby Donaldson" userId="2e6e5431-bb17-4c41-9985-d39c50d83c73" providerId="ADAL" clId="{7F9681A8-EEE2-56F4-9B39-ECCBEE0471AC}" dt="2026-06-16T02:42:04.196" v="27108" actId="21"/>
          <ac:grpSpMkLst>
            <pc:docMk/>
            <pc:sldMk cId="2541012537" sldId="306"/>
            <ac:grpSpMk id="58" creationId="{39987354-67E6-DCAE-3DD9-B5A6AD1937B8}"/>
          </ac:grpSpMkLst>
        </pc:grpChg>
        <pc:grpChg chg="mod">
          <ac:chgData name="Toby Donaldson" userId="2e6e5431-bb17-4c41-9985-d39c50d83c73" providerId="ADAL" clId="{7F9681A8-EEE2-56F4-9B39-ECCBEE0471AC}" dt="2026-06-16T02:45:27.192" v="27139" actId="554"/>
          <ac:grpSpMkLst>
            <pc:docMk/>
            <pc:sldMk cId="2541012537" sldId="306"/>
            <ac:grpSpMk id="81" creationId="{C09D08A2-54FE-C6CF-4B17-65DB46B35AA8}"/>
          </ac:grpSpMkLst>
        </pc:grpChg>
        <pc:grpChg chg="mod">
          <ac:chgData name="Toby Donaldson" userId="2e6e5431-bb17-4c41-9985-d39c50d83c73" providerId="ADAL" clId="{7F9681A8-EEE2-56F4-9B39-ECCBEE0471AC}" dt="2026-06-16T02:45:27.192" v="27139" actId="554"/>
          <ac:grpSpMkLst>
            <pc:docMk/>
            <pc:sldMk cId="2541012537" sldId="306"/>
            <ac:grpSpMk id="106" creationId="{FE2B3954-658F-4F8D-B78E-4910060E4CC7}"/>
          </ac:grpSpMkLst>
        </pc:grpChg>
        <pc:grpChg chg="add mod">
          <ac:chgData name="Toby Donaldson" userId="2e6e5431-bb17-4c41-9985-d39c50d83c73" providerId="ADAL" clId="{7F9681A8-EEE2-56F4-9B39-ECCBEE0471AC}" dt="2026-06-16T02:45:27.192" v="27139" actId="554"/>
          <ac:grpSpMkLst>
            <pc:docMk/>
            <pc:sldMk cId="2541012537" sldId="306"/>
            <ac:grpSpMk id="123" creationId="{595492C7-2503-F055-D241-BAE833ED7E4F}"/>
          </ac:grpSpMkLst>
        </pc:grp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14" creationId="{8F1748E3-5332-0B86-9182-B23C9CB767F8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23" creationId="{16D79E53-517C-875D-48BE-5EEBB06273A6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25" creationId="{0F3CE31E-C623-3A3D-CAD6-F0A0C42BA609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44" creationId="{0029203C-76FA-4D75-D8A4-3C6BD6629BAA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49" creationId="{13786949-D919-4E20-B134-09015587C7E1}"/>
          </ac:cxnSpMkLst>
        </pc:cxnChg>
        <pc:cxnChg chg="del">
          <ac:chgData name="Toby Donaldson" userId="2e6e5431-bb17-4c41-9985-d39c50d83c73" providerId="ADAL" clId="{7F9681A8-EEE2-56F4-9B39-ECCBEE0471AC}" dt="2026-06-16T02:42:07.650" v="27109" actId="21"/>
          <ac:cxnSpMkLst>
            <pc:docMk/>
            <pc:sldMk cId="2541012537" sldId="306"/>
            <ac:cxnSpMk id="51" creationId="{F5A788BF-B5E8-9C12-B1FE-D683C0294A5B}"/>
          </ac:cxnSpMkLst>
        </pc:cxnChg>
        <pc:cxnChg chg="del">
          <ac:chgData name="Toby Donaldson" userId="2e6e5431-bb17-4c41-9985-d39c50d83c73" providerId="ADAL" clId="{7F9681A8-EEE2-56F4-9B39-ECCBEE0471AC}" dt="2026-06-16T02:42:07.650" v="27109" actId="21"/>
          <ac:cxnSpMkLst>
            <pc:docMk/>
            <pc:sldMk cId="2541012537" sldId="306"/>
            <ac:cxnSpMk id="52" creationId="{492FF7B0-F58F-ED18-6C0F-9FC9AA83A346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67" creationId="{E3F6A2AC-30FB-BBA4-4112-023B982E2879}"/>
          </ac:cxnSpMkLst>
        </pc:cxnChg>
        <pc:cxnChg chg="mod">
          <ac:chgData name="Toby Donaldson" userId="2e6e5431-bb17-4c41-9985-d39c50d83c73" providerId="ADAL" clId="{7F9681A8-EEE2-56F4-9B39-ECCBEE0471AC}" dt="2026-06-16T02:42:04.196" v="27108" actId="21"/>
          <ac:cxnSpMkLst>
            <pc:docMk/>
            <pc:sldMk cId="2541012537" sldId="306"/>
            <ac:cxnSpMk id="78" creationId="{7B3F5ECA-719A-3966-FA46-1F65904C6BEC}"/>
          </ac:cxnSpMkLst>
        </pc:cxnChg>
        <pc:cxnChg chg="add mod">
          <ac:chgData name="Toby Donaldson" userId="2e6e5431-bb17-4c41-9985-d39c50d83c73" providerId="ADAL" clId="{7F9681A8-EEE2-56F4-9B39-ECCBEE0471AC}" dt="2026-06-16T02:45:19.158" v="27138" actId="164"/>
          <ac:cxnSpMkLst>
            <pc:docMk/>
            <pc:sldMk cId="2541012537" sldId="306"/>
            <ac:cxnSpMk id="104" creationId="{DA5E2A56-C6EA-790E-0DA9-30B4C20B3A31}"/>
          </ac:cxnSpMkLst>
        </pc:cxnChg>
        <pc:cxnChg chg="add mod">
          <ac:chgData name="Toby Donaldson" userId="2e6e5431-bb17-4c41-9985-d39c50d83c73" providerId="ADAL" clId="{7F9681A8-EEE2-56F4-9B39-ECCBEE0471AC}" dt="2026-06-16T02:45:19.158" v="27138" actId="164"/>
          <ac:cxnSpMkLst>
            <pc:docMk/>
            <pc:sldMk cId="2541012537" sldId="306"/>
            <ac:cxnSpMk id="105" creationId="{45D91DDC-5A66-A41C-2735-ABEB1755D1F3}"/>
          </ac:cxnSpMkLst>
        </pc:cxnChg>
        <pc:cxnChg chg="del mod">
          <ac:chgData name="Toby Donaldson" userId="2e6e5431-bb17-4c41-9985-d39c50d83c73" providerId="ADAL" clId="{7F9681A8-EEE2-56F4-9B39-ECCBEE0471AC}" dt="2026-06-16T02:44:17.508" v="27131" actId="21"/>
          <ac:cxnSpMkLst>
            <pc:docMk/>
            <pc:sldMk cId="2541012537" sldId="306"/>
            <ac:cxnSpMk id="122" creationId="{18F03412-51C7-CEDA-1755-04ED30D862E5}"/>
          </ac:cxnSpMkLst>
        </pc:cxnChg>
      </pc:sldChg>
      <pc:sldChg chg="modSp add mod">
        <pc:chgData name="Toby Donaldson" userId="2e6e5431-bb17-4c41-9985-d39c50d83c73" providerId="ADAL" clId="{7F9681A8-EEE2-56F4-9B39-ECCBEE0471AC}" dt="2026-06-16T02:46:31.723" v="27182" actId="20577"/>
        <pc:sldMkLst>
          <pc:docMk/>
          <pc:sldMk cId="3627578962" sldId="307"/>
        </pc:sldMkLst>
        <pc:spChg chg="mod">
          <ac:chgData name="Toby Donaldson" userId="2e6e5431-bb17-4c41-9985-d39c50d83c73" providerId="ADAL" clId="{7F9681A8-EEE2-56F4-9B39-ECCBEE0471AC}" dt="2026-06-16T02:46:06.142" v="27148" actId="20577"/>
          <ac:spMkLst>
            <pc:docMk/>
            <pc:sldMk cId="3627578962" sldId="307"/>
            <ac:spMk id="2" creationId="{6FCB189D-A325-8D35-0309-705A51CD8BF2}"/>
          </ac:spMkLst>
        </pc:spChg>
        <pc:spChg chg="mod">
          <ac:chgData name="Toby Donaldson" userId="2e6e5431-bb17-4c41-9985-d39c50d83c73" providerId="ADAL" clId="{7F9681A8-EEE2-56F4-9B39-ECCBEE0471AC}" dt="2026-06-16T02:46:31.723" v="27182" actId="20577"/>
          <ac:spMkLst>
            <pc:docMk/>
            <pc:sldMk cId="3627578962" sldId="307"/>
            <ac:spMk id="3" creationId="{5B4A03C8-DCEA-B18E-6810-DCC26815BAD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6-16T02:52:45.883" v="27483" actId="1076"/>
        <pc:sldMkLst>
          <pc:docMk/>
          <pc:sldMk cId="1599049956" sldId="308"/>
        </pc:sldMkLst>
        <pc:spChg chg="add mod">
          <ac:chgData name="Toby Donaldson" userId="2e6e5431-bb17-4c41-9985-d39c50d83c73" providerId="ADAL" clId="{7F9681A8-EEE2-56F4-9B39-ECCBEE0471AC}" dt="2026-06-16T02:48:07.399" v="27222" actId="1076"/>
          <ac:spMkLst>
            <pc:docMk/>
            <pc:sldMk cId="1599049956" sldId="308"/>
            <ac:spMk id="5" creationId="{5E1D7EE9-DB44-BE04-C48C-30DD0C9EBA1B}"/>
          </ac:spMkLst>
        </pc:spChg>
        <pc:spChg chg="add mod">
          <ac:chgData name="Toby Donaldson" userId="2e6e5431-bb17-4c41-9985-d39c50d83c73" providerId="ADAL" clId="{7F9681A8-EEE2-56F4-9B39-ECCBEE0471AC}" dt="2026-06-16T02:50:14.750" v="27257" actId="14100"/>
          <ac:spMkLst>
            <pc:docMk/>
            <pc:sldMk cId="1599049956" sldId="308"/>
            <ac:spMk id="6" creationId="{BA4D9E62-18B5-3880-B4EF-40A4F5CEA4DC}"/>
          </ac:spMkLst>
        </pc:spChg>
        <pc:spChg chg="add mod">
          <ac:chgData name="Toby Donaldson" userId="2e6e5431-bb17-4c41-9985-d39c50d83c73" providerId="ADAL" clId="{7F9681A8-EEE2-56F4-9B39-ECCBEE0471AC}" dt="2026-06-16T02:49:59.869" v="27256" actId="113"/>
          <ac:spMkLst>
            <pc:docMk/>
            <pc:sldMk cId="1599049956" sldId="308"/>
            <ac:spMk id="7" creationId="{7E25325A-6075-F98F-502D-7D6E9DF30606}"/>
          </ac:spMkLst>
        </pc:spChg>
        <pc:spChg chg="del">
          <ac:chgData name="Toby Donaldson" userId="2e6e5431-bb17-4c41-9985-d39c50d83c73" providerId="ADAL" clId="{7F9681A8-EEE2-56F4-9B39-ECCBEE0471AC}" dt="2026-06-16T02:47:00.512" v="27184" actId="21"/>
          <ac:spMkLst>
            <pc:docMk/>
            <pc:sldMk cId="1599049956" sldId="308"/>
            <ac:spMk id="8" creationId="{79148954-6A81-7311-B105-E4EBC456377D}"/>
          </ac:spMkLst>
        </pc:spChg>
        <pc:spChg chg="add mod">
          <ac:chgData name="Toby Donaldson" userId="2e6e5431-bb17-4c41-9985-d39c50d83c73" providerId="ADAL" clId="{7F9681A8-EEE2-56F4-9B39-ECCBEE0471AC}" dt="2026-06-16T02:52:45.883" v="27483" actId="1076"/>
          <ac:spMkLst>
            <pc:docMk/>
            <pc:sldMk cId="1599049956" sldId="308"/>
            <ac:spMk id="9" creationId="{0881951E-BE7A-E525-645C-DF9F46907AF4}"/>
          </ac:spMkLst>
        </pc:spChg>
        <pc:spChg chg="del">
          <ac:chgData name="Toby Donaldson" userId="2e6e5431-bb17-4c41-9985-d39c50d83c73" providerId="ADAL" clId="{7F9681A8-EEE2-56F4-9B39-ECCBEE0471AC}" dt="2026-06-16T02:47:00.512" v="27184" actId="21"/>
          <ac:spMkLst>
            <pc:docMk/>
            <pc:sldMk cId="1599049956" sldId="308"/>
            <ac:spMk id="10" creationId="{7808D7F2-4FEF-4265-41F7-61D14088BD59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6-16T02:59:54.918" v="27722" actId="113"/>
        <pc:sldMkLst>
          <pc:docMk/>
          <pc:sldMk cId="3954592579" sldId="309"/>
        </pc:sldMkLst>
        <pc:spChg chg="mod">
          <ac:chgData name="Toby Donaldson" userId="2e6e5431-bb17-4c41-9985-d39c50d83c73" providerId="ADAL" clId="{7F9681A8-EEE2-56F4-9B39-ECCBEE0471AC}" dt="2026-06-16T02:53:42.109" v="27568" actId="20577"/>
          <ac:spMkLst>
            <pc:docMk/>
            <pc:sldMk cId="3954592579" sldId="309"/>
            <ac:spMk id="2" creationId="{C8641092-0377-BE30-DF38-97E8838C5D0D}"/>
          </ac:spMkLst>
        </pc:spChg>
        <pc:spChg chg="del mod">
          <ac:chgData name="Toby Donaldson" userId="2e6e5431-bb17-4c41-9985-d39c50d83c73" providerId="ADAL" clId="{7F9681A8-EEE2-56F4-9B39-ECCBEE0471AC}" dt="2026-06-16T02:53:03.066" v="27492" actId="21"/>
          <ac:spMkLst>
            <pc:docMk/>
            <pc:sldMk cId="3954592579" sldId="309"/>
            <ac:spMk id="3" creationId="{4ADDAF3A-214E-C02B-0182-5DD074C2A5BC}"/>
          </ac:spMkLst>
        </pc:spChg>
        <pc:graphicFrameChg chg="add mod modGraphic">
          <ac:chgData name="Toby Donaldson" userId="2e6e5431-bb17-4c41-9985-d39c50d83c73" providerId="ADAL" clId="{7F9681A8-EEE2-56F4-9B39-ECCBEE0471AC}" dt="2026-06-16T02:59:54.918" v="27722" actId="113"/>
          <ac:graphicFrameMkLst>
            <pc:docMk/>
            <pc:sldMk cId="3954592579" sldId="309"/>
            <ac:graphicFrameMk id="4" creationId="{C29D9282-9C18-B425-73DF-86C55FBC41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3EF-79C8-55AD-08D0-C88D1F12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Heaps and Priority Queues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C18ED-98A4-48F4-FD7B-2E7703435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8: 8.1, 8.2, 8.3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85BD-AFE1-ACA4-DFF0-90B56D61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BC42-4EC6-A3D6-BFBB-642E21862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274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talking about data structures, we typically assume their data items have unique </a:t>
            </a:r>
            <a:r>
              <a:rPr lang="en-US" b="1" dirty="0"/>
              <a:t>keys</a:t>
            </a:r>
          </a:p>
          <a:p>
            <a:r>
              <a:rPr lang="en-US" dirty="0"/>
              <a:t>A </a:t>
            </a:r>
            <a:r>
              <a:rPr lang="en-US" b="1" dirty="0"/>
              <a:t>key</a:t>
            </a:r>
            <a:r>
              <a:rPr lang="en-US" dirty="0"/>
              <a:t> is field (or combination of files) in a data item used to identify or order values</a:t>
            </a:r>
          </a:p>
          <a:p>
            <a:pPr lvl="1"/>
            <a:r>
              <a:rPr lang="en-US" dirty="0"/>
              <a:t>often a positive int</a:t>
            </a:r>
          </a:p>
          <a:p>
            <a:r>
              <a:rPr lang="en-US" dirty="0"/>
              <a:t>For the purposes of many data structures, items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/>
              <a:t> are equal when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a.key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b.key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For </a:t>
            </a:r>
            <a:r>
              <a:rPr lang="en-US" b="1" dirty="0">
                <a:cs typeface="Consolas" panose="020B0609020204030204" pitchFamily="49" charset="0"/>
              </a:rPr>
              <a:t>priority queues</a:t>
            </a:r>
            <a:r>
              <a:rPr lang="en-US" dirty="0">
                <a:cs typeface="Consolas" panose="020B0609020204030204" pitchFamily="49" charset="0"/>
              </a:rPr>
              <a:t>, we’ll assume keys are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 err="1">
                <a:cs typeface="Consolas" panose="020B0609020204030204" pitchFamily="49" charset="0"/>
              </a:rPr>
              <a:t>s</a:t>
            </a:r>
            <a:endParaRPr lang="en-US" dirty="0"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4C7A3-4C41-5203-E965-1B687CD9C9D7}"/>
              </a:ext>
            </a:extLst>
          </p:cNvPr>
          <p:cNvSpPr txBox="1"/>
          <p:nvPr/>
        </p:nvSpPr>
        <p:spPr>
          <a:xfrm>
            <a:off x="7872675" y="564385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Person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key;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first_name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last_name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Dept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worksAt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D2FD-ABC9-B7BB-63F7-BD9E44911718}"/>
              </a:ext>
            </a:extLst>
          </p:cNvPr>
          <p:cNvSpPr txBox="1"/>
          <p:nvPr/>
        </p:nvSpPr>
        <p:spPr>
          <a:xfrm>
            <a:off x="6703926" y="2946733"/>
            <a:ext cx="23374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"Sarah”,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"Lee",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Dept("bakery")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B2FA5-8697-9404-4F39-1F116DC33331}"/>
              </a:ext>
            </a:extLst>
          </p:cNvPr>
          <p:cNvSpPr txBox="1"/>
          <p:nvPr/>
        </p:nvSpPr>
        <p:spPr>
          <a:xfrm>
            <a:off x="9854501" y="2915305"/>
            <a:ext cx="23374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574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"Sarah",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"Lee",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Dept("bakery")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CECEB-5D8D-125B-D06E-D299A4FE4995}"/>
              </a:ext>
            </a:extLst>
          </p:cNvPr>
          <p:cNvSpPr txBox="1"/>
          <p:nvPr/>
        </p:nvSpPr>
        <p:spPr>
          <a:xfrm>
            <a:off x="7737231" y="5253633"/>
            <a:ext cx="39389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Even though all their data is the same, the they are considered different because their keys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77009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4A4-62E9-E70E-8372-D131C572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3E15-3BA3-2C8D-47CB-2FDB5FA8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priority queue </a:t>
            </a:r>
            <a:r>
              <a:rPr lang="en-US" dirty="0"/>
              <a:t>is like a regular queue, except you can only remove the smallest item (instead of the oldest item). </a:t>
            </a:r>
          </a:p>
        </p:txBody>
      </p:sp>
    </p:spTree>
    <p:extLst>
      <p:ext uri="{BB962C8B-B14F-4D97-AF65-F5344CB8AC3E}">
        <p14:creationId xmlns:p14="http://schemas.microsoft.com/office/powerpoint/2010/main" val="358893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6C5C-0A04-528F-59AA-EA45D893E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2E1C-AC86-6472-5756-CB37599E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ADT (abstract data 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A0E12-C4C4-DA4E-E085-063112F46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07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 size()</a:t>
            </a:r>
          </a:p>
          <a:p>
            <a:pPr lvl="1"/>
            <a:r>
              <a:rPr lang="en-US" dirty="0"/>
              <a:t>Returns # of items</a:t>
            </a:r>
          </a:p>
          <a:p>
            <a:pPr lvl="1"/>
            <a:r>
              <a:rPr lang="en-US" dirty="0"/>
              <a:t>O(1) worst case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bool empty()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dirty="0"/>
              <a:t> if no items,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dirty="0"/>
              <a:t> otherwise</a:t>
            </a:r>
          </a:p>
          <a:p>
            <a:pPr lvl="1"/>
            <a:r>
              <a:rPr lang="en-US" dirty="0"/>
              <a:t>O(1) worst case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22292B-74E0-3A66-931D-08A1E0868969}"/>
              </a:ext>
            </a:extLst>
          </p:cNvPr>
          <p:cNvSpPr txBox="1">
            <a:spLocks/>
          </p:cNvSpPr>
          <p:nvPr/>
        </p:nvSpPr>
        <p:spPr>
          <a:xfrm>
            <a:off x="6286081" y="1690688"/>
            <a:ext cx="55927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insert(T item)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en-US" dirty="0"/>
              <a:t> to the queue (error if full)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/>
              <a:t> must be a type that can be compared like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 lvl="1"/>
            <a:r>
              <a:rPr lang="en-US" dirty="0"/>
              <a:t>O(?) worst case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 min() </a:t>
            </a:r>
          </a:p>
          <a:p>
            <a:pPr lvl="1"/>
            <a:r>
              <a:rPr lang="en-US" dirty="0"/>
              <a:t>Returns a copy of the smallest element (error if empty)</a:t>
            </a:r>
          </a:p>
          <a:p>
            <a:pPr lvl="1"/>
            <a:r>
              <a:rPr lang="en-US" dirty="0"/>
              <a:t>O(?) worst case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removeMin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Removes the smallest element (error if empty)</a:t>
            </a:r>
          </a:p>
          <a:p>
            <a:pPr lvl="1"/>
            <a:r>
              <a:rPr lang="en-US" dirty="0"/>
              <a:t>O(?) worst case</a:t>
            </a:r>
          </a:p>
        </p:txBody>
      </p:sp>
    </p:spTree>
    <p:extLst>
      <p:ext uri="{BB962C8B-B14F-4D97-AF65-F5344CB8AC3E}">
        <p14:creationId xmlns:p14="http://schemas.microsoft.com/office/powerpoint/2010/main" val="408727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EC37-5A64-D00B-95C3-C1D5B509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a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47A0-DFDF-7BDC-A8D7-BB20619AD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Algorithm </a:t>
            </a:r>
            <a:r>
              <a:rPr lang="en-CA" dirty="0" err="1"/>
              <a:t>PriorityQueueSort</a:t>
            </a:r>
            <a:r>
              <a:rPr lang="en-CA" dirty="0"/>
              <a:t>(</a:t>
            </a:r>
            <a:r>
              <a:rPr lang="en-CA" i="1" dirty="0"/>
              <a:t>L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PQ = </a:t>
            </a:r>
            <a:r>
              <a:rPr lang="en-CA" dirty="0" err="1"/>
              <a:t>makeEmptyPriorityQueue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b="1" dirty="0"/>
              <a:t>for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 // </a:t>
            </a:r>
            <a:r>
              <a:rPr lang="en-CA" dirty="0"/>
              <a:t>add all items to queue</a:t>
            </a:r>
          </a:p>
          <a:p>
            <a:pPr marL="457200" lvl="1" indent="0">
              <a:buNone/>
            </a:pPr>
            <a:r>
              <a:rPr lang="en-CA" dirty="0" err="1"/>
              <a:t>PQ.insert</a:t>
            </a:r>
            <a:r>
              <a:rPr lang="en-CA" dirty="0"/>
              <a:t>(L[</a:t>
            </a:r>
            <a:r>
              <a:rPr lang="en-CA" dirty="0" err="1"/>
              <a:t>i</a:t>
            </a:r>
            <a:r>
              <a:rPr lang="en-CA" dirty="0"/>
              <a:t>])</a:t>
            </a:r>
          </a:p>
          <a:p>
            <a:pPr marL="0" indent="0">
              <a:buNone/>
            </a:pPr>
            <a:r>
              <a:rPr lang="en-CA" b="1" dirty="0"/>
              <a:t>end</a:t>
            </a:r>
          </a:p>
          <a:p>
            <a:pPr marL="0" indent="0">
              <a:buNone/>
            </a:pPr>
            <a:r>
              <a:rPr lang="en-CA" b="1" dirty="0"/>
              <a:t>for</a:t>
            </a:r>
            <a:r>
              <a:rPr lang="en-CA" dirty="0"/>
              <a:t>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//</a:t>
            </a:r>
            <a:r>
              <a:rPr lang="en-CA" dirty="0"/>
              <a:t> read all items back into L</a:t>
            </a:r>
          </a:p>
          <a:p>
            <a:pPr marL="457200" lvl="1" indent="0">
              <a:buNone/>
            </a:pPr>
            <a:r>
              <a:rPr lang="en-CA" dirty="0"/>
              <a:t>L[</a:t>
            </a:r>
            <a:r>
              <a:rPr lang="en-CA" dirty="0" err="1"/>
              <a:t>i</a:t>
            </a:r>
            <a:r>
              <a:rPr lang="en-CA" dirty="0"/>
              <a:t>] = </a:t>
            </a:r>
            <a:r>
              <a:rPr lang="en-CA" dirty="0" err="1"/>
              <a:t>PQ.min</a:t>
            </a:r>
            <a:r>
              <a:rPr lang="en-CA" dirty="0"/>
              <a:t>()</a:t>
            </a:r>
          </a:p>
          <a:p>
            <a:pPr marL="457200" lvl="1" indent="0">
              <a:buNone/>
            </a:pPr>
            <a:r>
              <a:rPr lang="en-CA" dirty="0" err="1"/>
              <a:t>PQ.remove_min</a:t>
            </a:r>
            <a:r>
              <a:rPr lang="en-CA" dirty="0"/>
              <a:t>()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3B939-5ABA-C576-211E-EF0E6A531707}"/>
              </a:ext>
            </a:extLst>
          </p:cNvPr>
          <p:cNvSpPr txBox="1"/>
          <p:nvPr/>
        </p:nvSpPr>
        <p:spPr>
          <a:xfrm>
            <a:off x="6481188" y="5084720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Algorithm performance</a:t>
            </a:r>
            <a:endParaRPr lang="en-US" dirty="0"/>
          </a:p>
          <a:p>
            <a:pPr algn="ctr"/>
            <a:r>
              <a:rPr lang="en-US" dirty="0"/>
              <a:t>N * (cost of insert) + N * (cost of min/remove)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F7C65-399E-55B0-FB62-F78F6AC25DA9}"/>
              </a:ext>
            </a:extLst>
          </p:cNvPr>
          <p:cNvSpPr txBox="1"/>
          <p:nvPr/>
        </p:nvSpPr>
        <p:spPr>
          <a:xfrm>
            <a:off x="6481188" y="5853797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Depending how we implement PQ, we can get different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0182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E111-8166-479A-9556-4508CEF6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with an </a:t>
            </a:r>
            <a:r>
              <a:rPr lang="en-US" b="1" dirty="0">
                <a:solidFill>
                  <a:srgbClr val="FF0000"/>
                </a:solidFill>
              </a:rPr>
              <a:t>unsorted</a:t>
            </a:r>
            <a:r>
              <a:rPr lang="en-US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3A5B-F71F-E162-8FF3-D4F70233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insert(T item)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en-US" dirty="0"/>
              <a:t> to the queue (error if full)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O(1) worst case</a:t>
            </a:r>
            <a:r>
              <a:rPr lang="en-US" dirty="0"/>
              <a:t>: append to the end of the list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 min() </a:t>
            </a:r>
          </a:p>
          <a:p>
            <a:pPr lvl="1"/>
            <a:r>
              <a:rPr lang="en-US" dirty="0"/>
              <a:t>Returns a copy of the smallest element (error if empty)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O(n) worst case</a:t>
            </a:r>
            <a:r>
              <a:rPr lang="en-US" dirty="0"/>
              <a:t>: must search the list for min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removeMin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Removes the smallest element (error if empty)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O(n) worst case</a:t>
            </a:r>
            <a:r>
              <a:rPr lang="en-US" dirty="0"/>
              <a:t>: must search the list for min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1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5DAE-7AD9-CD5D-106C-D906E5E1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45AA-0DEA-96B2-27B8-312425BB8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a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0606A-20E5-464D-7717-E5906E049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Algorithm </a:t>
            </a:r>
            <a:r>
              <a:rPr lang="en-CA" dirty="0" err="1"/>
              <a:t>PriorityQueueSort</a:t>
            </a:r>
            <a:r>
              <a:rPr lang="en-CA" dirty="0"/>
              <a:t>(</a:t>
            </a:r>
            <a:r>
              <a:rPr lang="en-CA" i="1" dirty="0"/>
              <a:t>L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PQ = </a:t>
            </a:r>
            <a:r>
              <a:rPr lang="en-CA" dirty="0" err="1"/>
              <a:t>makeEmptyPriorityQueue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b="1" dirty="0"/>
              <a:t>for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 // </a:t>
            </a:r>
            <a:r>
              <a:rPr lang="en-CA" dirty="0"/>
              <a:t>add all items to queue</a:t>
            </a:r>
          </a:p>
          <a:p>
            <a:pPr marL="457200" lvl="1" indent="0">
              <a:buNone/>
            </a:pPr>
            <a:r>
              <a:rPr lang="en-CA" dirty="0" err="1"/>
              <a:t>PQ.insert</a:t>
            </a:r>
            <a:r>
              <a:rPr lang="en-CA" dirty="0"/>
              <a:t>(L[</a:t>
            </a:r>
            <a:r>
              <a:rPr lang="en-CA" dirty="0" err="1"/>
              <a:t>i</a:t>
            </a:r>
            <a:r>
              <a:rPr lang="en-CA" dirty="0"/>
              <a:t>])</a:t>
            </a:r>
          </a:p>
          <a:p>
            <a:pPr marL="0" indent="0">
              <a:buNone/>
            </a:pPr>
            <a:r>
              <a:rPr lang="en-CA" b="1" dirty="0"/>
              <a:t>end</a:t>
            </a:r>
          </a:p>
          <a:p>
            <a:pPr marL="0" indent="0">
              <a:buNone/>
            </a:pPr>
            <a:r>
              <a:rPr lang="en-CA" b="1" dirty="0"/>
              <a:t>for</a:t>
            </a:r>
            <a:r>
              <a:rPr lang="en-CA" dirty="0"/>
              <a:t>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//</a:t>
            </a:r>
            <a:r>
              <a:rPr lang="en-CA" dirty="0"/>
              <a:t> read all items back into L</a:t>
            </a:r>
          </a:p>
          <a:p>
            <a:pPr marL="457200" lvl="1" indent="0">
              <a:buNone/>
            </a:pPr>
            <a:r>
              <a:rPr lang="en-CA" dirty="0"/>
              <a:t>L[</a:t>
            </a:r>
            <a:r>
              <a:rPr lang="en-CA" dirty="0" err="1"/>
              <a:t>i</a:t>
            </a:r>
            <a:r>
              <a:rPr lang="en-CA" dirty="0"/>
              <a:t>] = </a:t>
            </a:r>
            <a:r>
              <a:rPr lang="en-CA" dirty="0" err="1"/>
              <a:t>PQ.min</a:t>
            </a:r>
            <a:r>
              <a:rPr lang="en-CA" dirty="0"/>
              <a:t>()</a:t>
            </a:r>
          </a:p>
          <a:p>
            <a:pPr marL="457200" lvl="1" indent="0">
              <a:buNone/>
            </a:pPr>
            <a:r>
              <a:rPr lang="en-CA" dirty="0" err="1"/>
              <a:t>PQ.remove_min</a:t>
            </a:r>
            <a:r>
              <a:rPr lang="en-CA" dirty="0"/>
              <a:t>()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389E6-9B37-6977-831E-B16D58DB5160}"/>
              </a:ext>
            </a:extLst>
          </p:cNvPr>
          <p:cNvSpPr txBox="1"/>
          <p:nvPr/>
        </p:nvSpPr>
        <p:spPr>
          <a:xfrm>
            <a:off x="7496071" y="340235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Algorithm performance</a:t>
            </a:r>
            <a:endParaRPr lang="en-US" dirty="0"/>
          </a:p>
          <a:p>
            <a:pPr algn="ctr"/>
            <a:r>
              <a:rPr lang="en-US" dirty="0"/>
              <a:t>N * (cost of insert) + N * (cost of min/remove)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61F5D-F739-9717-6876-F8391DDEA469}"/>
                  </a:ext>
                </a:extLst>
              </p:cNvPr>
              <p:cNvSpPr txBox="1"/>
              <p:nvPr/>
            </p:nvSpPr>
            <p:spPr>
              <a:xfrm>
                <a:off x="3456634" y="3331660"/>
                <a:ext cx="3004456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Unsorted list</a:t>
                </a:r>
                <a:r>
                  <a:rPr lang="en-US" dirty="0"/>
                  <a:t>: insert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61F5D-F739-9717-6876-F8391DDEA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634" y="3331660"/>
                <a:ext cx="3004456" cy="369332"/>
              </a:xfrm>
              <a:prstGeom prst="rect">
                <a:avLst/>
              </a:prstGeom>
              <a:blipFill>
                <a:blip r:embed="rId2"/>
                <a:stretch>
                  <a:fillRect l="-126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7A10B0-5A4A-42BD-448C-03130C0CFDA4}"/>
                  </a:ext>
                </a:extLst>
              </p:cNvPr>
              <p:cNvSpPr txBox="1"/>
              <p:nvPr/>
            </p:nvSpPr>
            <p:spPr>
              <a:xfrm>
                <a:off x="3930581" y="4837695"/>
                <a:ext cx="3004456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Unsorted list</a:t>
                </a:r>
                <a:r>
                  <a:rPr lang="en-US" dirty="0"/>
                  <a:t>: min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7A10B0-5A4A-42BD-448C-03130C0CF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81" y="4837695"/>
                <a:ext cx="3004456" cy="369332"/>
              </a:xfrm>
              <a:prstGeom prst="rect">
                <a:avLst/>
              </a:prstGeom>
              <a:blipFill>
                <a:blip r:embed="rId3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7C037B-EFAE-83D5-F072-799B6B3EEFCC}"/>
                  </a:ext>
                </a:extLst>
              </p:cNvPr>
              <p:cNvSpPr txBox="1"/>
              <p:nvPr/>
            </p:nvSpPr>
            <p:spPr>
              <a:xfrm>
                <a:off x="8496300" y="1352129"/>
                <a:ext cx="2601686" cy="9469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Algorithm performance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CA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7C037B-EFAE-83D5-F072-799B6B3EE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1352129"/>
                <a:ext cx="2601686" cy="946991"/>
              </a:xfrm>
              <a:prstGeom prst="rect">
                <a:avLst/>
              </a:prstGeom>
              <a:blipFill>
                <a:blip r:embed="rId4"/>
                <a:stretch>
                  <a:fillRect l="-1942" t="-2667" r="-1456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C9BA23A-5CDE-6051-F27F-C57B69516A47}"/>
              </a:ext>
            </a:extLst>
          </p:cNvPr>
          <p:cNvSpPr txBox="1"/>
          <p:nvPr/>
        </p:nvSpPr>
        <p:spPr>
          <a:xfrm>
            <a:off x="8330084" y="5189442"/>
            <a:ext cx="34985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essentially </a:t>
            </a:r>
            <a:r>
              <a:rPr lang="en-US" b="1" dirty="0"/>
              <a:t>selection sort</a:t>
            </a:r>
            <a:r>
              <a:rPr lang="en-US" dirty="0"/>
              <a:t>! </a:t>
            </a:r>
            <a:br>
              <a:rPr lang="en-US" dirty="0"/>
            </a:br>
            <a:r>
              <a:rPr lang="en-US" dirty="0"/>
              <a:t>Repeatedly </a:t>
            </a:r>
            <a:r>
              <a:rPr lang="en-US" dirty="0" err="1"/>
              <a:t>rremove</a:t>
            </a:r>
            <a:r>
              <a:rPr lang="en-US" dirty="0"/>
              <a:t> min from an unsorted lists of items.</a:t>
            </a:r>
          </a:p>
        </p:txBody>
      </p:sp>
    </p:spTree>
    <p:extLst>
      <p:ext uri="{BB962C8B-B14F-4D97-AF65-F5344CB8AC3E}">
        <p14:creationId xmlns:p14="http://schemas.microsoft.com/office/powerpoint/2010/main" val="368084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1A3D-8F1A-D9B4-3646-C3B2A6C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B051-B58D-C4C7-03D0-2526E7F0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with a </a:t>
            </a:r>
            <a:r>
              <a:rPr lang="en-US" b="1" dirty="0">
                <a:solidFill>
                  <a:srgbClr val="FF0000"/>
                </a:solidFill>
              </a:rPr>
              <a:t>sorted</a:t>
            </a:r>
            <a:r>
              <a:rPr lang="en-US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1074F-86A2-8DE7-1C26-226F751A3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insert(T item)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en-US" dirty="0"/>
              <a:t> to the queue (error if full)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O(n) worst case</a:t>
            </a:r>
            <a:r>
              <a:rPr lang="en-US" dirty="0"/>
              <a:t>: find insertion point and move elements to make space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 min() </a:t>
            </a:r>
          </a:p>
          <a:p>
            <a:pPr lvl="1"/>
            <a:r>
              <a:rPr lang="en-US" dirty="0"/>
              <a:t>Returns a copy of the smallest element (error if empty)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O(1) worst case</a:t>
            </a:r>
            <a:r>
              <a:rPr lang="en-US" dirty="0"/>
              <a:t>: return first element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removeMin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Removes the smallest element (error if empty)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O(1) worst case</a:t>
            </a:r>
            <a:r>
              <a:rPr lang="en-US" dirty="0"/>
              <a:t>: return first element</a:t>
            </a:r>
          </a:p>
        </p:txBody>
      </p:sp>
    </p:spTree>
    <p:extLst>
      <p:ext uri="{BB962C8B-B14F-4D97-AF65-F5344CB8AC3E}">
        <p14:creationId xmlns:p14="http://schemas.microsoft.com/office/powerpoint/2010/main" val="186272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EA5AB-DC93-EFA4-D6BD-D56D0BFA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CA6E-5737-2936-4B28-5CF26372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a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9423-CC0C-85F3-9738-8D3E35367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Algorithm </a:t>
            </a:r>
            <a:r>
              <a:rPr lang="en-CA" dirty="0" err="1"/>
              <a:t>PriorityQueueSort</a:t>
            </a:r>
            <a:r>
              <a:rPr lang="en-CA" dirty="0"/>
              <a:t>(</a:t>
            </a:r>
            <a:r>
              <a:rPr lang="en-CA" i="1" dirty="0"/>
              <a:t>L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PQ = </a:t>
            </a:r>
            <a:r>
              <a:rPr lang="en-CA" dirty="0" err="1"/>
              <a:t>makeEmptyPriorityQueue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b="1" dirty="0"/>
              <a:t>for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 // </a:t>
            </a:r>
            <a:r>
              <a:rPr lang="en-CA" dirty="0"/>
              <a:t>add all items to queue</a:t>
            </a:r>
          </a:p>
          <a:p>
            <a:pPr marL="457200" lvl="1" indent="0">
              <a:buNone/>
            </a:pPr>
            <a:r>
              <a:rPr lang="en-CA" dirty="0" err="1"/>
              <a:t>PQ.insert</a:t>
            </a:r>
            <a:r>
              <a:rPr lang="en-CA" dirty="0"/>
              <a:t>(L[</a:t>
            </a:r>
            <a:r>
              <a:rPr lang="en-CA" dirty="0" err="1"/>
              <a:t>i</a:t>
            </a:r>
            <a:r>
              <a:rPr lang="en-CA" dirty="0"/>
              <a:t>])</a:t>
            </a:r>
          </a:p>
          <a:p>
            <a:pPr marL="0" indent="0">
              <a:buNone/>
            </a:pPr>
            <a:r>
              <a:rPr lang="en-CA" b="1" dirty="0"/>
              <a:t>end</a:t>
            </a:r>
          </a:p>
          <a:p>
            <a:pPr marL="0" indent="0">
              <a:buNone/>
            </a:pPr>
            <a:r>
              <a:rPr lang="en-CA" b="1" dirty="0"/>
              <a:t>for</a:t>
            </a:r>
            <a:r>
              <a:rPr lang="en-CA" dirty="0"/>
              <a:t>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//</a:t>
            </a:r>
            <a:r>
              <a:rPr lang="en-CA" dirty="0"/>
              <a:t> read all items back into L</a:t>
            </a:r>
          </a:p>
          <a:p>
            <a:pPr marL="457200" lvl="1" indent="0">
              <a:buNone/>
            </a:pPr>
            <a:r>
              <a:rPr lang="en-CA" dirty="0"/>
              <a:t>L[</a:t>
            </a:r>
            <a:r>
              <a:rPr lang="en-CA" dirty="0" err="1"/>
              <a:t>i</a:t>
            </a:r>
            <a:r>
              <a:rPr lang="en-CA" dirty="0"/>
              <a:t>] = </a:t>
            </a:r>
            <a:r>
              <a:rPr lang="en-CA" dirty="0" err="1"/>
              <a:t>PQ.min</a:t>
            </a:r>
            <a:r>
              <a:rPr lang="en-CA" dirty="0"/>
              <a:t>()</a:t>
            </a:r>
          </a:p>
          <a:p>
            <a:pPr marL="457200" lvl="1" indent="0">
              <a:buNone/>
            </a:pPr>
            <a:r>
              <a:rPr lang="en-CA" dirty="0" err="1"/>
              <a:t>PQ.remove_min</a:t>
            </a:r>
            <a:r>
              <a:rPr lang="en-CA" dirty="0"/>
              <a:t>()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1FD3C-C659-17F4-006E-BA66A6730835}"/>
              </a:ext>
            </a:extLst>
          </p:cNvPr>
          <p:cNvSpPr txBox="1"/>
          <p:nvPr/>
        </p:nvSpPr>
        <p:spPr>
          <a:xfrm>
            <a:off x="7496071" y="340235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Algorithm performance</a:t>
            </a:r>
            <a:endParaRPr lang="en-US" dirty="0"/>
          </a:p>
          <a:p>
            <a:pPr algn="ctr"/>
            <a:r>
              <a:rPr lang="en-US" dirty="0"/>
              <a:t>N * (cost of insert) + N * (cost of min/remove)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3F8C14-0CF0-73D5-569F-57B355D03282}"/>
                  </a:ext>
                </a:extLst>
              </p:cNvPr>
              <p:cNvSpPr txBox="1"/>
              <p:nvPr/>
            </p:nvSpPr>
            <p:spPr>
              <a:xfrm>
                <a:off x="3456634" y="3331660"/>
                <a:ext cx="2723102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Sorted list</a:t>
                </a:r>
                <a:r>
                  <a:rPr lang="en-US" dirty="0"/>
                  <a:t>: insert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3F8C14-0CF0-73D5-569F-57B355D03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634" y="3331660"/>
                <a:ext cx="2723102" cy="369332"/>
              </a:xfrm>
              <a:prstGeom prst="rect">
                <a:avLst/>
              </a:prstGeom>
              <a:blipFill>
                <a:blip r:embed="rId2"/>
                <a:stretch>
                  <a:fillRect l="-1860" t="-6667" r="-4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A97B8-4C75-CEC2-0FA6-31D765E0461E}"/>
                  </a:ext>
                </a:extLst>
              </p:cNvPr>
              <p:cNvSpPr txBox="1"/>
              <p:nvPr/>
            </p:nvSpPr>
            <p:spPr>
              <a:xfrm>
                <a:off x="3930581" y="4837695"/>
                <a:ext cx="2560654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Sorted list</a:t>
                </a:r>
                <a:r>
                  <a:rPr lang="en-US" dirty="0"/>
                  <a:t>: min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A97B8-4C75-CEC2-0FA6-31D765E0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81" y="4837695"/>
                <a:ext cx="2560654" cy="369332"/>
              </a:xfrm>
              <a:prstGeom prst="rect">
                <a:avLst/>
              </a:prstGeom>
              <a:blipFill>
                <a:blip r:embed="rId3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0837A9-FF13-FE26-BB7E-E52A61FB8E3C}"/>
                  </a:ext>
                </a:extLst>
              </p:cNvPr>
              <p:cNvSpPr txBox="1"/>
              <p:nvPr/>
            </p:nvSpPr>
            <p:spPr>
              <a:xfrm>
                <a:off x="8496300" y="1352129"/>
                <a:ext cx="2601686" cy="9469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Algorithm performance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CA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0837A9-FF13-FE26-BB7E-E52A61FB8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1352129"/>
                <a:ext cx="2601686" cy="946991"/>
              </a:xfrm>
              <a:prstGeom prst="rect">
                <a:avLst/>
              </a:prstGeom>
              <a:blipFill>
                <a:blip r:embed="rId4"/>
                <a:stretch>
                  <a:fillRect l="-1942" t="-2667" r="-1456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AEF6121-C8A7-F76C-B939-FF079D472AF1}"/>
              </a:ext>
            </a:extLst>
          </p:cNvPr>
          <p:cNvSpPr txBox="1"/>
          <p:nvPr/>
        </p:nvSpPr>
        <p:spPr>
          <a:xfrm>
            <a:off x="8289890" y="5189442"/>
            <a:ext cx="35386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essentially </a:t>
            </a:r>
            <a:r>
              <a:rPr lang="en-US" b="1" dirty="0"/>
              <a:t>insertion sort</a:t>
            </a:r>
            <a:r>
              <a:rPr lang="en-US" dirty="0"/>
              <a:t>! </a:t>
            </a:r>
            <a:br>
              <a:rPr lang="en-US" dirty="0"/>
            </a:br>
            <a:r>
              <a:rPr lang="en-US" dirty="0"/>
              <a:t>Insert each item into its properly sorted position (then copy it back into the the original list L).</a:t>
            </a:r>
          </a:p>
        </p:txBody>
      </p:sp>
    </p:spTree>
    <p:extLst>
      <p:ext uri="{BB962C8B-B14F-4D97-AF65-F5344CB8AC3E}">
        <p14:creationId xmlns:p14="http://schemas.microsoft.com/office/powerpoint/2010/main" val="293426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0EDF-4E87-6A6C-EB9C-AA301576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9DDE-6A84-BBDC-E24A-A370B00A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a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DF517-B268-E90F-3DE6-40E1ABBC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Algorithm </a:t>
            </a:r>
            <a:r>
              <a:rPr lang="en-CA" dirty="0" err="1"/>
              <a:t>PriorityQueueSort</a:t>
            </a:r>
            <a:r>
              <a:rPr lang="en-CA" dirty="0"/>
              <a:t>(</a:t>
            </a:r>
            <a:r>
              <a:rPr lang="en-CA" i="1" dirty="0"/>
              <a:t>L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PQ = </a:t>
            </a:r>
            <a:r>
              <a:rPr lang="en-CA" dirty="0" err="1"/>
              <a:t>makeEmptyPriorityQueue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b="1" dirty="0"/>
              <a:t>for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 // </a:t>
            </a:r>
            <a:r>
              <a:rPr lang="en-CA" dirty="0"/>
              <a:t>add all items to queue</a:t>
            </a:r>
          </a:p>
          <a:p>
            <a:pPr marL="457200" lvl="1" indent="0">
              <a:buNone/>
            </a:pPr>
            <a:r>
              <a:rPr lang="en-CA" dirty="0" err="1"/>
              <a:t>PQ.insert</a:t>
            </a:r>
            <a:r>
              <a:rPr lang="en-CA" dirty="0"/>
              <a:t>(L[</a:t>
            </a:r>
            <a:r>
              <a:rPr lang="en-CA" dirty="0" err="1"/>
              <a:t>i</a:t>
            </a:r>
            <a:r>
              <a:rPr lang="en-CA" dirty="0"/>
              <a:t>])</a:t>
            </a:r>
          </a:p>
          <a:p>
            <a:pPr marL="0" indent="0">
              <a:buNone/>
            </a:pPr>
            <a:r>
              <a:rPr lang="en-CA" b="1" dirty="0"/>
              <a:t>end</a:t>
            </a:r>
          </a:p>
          <a:p>
            <a:pPr marL="0" indent="0">
              <a:buNone/>
            </a:pPr>
            <a:r>
              <a:rPr lang="en-CA" b="1" dirty="0"/>
              <a:t>for</a:t>
            </a:r>
            <a:r>
              <a:rPr lang="en-CA" dirty="0"/>
              <a:t>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//</a:t>
            </a:r>
            <a:r>
              <a:rPr lang="en-CA" dirty="0"/>
              <a:t> read all items back into L</a:t>
            </a:r>
          </a:p>
          <a:p>
            <a:pPr marL="457200" lvl="1" indent="0">
              <a:buNone/>
            </a:pPr>
            <a:r>
              <a:rPr lang="en-CA" dirty="0"/>
              <a:t>L[</a:t>
            </a:r>
            <a:r>
              <a:rPr lang="en-CA" dirty="0" err="1"/>
              <a:t>i</a:t>
            </a:r>
            <a:r>
              <a:rPr lang="en-CA" dirty="0"/>
              <a:t>] = </a:t>
            </a:r>
            <a:r>
              <a:rPr lang="en-CA" dirty="0" err="1"/>
              <a:t>PQ.min</a:t>
            </a:r>
            <a:r>
              <a:rPr lang="en-CA" dirty="0"/>
              <a:t>()</a:t>
            </a:r>
          </a:p>
          <a:p>
            <a:pPr marL="457200" lvl="1" indent="0">
              <a:buNone/>
            </a:pPr>
            <a:r>
              <a:rPr lang="en-CA" dirty="0" err="1"/>
              <a:t>PQ.remove_min</a:t>
            </a:r>
            <a:r>
              <a:rPr lang="en-CA" dirty="0"/>
              <a:t>()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D2489-480C-50CA-D2ED-519BE0FE1350}"/>
              </a:ext>
            </a:extLst>
          </p:cNvPr>
          <p:cNvSpPr txBox="1"/>
          <p:nvPr/>
        </p:nvSpPr>
        <p:spPr>
          <a:xfrm>
            <a:off x="7496071" y="340235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Algorithm performance</a:t>
            </a:r>
            <a:endParaRPr lang="en-US" dirty="0"/>
          </a:p>
          <a:p>
            <a:pPr algn="ctr"/>
            <a:r>
              <a:rPr lang="en-US" dirty="0"/>
              <a:t>N * (cost of insert) + N * (cost of min/remove)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0FDC2-FE01-7185-DBBC-166E1021DDE0}"/>
                  </a:ext>
                </a:extLst>
              </p:cNvPr>
              <p:cNvSpPr txBox="1"/>
              <p:nvPr/>
            </p:nvSpPr>
            <p:spPr>
              <a:xfrm>
                <a:off x="8559521" y="1240440"/>
                <a:ext cx="3538694" cy="14773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If we can both insert and remove from a priority queue better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we can get a sorting algorithm with worst case better than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CA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0FDC2-FE01-7185-DBBC-166E1021D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521" y="1240440"/>
                <a:ext cx="3538694" cy="1477328"/>
              </a:xfrm>
              <a:prstGeom prst="rect">
                <a:avLst/>
              </a:prstGeom>
              <a:blipFill>
                <a:blip r:embed="rId2"/>
                <a:stretch>
                  <a:fillRect t="-1695" r="-357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359F8C3-C576-C329-4D4B-684CDC719DF5}"/>
              </a:ext>
            </a:extLst>
          </p:cNvPr>
          <p:cNvSpPr txBox="1"/>
          <p:nvPr/>
        </p:nvSpPr>
        <p:spPr>
          <a:xfrm>
            <a:off x="8559521" y="2898615"/>
            <a:ext cx="35386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There is a clever solution: </a:t>
            </a:r>
            <a:r>
              <a:rPr lang="en-CA" b="1" dirty="0"/>
              <a:t>heaps</a:t>
            </a:r>
            <a:r>
              <a:rPr lang="en-CA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1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EB0D-F899-E0BB-E6CC-A0EA85C7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C5E23-CA80-930D-FAFC-C1BE093D2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heap</a:t>
            </a:r>
            <a:r>
              <a:rPr lang="en-US" dirty="0"/>
              <a:t> is clever implementation of a priority queue that allows for both fast insertion and removal</a:t>
            </a:r>
          </a:p>
          <a:p>
            <a:r>
              <a:rPr lang="en-US" dirty="0"/>
              <a:t>It can be (relatively!) easily implemented as an array</a:t>
            </a:r>
          </a:p>
          <a:p>
            <a:r>
              <a:rPr lang="en-US" dirty="0"/>
              <a:t>But it is easier to think about heaps in terms of trees</a:t>
            </a:r>
          </a:p>
        </p:txBody>
      </p:sp>
    </p:spTree>
    <p:extLst>
      <p:ext uri="{BB962C8B-B14F-4D97-AF65-F5344CB8AC3E}">
        <p14:creationId xmlns:p14="http://schemas.microsoft.com/office/powerpoint/2010/main" val="412532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C04C-5C03-058B-FE6D-42F8642C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 (for a min heap)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6264B-C537-7A8A-684E-A6AB27CA3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788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heap</a:t>
            </a:r>
            <a:r>
              <a:rPr lang="en-US" dirty="0"/>
              <a:t> is a binary tree that is both complete and satisfies the heap order property.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C196D-72C5-9ADB-148B-921129F1865B}"/>
              </a:ext>
            </a:extLst>
          </p:cNvPr>
          <p:cNvSpPr txBox="1"/>
          <p:nvPr/>
        </p:nvSpPr>
        <p:spPr>
          <a:xfrm>
            <a:off x="1025770" y="3004458"/>
            <a:ext cx="4019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Complete Tree Property</a:t>
            </a:r>
          </a:p>
          <a:p>
            <a:pPr algn="ctr"/>
            <a:r>
              <a:rPr lang="en-CA" sz="2400" dirty="0"/>
              <a:t>A binary tree is complete if every level has the maximum number of nodes, and on the last level the nodes are filled from left to right.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BD1D44B-9AB7-97FB-27FC-53258826DA30}"/>
              </a:ext>
            </a:extLst>
          </p:cNvPr>
          <p:cNvGrpSpPr/>
          <p:nvPr/>
        </p:nvGrpSpPr>
        <p:grpSpPr>
          <a:xfrm>
            <a:off x="7146893" y="2726794"/>
            <a:ext cx="2300930" cy="2253498"/>
            <a:chOff x="7146893" y="2726794"/>
            <a:chExt cx="2300930" cy="225349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3D8A68-F8F0-0ECB-9578-D8FA1A0AA0B3}"/>
                </a:ext>
              </a:extLst>
            </p:cNvPr>
            <p:cNvGrpSpPr/>
            <p:nvPr/>
          </p:nvGrpSpPr>
          <p:grpSpPr>
            <a:xfrm>
              <a:off x="7146893" y="2726794"/>
              <a:ext cx="2300930" cy="2253498"/>
              <a:chOff x="1184757" y="1904199"/>
              <a:chExt cx="1594083" cy="177183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D101D78-F751-B4B6-4BCF-FB4056CAB1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01455" y="1904199"/>
                <a:ext cx="899729" cy="17666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C1D107D-CFEF-77FB-3885-FF06F8F9D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0159" y="1904199"/>
                <a:ext cx="678681" cy="14099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DC81B85-79E6-D50A-3A4C-3251DA0C05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4486" y="3314172"/>
                <a:ext cx="69435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05E910C-5971-9427-E9EF-5150A7E9C6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9187" y="3314172"/>
                <a:ext cx="17529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96E7E6E-9866-B402-CEA4-18980E50AF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84757" y="3676029"/>
                <a:ext cx="72443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171B5AD-5753-CF58-5C98-8161F78B0FA4}"/>
                </a:ext>
              </a:extLst>
            </p:cNvPr>
            <p:cNvCxnSpPr>
              <a:cxnSpLocks/>
            </p:cNvCxnSpPr>
            <p:nvPr/>
          </p:nvCxnSpPr>
          <p:spPr>
            <a:xfrm>
              <a:off x="8106032" y="3334015"/>
              <a:ext cx="69197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22BB64-BA8E-34F8-DD9E-B3688D7439B0}"/>
                </a:ext>
              </a:extLst>
            </p:cNvPr>
            <p:cNvCxnSpPr>
              <a:cxnSpLocks/>
            </p:cNvCxnSpPr>
            <p:nvPr/>
          </p:nvCxnSpPr>
          <p:spPr>
            <a:xfrm>
              <a:off x="7776538" y="3955972"/>
              <a:ext cx="134274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D5B181-FCB7-CE4B-6595-AE9E37F5D63D}"/>
                </a:ext>
              </a:extLst>
            </p:cNvPr>
            <p:cNvCxnSpPr>
              <a:cxnSpLocks/>
            </p:cNvCxnSpPr>
            <p:nvPr/>
          </p:nvCxnSpPr>
          <p:spPr>
            <a:xfrm>
              <a:off x="7447044" y="4520065"/>
              <a:ext cx="998535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665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24F6-B37C-12BB-0F09-8F8E733E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01826" cy="1325563"/>
          </a:xfrm>
        </p:spPr>
        <p:txBody>
          <a:bodyPr/>
          <a:lstStyle/>
          <a:p>
            <a:r>
              <a:rPr lang="en-US" dirty="0"/>
              <a:t>Complete Binary Trees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FE2C65E-DA2C-AB17-BDFE-4537834BB765}"/>
              </a:ext>
            </a:extLst>
          </p:cNvPr>
          <p:cNvGrpSpPr/>
          <p:nvPr/>
        </p:nvGrpSpPr>
        <p:grpSpPr>
          <a:xfrm>
            <a:off x="8430535" y="4228650"/>
            <a:ext cx="3245448" cy="2093358"/>
            <a:chOff x="7676713" y="1622300"/>
            <a:chExt cx="3245448" cy="2093358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14FF615-26F0-49A6-1CDB-DE30F755FF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E732F0E-2924-6B0B-D84E-FA47D61563D5}"/>
                </a:ext>
              </a:extLst>
            </p:cNvPr>
            <p:cNvCxnSpPr>
              <a:stCxn id="39" idx="3"/>
              <a:endCxn id="40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9D8B7AC-DC9D-EB30-B06A-2249ED6C4935}"/>
                </a:ext>
              </a:extLst>
            </p:cNvPr>
            <p:cNvGrpSpPr/>
            <p:nvPr/>
          </p:nvGrpSpPr>
          <p:grpSpPr>
            <a:xfrm>
              <a:off x="7676713" y="2460926"/>
              <a:ext cx="1452731" cy="1254732"/>
              <a:chOff x="7676713" y="2460926"/>
              <a:chExt cx="1452731" cy="1254732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2854015-5C44-182B-3CA5-6A04C01C4A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790A081-6460-96C3-9714-B88BE2E421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7B90933-365C-3E68-7D98-957637D18408}"/>
                  </a:ext>
                </a:extLst>
              </p:cNvPr>
              <p:cNvCxnSpPr>
                <a:cxnSpLocks/>
                <a:stCxn id="40" idx="3"/>
                <a:endCxn id="34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46B5AD6-59AC-9B5F-6888-7D4D0000DF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D0C83A0-BF70-0675-8F2A-F3BC49964DB1}"/>
                  </a:ext>
                </a:extLst>
              </p:cNvPr>
              <p:cNvCxnSpPr>
                <a:cxnSpLocks/>
                <a:stCxn id="40" idx="5"/>
                <a:endCxn id="42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196C09D-B9E8-F2B1-14BB-DA1EEE2FED98}"/>
                </a:ext>
              </a:extLst>
            </p:cNvPr>
            <p:cNvGrpSpPr/>
            <p:nvPr/>
          </p:nvGrpSpPr>
          <p:grpSpPr>
            <a:xfrm>
              <a:off x="9469430" y="2460926"/>
              <a:ext cx="1452731" cy="1254732"/>
              <a:chOff x="9469430" y="2460926"/>
              <a:chExt cx="1452731" cy="1254732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C1643E5-089E-3A87-CDD7-F2F512744F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5405E0E-AFF1-3020-AF1C-715CB97BC8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6943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1947A9F-E700-E177-1305-623CD1217C11}"/>
                  </a:ext>
                </a:extLst>
              </p:cNvPr>
              <p:cNvCxnSpPr>
                <a:cxnSpLocks/>
                <a:stCxn id="47" idx="3"/>
                <a:endCxn id="48" idx="0"/>
              </p:cNvCxnSpPr>
              <p:nvPr/>
            </p:nvCxnSpPr>
            <p:spPr>
              <a:xfrm flipH="1">
                <a:off x="9711677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B09D44F-5DA5-36FB-4475-C700DED8F1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37667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3C6B82E-6E48-41D1-5C24-77077AB75C74}"/>
                  </a:ext>
                </a:extLst>
              </p:cNvPr>
              <p:cNvCxnSpPr>
                <a:cxnSpLocks/>
                <a:stCxn id="47" idx="5"/>
                <a:endCxn id="50" idx="0"/>
              </p:cNvCxnSpPr>
              <p:nvPr/>
            </p:nvCxnSpPr>
            <p:spPr>
              <a:xfrm>
                <a:off x="10367465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C271E6C-2C4F-E6C7-EECB-DF1BAACD1E7A}"/>
                </a:ext>
              </a:extLst>
            </p:cNvPr>
            <p:cNvCxnSpPr>
              <a:cxnSpLocks/>
              <a:stCxn id="39" idx="5"/>
              <a:endCxn id="47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3BCCCF2-0775-7BF4-AA7D-D19BBB81AAD9}"/>
              </a:ext>
            </a:extLst>
          </p:cNvPr>
          <p:cNvGrpSpPr/>
          <p:nvPr/>
        </p:nvGrpSpPr>
        <p:grpSpPr>
          <a:xfrm>
            <a:off x="4615878" y="4228650"/>
            <a:ext cx="2761705" cy="2093358"/>
            <a:chOff x="7676713" y="1622300"/>
            <a:chExt cx="2761705" cy="209335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6CB95AE-CEF9-0243-A697-D949375A60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CBD598F-30FD-5EA9-CAF6-BF6596356B14}"/>
                </a:ext>
              </a:extLst>
            </p:cNvPr>
            <p:cNvCxnSpPr>
              <a:cxnSpLocks/>
              <a:stCxn id="60" idx="3"/>
              <a:endCxn id="70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85ED0C5-A3A7-0B40-FA0A-824BF0178F41}"/>
                </a:ext>
              </a:extLst>
            </p:cNvPr>
            <p:cNvGrpSpPr/>
            <p:nvPr/>
          </p:nvGrpSpPr>
          <p:grpSpPr>
            <a:xfrm>
              <a:off x="7676713" y="2460926"/>
              <a:ext cx="1452731" cy="1254732"/>
              <a:chOff x="7676713" y="2460926"/>
              <a:chExt cx="1452731" cy="12547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DCBA575-324B-CD83-1FDF-1371B6CB25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1110985-A347-483F-7D9D-1A6AB1EBB5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F275775-70C5-B556-04D2-D2F6ECF74177}"/>
                  </a:ext>
                </a:extLst>
              </p:cNvPr>
              <p:cNvCxnSpPr>
                <a:cxnSpLocks/>
                <a:stCxn id="70" idx="3"/>
                <a:endCxn id="71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FF756A3-8BBD-EEB5-F002-D5168FE359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A4FD863-B8D6-67F1-D598-960D18FA3A8D}"/>
                  </a:ext>
                </a:extLst>
              </p:cNvPr>
              <p:cNvCxnSpPr>
                <a:cxnSpLocks/>
                <a:stCxn id="70" idx="5"/>
                <a:endCxn id="73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02045AF-14CA-1E7E-FCF4-9665EB74AC66}"/>
                </a:ext>
              </a:extLst>
            </p:cNvPr>
            <p:cNvGrpSpPr/>
            <p:nvPr/>
          </p:nvGrpSpPr>
          <p:grpSpPr>
            <a:xfrm>
              <a:off x="9469430" y="2460926"/>
              <a:ext cx="968988" cy="1254732"/>
              <a:chOff x="9469430" y="2460926"/>
              <a:chExt cx="968988" cy="1254732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70EB22C-E1A0-DF12-C779-EB117BE8F2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B645C15-AB23-E4D2-873A-EAC9DA118A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6943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2228048-A374-DFD6-501E-99C79A9E1DD0}"/>
                  </a:ext>
                </a:extLst>
              </p:cNvPr>
              <p:cNvCxnSpPr>
                <a:cxnSpLocks/>
                <a:stCxn id="65" idx="3"/>
                <a:endCxn id="66" idx="0"/>
              </p:cNvCxnSpPr>
              <p:nvPr/>
            </p:nvCxnSpPr>
            <p:spPr>
              <a:xfrm flipH="1">
                <a:off x="9711677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EB432B8-B755-2DC1-4B0F-90D2DAAB105C}"/>
                </a:ext>
              </a:extLst>
            </p:cNvPr>
            <p:cNvCxnSpPr>
              <a:cxnSpLocks/>
              <a:stCxn id="60" idx="5"/>
              <a:endCxn id="65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9089BC5-B2FD-6F93-592B-C316D25C872F}"/>
              </a:ext>
            </a:extLst>
          </p:cNvPr>
          <p:cNvGrpSpPr/>
          <p:nvPr/>
        </p:nvGrpSpPr>
        <p:grpSpPr>
          <a:xfrm>
            <a:off x="801222" y="4228650"/>
            <a:ext cx="2761705" cy="2093358"/>
            <a:chOff x="7676713" y="1622300"/>
            <a:chExt cx="2761705" cy="209335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0E3CE5A-4C8E-6CD9-1856-C26B9161F2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78A739A-9A6C-3701-C8C4-84CB8E338F4A}"/>
                </a:ext>
              </a:extLst>
            </p:cNvPr>
            <p:cNvCxnSpPr>
              <a:cxnSpLocks/>
              <a:stCxn id="76" idx="3"/>
              <a:endCxn id="84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2EBC249-13A9-44C9-85E1-A38A5559E815}"/>
                </a:ext>
              </a:extLst>
            </p:cNvPr>
            <p:cNvGrpSpPr/>
            <p:nvPr/>
          </p:nvGrpSpPr>
          <p:grpSpPr>
            <a:xfrm>
              <a:off x="7676713" y="2460926"/>
              <a:ext cx="1452731" cy="1254732"/>
              <a:chOff x="7676713" y="2460926"/>
              <a:chExt cx="1452731" cy="1254732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5CADFE8-2C72-DDDD-170A-B822DEEA48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2BDAB49-4DD9-B6A2-8142-0515D429CD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B37ED96-F1CE-40DB-5D56-6761471C27C2}"/>
                  </a:ext>
                </a:extLst>
              </p:cNvPr>
              <p:cNvCxnSpPr>
                <a:cxnSpLocks/>
                <a:stCxn id="84" idx="3"/>
                <a:endCxn id="85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C6832A1-0DBB-13D2-AAB7-80E92F5681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50DD969-FA90-F7D2-AD1D-4CAD3341212C}"/>
                  </a:ext>
                </a:extLst>
              </p:cNvPr>
              <p:cNvCxnSpPr>
                <a:cxnSpLocks/>
                <a:stCxn id="84" idx="5"/>
                <a:endCxn id="87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27D9426-7CBB-FACC-15F7-357292E063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3924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4FE92D5-2DFC-77FA-AC89-22E60A395DE1}"/>
                </a:ext>
              </a:extLst>
            </p:cNvPr>
            <p:cNvCxnSpPr>
              <a:cxnSpLocks/>
              <a:stCxn id="76" idx="5"/>
              <a:endCxn id="81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62B45D4-7000-DC4C-14EB-B3FBFA349612}"/>
              </a:ext>
            </a:extLst>
          </p:cNvPr>
          <p:cNvGrpSpPr/>
          <p:nvPr/>
        </p:nvGrpSpPr>
        <p:grpSpPr>
          <a:xfrm>
            <a:off x="8672782" y="1582671"/>
            <a:ext cx="2761705" cy="2093358"/>
            <a:chOff x="7676713" y="1622300"/>
            <a:chExt cx="2761705" cy="209335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ABDE28E-B5F5-07BE-C4EB-BC4E7E7D64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0A0D16E-2ECA-C558-5ECE-47D9AB7EB312}"/>
                </a:ext>
              </a:extLst>
            </p:cNvPr>
            <p:cNvCxnSpPr>
              <a:cxnSpLocks/>
              <a:stCxn id="90" idx="3"/>
              <a:endCxn id="95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B13B828-AD96-B16E-94FF-5870D1128545}"/>
                </a:ext>
              </a:extLst>
            </p:cNvPr>
            <p:cNvGrpSpPr/>
            <p:nvPr/>
          </p:nvGrpSpPr>
          <p:grpSpPr>
            <a:xfrm>
              <a:off x="7676713" y="2460926"/>
              <a:ext cx="968988" cy="1254732"/>
              <a:chOff x="7676713" y="2460926"/>
              <a:chExt cx="968988" cy="1254732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C58D208A-2A78-7003-86AD-A8B63C752C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76003BA-28FC-DB41-86DB-9AB8BCFAF9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CDDDD9D-6F04-9474-C6D6-43F76AD63B1F}"/>
                  </a:ext>
                </a:extLst>
              </p:cNvPr>
              <p:cNvCxnSpPr>
                <a:cxnSpLocks/>
                <a:stCxn id="95" idx="3"/>
                <a:endCxn id="96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ABFBCF6-EAA8-F83D-25B5-5247221D60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3924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9F88020-5D44-510E-9F58-587794250E20}"/>
                </a:ext>
              </a:extLst>
            </p:cNvPr>
            <p:cNvCxnSpPr>
              <a:cxnSpLocks/>
              <a:stCxn id="90" idx="5"/>
              <a:endCxn id="93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B00FFEB-4587-E681-2050-EDE21C23F3DA}"/>
              </a:ext>
            </a:extLst>
          </p:cNvPr>
          <p:cNvGrpSpPr/>
          <p:nvPr/>
        </p:nvGrpSpPr>
        <p:grpSpPr>
          <a:xfrm>
            <a:off x="5304375" y="1582671"/>
            <a:ext cx="2277211" cy="1323120"/>
            <a:chOff x="8161207" y="1622300"/>
            <a:chExt cx="2277211" cy="132312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67BA0D2-FCA5-203C-4F6D-092B38675E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EB8414C-90A2-BFF6-63F9-9231B4D6C749}"/>
                </a:ext>
              </a:extLst>
            </p:cNvPr>
            <p:cNvCxnSpPr>
              <a:cxnSpLocks/>
              <a:stCxn id="101" idx="3"/>
              <a:endCxn id="106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754E813-3B27-5305-D8B8-6BF945DB31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1207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B8C8AA0-EE21-BA50-F113-07BE50326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3924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7CC40E2-F785-5356-A8E4-A82ECDBC07E6}"/>
                </a:ext>
              </a:extLst>
            </p:cNvPr>
            <p:cNvCxnSpPr>
              <a:cxnSpLocks/>
              <a:stCxn id="101" idx="5"/>
              <a:endCxn id="104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A082BC4-01E7-2A8E-3728-36150E36BAB6}"/>
              </a:ext>
            </a:extLst>
          </p:cNvPr>
          <p:cNvGrpSpPr/>
          <p:nvPr/>
        </p:nvGrpSpPr>
        <p:grpSpPr>
          <a:xfrm>
            <a:off x="2832701" y="1582671"/>
            <a:ext cx="1380477" cy="1323120"/>
            <a:chOff x="8161207" y="1622300"/>
            <a:chExt cx="1380477" cy="13231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ECDF07E-0FE1-CADA-7EB4-90885E77AD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9756FB4-443C-D350-78B9-B3C6A0322B5A}"/>
                </a:ext>
              </a:extLst>
            </p:cNvPr>
            <p:cNvCxnSpPr>
              <a:cxnSpLocks/>
              <a:stCxn id="110" idx="3"/>
              <a:endCxn id="112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3DFCCEE-4A93-E255-8F49-7292BF7B19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61207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Oval 115">
            <a:extLst>
              <a:ext uri="{FF2B5EF4-FFF2-40B4-BE49-F238E27FC236}">
                <a16:creationId xmlns:a16="http://schemas.microsoft.com/office/drawing/2014/main" id="{60C13267-5032-7861-1324-FEEA5BFCE7A4}"/>
              </a:ext>
            </a:extLst>
          </p:cNvPr>
          <p:cNvSpPr>
            <a:spLocks noChangeAspect="1"/>
          </p:cNvSpPr>
          <p:nvPr/>
        </p:nvSpPr>
        <p:spPr>
          <a:xfrm>
            <a:off x="1257010" y="1582671"/>
            <a:ext cx="484494" cy="4844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C48F95D-0729-0271-9721-E011AD1FE4BA}"/>
              </a:ext>
            </a:extLst>
          </p:cNvPr>
          <p:cNvSpPr txBox="1"/>
          <p:nvPr/>
        </p:nvSpPr>
        <p:spPr>
          <a:xfrm>
            <a:off x="7491521" y="381575"/>
            <a:ext cx="214949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7 complete binary trees.</a:t>
            </a:r>
          </a:p>
        </p:txBody>
      </p:sp>
    </p:spTree>
    <p:extLst>
      <p:ext uri="{BB962C8B-B14F-4D97-AF65-F5344CB8AC3E}">
        <p14:creationId xmlns:p14="http://schemas.microsoft.com/office/powerpoint/2010/main" val="170397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7C4FF-540C-C2CD-E2B9-8BCF6734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2F0B9-6256-B130-DE3E-4560413C3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7954109" cy="1325563"/>
          </a:xfrm>
        </p:spPr>
        <p:txBody>
          <a:bodyPr/>
          <a:lstStyle/>
          <a:p>
            <a:r>
              <a:rPr lang="en-US" dirty="0"/>
              <a:t>Some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Complete Binary Trees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E95790-2221-F3D2-BFC2-C391A3478E5C}"/>
              </a:ext>
            </a:extLst>
          </p:cNvPr>
          <p:cNvGrpSpPr/>
          <p:nvPr/>
        </p:nvGrpSpPr>
        <p:grpSpPr>
          <a:xfrm>
            <a:off x="4658169" y="4208554"/>
            <a:ext cx="1864971" cy="2093358"/>
            <a:chOff x="7676713" y="1622300"/>
            <a:chExt cx="1864971" cy="209335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2680185-6DB6-8378-13D4-EB807FE5B3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F4350EE-6319-3A01-0A03-B9844B80A74C}"/>
                </a:ext>
              </a:extLst>
            </p:cNvPr>
            <p:cNvCxnSpPr>
              <a:cxnSpLocks/>
              <a:stCxn id="60" idx="3"/>
              <a:endCxn id="70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D83094D-42BE-726B-357E-BF35AC2BCFF9}"/>
                </a:ext>
              </a:extLst>
            </p:cNvPr>
            <p:cNvGrpSpPr/>
            <p:nvPr/>
          </p:nvGrpSpPr>
          <p:grpSpPr>
            <a:xfrm>
              <a:off x="7676713" y="2460926"/>
              <a:ext cx="1452731" cy="1254732"/>
              <a:chOff x="7676713" y="2460926"/>
              <a:chExt cx="1452731" cy="12547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CE96D83-9FF1-8CF1-7F41-7CB01CA648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A0146051-8F79-3F66-C202-C097C1E257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D4C7457-D151-606C-D4AB-33ED148C2DAA}"/>
                  </a:ext>
                </a:extLst>
              </p:cNvPr>
              <p:cNvCxnSpPr>
                <a:cxnSpLocks/>
                <a:stCxn id="70" idx="3"/>
                <a:endCxn id="71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84CA743B-FB00-A1EC-39D8-757A3C74D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8C6ACA3-F412-AEA4-9A00-1308C585C8FA}"/>
                  </a:ext>
                </a:extLst>
              </p:cNvPr>
              <p:cNvCxnSpPr>
                <a:cxnSpLocks/>
                <a:stCxn id="70" idx="5"/>
                <a:endCxn id="73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7F66E94-7920-76EB-4425-71D28963174E}"/>
              </a:ext>
            </a:extLst>
          </p:cNvPr>
          <p:cNvGrpSpPr/>
          <p:nvPr/>
        </p:nvGrpSpPr>
        <p:grpSpPr>
          <a:xfrm>
            <a:off x="1772872" y="1660695"/>
            <a:ext cx="2277211" cy="2093358"/>
            <a:chOff x="8161207" y="1622300"/>
            <a:chExt cx="2277211" cy="209335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3C888B-C86A-7964-AF05-AEFF106452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6CA343-8CA0-2B2A-A30F-3B5032C14A0E}"/>
                </a:ext>
              </a:extLst>
            </p:cNvPr>
            <p:cNvCxnSpPr>
              <a:cxnSpLocks/>
              <a:stCxn id="5" idx="3"/>
              <a:endCxn id="10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0063AB7-88D3-5DEA-3D61-7ABE3BAE3FF0}"/>
                </a:ext>
              </a:extLst>
            </p:cNvPr>
            <p:cNvGrpSpPr/>
            <p:nvPr/>
          </p:nvGrpSpPr>
          <p:grpSpPr>
            <a:xfrm>
              <a:off x="8161207" y="2460926"/>
              <a:ext cx="968237" cy="1254732"/>
              <a:chOff x="8161207" y="2460926"/>
              <a:chExt cx="968237" cy="125473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36FF955-0E84-9D3B-2D96-1DD96F4AB5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5520834-B790-4549-2922-965C513B5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8B9BD5D-F226-C928-3A27-4B3EF21BEFB5}"/>
                  </a:ext>
                </a:extLst>
              </p:cNvPr>
              <p:cNvCxnSpPr>
                <a:cxnSpLocks/>
                <a:stCxn id="10" idx="5"/>
                <a:endCxn id="13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51EBF6-6DD0-CB28-FD19-828F65B9BD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53924" y="2460926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4BD90AC-440E-4D62-D5B6-86EC722D13BE}"/>
                </a:ext>
              </a:extLst>
            </p:cNvPr>
            <p:cNvCxnSpPr>
              <a:cxnSpLocks/>
              <a:stCxn id="5" idx="5"/>
              <a:endCxn id="8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AB2690-E080-E31A-3447-D46A4186A610}"/>
              </a:ext>
            </a:extLst>
          </p:cNvPr>
          <p:cNvGrpSpPr/>
          <p:nvPr/>
        </p:nvGrpSpPr>
        <p:grpSpPr>
          <a:xfrm>
            <a:off x="7131226" y="1660695"/>
            <a:ext cx="2760954" cy="2093358"/>
            <a:chOff x="8161207" y="1622300"/>
            <a:chExt cx="2760954" cy="209335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9A7C43-DE1E-598B-B11A-93C8135502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7A979-DDBD-3A23-37FB-BAF6C84A4898}"/>
                </a:ext>
              </a:extLst>
            </p:cNvPr>
            <p:cNvCxnSpPr>
              <a:stCxn id="16" idx="3"/>
              <a:endCxn id="26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EB58AA2-9280-0A32-C795-F80847953EFB}"/>
                </a:ext>
              </a:extLst>
            </p:cNvPr>
            <p:cNvGrpSpPr/>
            <p:nvPr/>
          </p:nvGrpSpPr>
          <p:grpSpPr>
            <a:xfrm>
              <a:off x="8161207" y="2460926"/>
              <a:ext cx="968237" cy="1254732"/>
              <a:chOff x="8161207" y="2460926"/>
              <a:chExt cx="968237" cy="1254732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FD7A504-4207-6E66-C004-F088E83792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07B3607-77FF-A85B-6759-42CD2CB38F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8EC0FF1-F6D9-53B1-BDFD-B6D35C039230}"/>
                  </a:ext>
                </a:extLst>
              </p:cNvPr>
              <p:cNvCxnSpPr>
                <a:cxnSpLocks/>
                <a:stCxn id="26" idx="5"/>
                <a:endCxn id="29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354667-B705-21DC-117B-5F1BA7C3BED4}"/>
                </a:ext>
              </a:extLst>
            </p:cNvPr>
            <p:cNvGrpSpPr/>
            <p:nvPr/>
          </p:nvGrpSpPr>
          <p:grpSpPr>
            <a:xfrm>
              <a:off x="9469430" y="2460926"/>
              <a:ext cx="1452731" cy="1254732"/>
              <a:chOff x="9469430" y="2460926"/>
              <a:chExt cx="1452731" cy="125473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DAA644B-4DD2-3C5D-0B83-EB0D94EE8B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D81EC78-D8B9-94E9-E684-F9CF96C0CB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6943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0707DDB-F799-AFF0-A69F-EFDF781C4EA5}"/>
                  </a:ext>
                </a:extLst>
              </p:cNvPr>
              <p:cNvCxnSpPr>
                <a:cxnSpLocks/>
                <a:stCxn id="21" idx="3"/>
                <a:endCxn id="22" idx="0"/>
              </p:cNvCxnSpPr>
              <p:nvPr/>
            </p:nvCxnSpPr>
            <p:spPr>
              <a:xfrm flipH="1">
                <a:off x="9711677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8C0F881-2333-6AE6-A69B-B47394213A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37667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D94B16E-D7E9-66BC-6D9D-62BD28D21BDF}"/>
                  </a:ext>
                </a:extLst>
              </p:cNvPr>
              <p:cNvCxnSpPr>
                <a:cxnSpLocks/>
                <a:stCxn id="21" idx="5"/>
                <a:endCxn id="24" idx="0"/>
              </p:cNvCxnSpPr>
              <p:nvPr/>
            </p:nvCxnSpPr>
            <p:spPr>
              <a:xfrm>
                <a:off x="10367465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62AD97-9117-84D1-572A-6FAD3F9E7E5E}"/>
                </a:ext>
              </a:extLst>
            </p:cNvPr>
            <p:cNvCxnSpPr>
              <a:cxnSpLocks/>
              <a:stCxn id="16" idx="5"/>
              <a:endCxn id="21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8493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0647-A52D-23A7-004B-010DDF0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4A19-C535-C73E-18F4-CD4F0C96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01826" cy="1325563"/>
          </a:xfrm>
        </p:spPr>
        <p:txBody>
          <a:bodyPr/>
          <a:lstStyle/>
          <a:p>
            <a:r>
              <a:rPr lang="en-US" dirty="0"/>
              <a:t>Complete Binary Trees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27934E2-162B-AF06-9201-949C739BBCA0}"/>
              </a:ext>
            </a:extLst>
          </p:cNvPr>
          <p:cNvGrpSpPr/>
          <p:nvPr/>
        </p:nvGrpSpPr>
        <p:grpSpPr>
          <a:xfrm>
            <a:off x="1018568" y="2480237"/>
            <a:ext cx="2761705" cy="2093358"/>
            <a:chOff x="7676713" y="1622300"/>
            <a:chExt cx="2761705" cy="209335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83CFC15-53B7-EA88-9B2E-971653D417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7190" y="1622300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6352D82-0497-E428-8329-7DE4DEAF0A38}"/>
                </a:ext>
              </a:extLst>
            </p:cNvPr>
            <p:cNvCxnSpPr>
              <a:cxnSpLocks/>
              <a:stCxn id="60" idx="3"/>
              <a:endCxn id="70" idx="0"/>
            </p:cNvCxnSpPr>
            <p:nvPr/>
          </p:nvCxnSpPr>
          <p:spPr>
            <a:xfrm flipH="1">
              <a:off x="8403454" y="2035841"/>
              <a:ext cx="724689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A65733C-4816-0687-DDEA-BF10029D5ADB}"/>
                </a:ext>
              </a:extLst>
            </p:cNvPr>
            <p:cNvGrpSpPr/>
            <p:nvPr/>
          </p:nvGrpSpPr>
          <p:grpSpPr>
            <a:xfrm>
              <a:off x="7676713" y="2460926"/>
              <a:ext cx="1452731" cy="1254732"/>
              <a:chOff x="7676713" y="2460926"/>
              <a:chExt cx="1452731" cy="12547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5B22EA8-27B3-7974-C62E-D9DB6CBB08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549DA17-D0D2-F955-C721-379F151098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6713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3297035-7D2B-6BBC-2686-48B6FB7EDA11}"/>
                  </a:ext>
                </a:extLst>
              </p:cNvPr>
              <p:cNvCxnSpPr>
                <a:cxnSpLocks/>
                <a:stCxn id="70" idx="3"/>
                <a:endCxn id="71" idx="0"/>
              </p:cNvCxnSpPr>
              <p:nvPr/>
            </p:nvCxnSpPr>
            <p:spPr>
              <a:xfrm flipH="1">
                <a:off x="7918960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23D673D-F2A8-839C-FA9A-EB425C610B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495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2B636CE3-7741-5B1E-B148-1FFDA1EC060A}"/>
                  </a:ext>
                </a:extLst>
              </p:cNvPr>
              <p:cNvCxnSpPr>
                <a:cxnSpLocks/>
                <a:stCxn id="70" idx="5"/>
                <a:endCxn id="73" idx="0"/>
              </p:cNvCxnSpPr>
              <p:nvPr/>
            </p:nvCxnSpPr>
            <p:spPr>
              <a:xfrm>
                <a:off x="8574748" y="2874467"/>
                <a:ext cx="312449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3BFB287-E73A-3AE6-4292-630678D1D6B9}"/>
                </a:ext>
              </a:extLst>
            </p:cNvPr>
            <p:cNvGrpSpPr/>
            <p:nvPr/>
          </p:nvGrpSpPr>
          <p:grpSpPr>
            <a:xfrm>
              <a:off x="9469430" y="2460926"/>
              <a:ext cx="968988" cy="1254732"/>
              <a:chOff x="9469430" y="2460926"/>
              <a:chExt cx="968988" cy="1254732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3A3813F-B2A4-7564-3663-5308E63466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6FDAE673-3A48-A78C-6918-C45DF323EE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69430" y="3231164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AD902D7-8340-C885-FE89-254B00C6AD71}"/>
                  </a:ext>
                </a:extLst>
              </p:cNvPr>
              <p:cNvCxnSpPr>
                <a:cxnSpLocks/>
                <a:stCxn id="65" idx="3"/>
                <a:endCxn id="66" idx="0"/>
              </p:cNvCxnSpPr>
              <p:nvPr/>
            </p:nvCxnSpPr>
            <p:spPr>
              <a:xfrm flipH="1">
                <a:off x="9711677" y="2874467"/>
                <a:ext cx="313200" cy="3566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D9E129E-E288-FCE1-2681-06E21F4877AE}"/>
                </a:ext>
              </a:extLst>
            </p:cNvPr>
            <p:cNvCxnSpPr>
              <a:cxnSpLocks/>
              <a:stCxn id="60" idx="5"/>
              <a:endCxn id="65" idx="0"/>
            </p:cNvCxnSpPr>
            <p:nvPr/>
          </p:nvCxnSpPr>
          <p:spPr>
            <a:xfrm>
              <a:off x="9470731" y="2035841"/>
              <a:ext cx="725440" cy="4250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B01848F4-1B67-DF68-1F1A-EC674EC31615}"/>
              </a:ext>
            </a:extLst>
          </p:cNvPr>
          <p:cNvSpPr txBox="1"/>
          <p:nvPr/>
        </p:nvSpPr>
        <p:spPr>
          <a:xfrm>
            <a:off x="7491520" y="381575"/>
            <a:ext cx="27678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Complete binary trees can be stored level-by-level in an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45743-1292-19C1-3D27-0C131249CCDE}"/>
              </a:ext>
            </a:extLst>
          </p:cNvPr>
          <p:cNvSpPr txBox="1"/>
          <p:nvPr/>
        </p:nvSpPr>
        <p:spPr>
          <a:xfrm>
            <a:off x="2487243" y="25268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AFDDA-B5F7-F0A3-670A-ACFE5F352344}"/>
              </a:ext>
            </a:extLst>
          </p:cNvPr>
          <p:cNvSpPr txBox="1"/>
          <p:nvPr/>
        </p:nvSpPr>
        <p:spPr>
          <a:xfrm>
            <a:off x="1589836" y="338513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72872-F230-BF52-6CAC-58A68D2D6049}"/>
              </a:ext>
            </a:extLst>
          </p:cNvPr>
          <p:cNvSpPr txBox="1"/>
          <p:nvPr/>
        </p:nvSpPr>
        <p:spPr>
          <a:xfrm>
            <a:off x="3383226" y="33851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938ED-8946-87FB-5E95-C0905950F7A3}"/>
              </a:ext>
            </a:extLst>
          </p:cNvPr>
          <p:cNvSpPr txBox="1"/>
          <p:nvPr/>
        </p:nvSpPr>
        <p:spPr>
          <a:xfrm>
            <a:off x="1109317" y="414714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35180-1817-3253-0A7D-B72FCFBA57D3}"/>
              </a:ext>
            </a:extLst>
          </p:cNvPr>
          <p:cNvSpPr txBox="1"/>
          <p:nvPr/>
        </p:nvSpPr>
        <p:spPr>
          <a:xfrm>
            <a:off x="2075694" y="414714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94A14-8E84-4A14-C7F7-A56E25185942}"/>
              </a:ext>
            </a:extLst>
          </p:cNvPr>
          <p:cNvSpPr txBox="1"/>
          <p:nvPr/>
        </p:nvSpPr>
        <p:spPr>
          <a:xfrm>
            <a:off x="2910658" y="4137101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375839-47D1-F91F-E3FE-4D427157F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954086"/>
              </p:ext>
            </p:extLst>
          </p:nvPr>
        </p:nvGraphicFramePr>
        <p:xfrm>
          <a:off x="6627084" y="3249850"/>
          <a:ext cx="494862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770">
                  <a:extLst>
                    <a:ext uri="{9D8B030D-6E8A-4147-A177-3AD203B41FA5}">
                      <a16:colId xmlns:a16="http://schemas.microsoft.com/office/drawing/2014/main" val="1307185516"/>
                    </a:ext>
                  </a:extLst>
                </a:gridCol>
                <a:gridCol w="824770">
                  <a:extLst>
                    <a:ext uri="{9D8B030D-6E8A-4147-A177-3AD203B41FA5}">
                      <a16:colId xmlns:a16="http://schemas.microsoft.com/office/drawing/2014/main" val="4177498416"/>
                    </a:ext>
                  </a:extLst>
                </a:gridCol>
                <a:gridCol w="824770">
                  <a:extLst>
                    <a:ext uri="{9D8B030D-6E8A-4147-A177-3AD203B41FA5}">
                      <a16:colId xmlns:a16="http://schemas.microsoft.com/office/drawing/2014/main" val="343559127"/>
                    </a:ext>
                  </a:extLst>
                </a:gridCol>
                <a:gridCol w="824770">
                  <a:extLst>
                    <a:ext uri="{9D8B030D-6E8A-4147-A177-3AD203B41FA5}">
                      <a16:colId xmlns:a16="http://schemas.microsoft.com/office/drawing/2014/main" val="1113645363"/>
                    </a:ext>
                  </a:extLst>
                </a:gridCol>
                <a:gridCol w="824770">
                  <a:extLst>
                    <a:ext uri="{9D8B030D-6E8A-4147-A177-3AD203B41FA5}">
                      <a16:colId xmlns:a16="http://schemas.microsoft.com/office/drawing/2014/main" val="3562576595"/>
                    </a:ext>
                  </a:extLst>
                </a:gridCol>
                <a:gridCol w="824770">
                  <a:extLst>
                    <a:ext uri="{9D8B030D-6E8A-4147-A177-3AD203B41FA5}">
                      <a16:colId xmlns:a16="http://schemas.microsoft.com/office/drawing/2014/main" val="3519575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698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440335"/>
                  </a:ext>
                </a:extLst>
              </a:tr>
            </a:tbl>
          </a:graphicData>
        </a:graphic>
      </p:graphicFrame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3947BFBE-EF18-3851-BF43-24DBE1EC548F}"/>
              </a:ext>
            </a:extLst>
          </p:cNvPr>
          <p:cNvSpPr/>
          <p:nvPr/>
        </p:nvSpPr>
        <p:spPr>
          <a:xfrm>
            <a:off x="4321472" y="3561110"/>
            <a:ext cx="1534048" cy="48449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822304-B1A2-0DEC-7483-D47BB21CD46F}"/>
                  </a:ext>
                </a:extLst>
              </p:cNvPr>
              <p:cNvSpPr txBox="1"/>
              <p:nvPr/>
            </p:nvSpPr>
            <p:spPr>
              <a:xfrm>
                <a:off x="6930013" y="4744416"/>
                <a:ext cx="288886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Root is at index 0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left child of index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right child of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822304-B1A2-0DEC-7483-D47BB21CD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013" y="4744416"/>
                <a:ext cx="2888868" cy="1477328"/>
              </a:xfrm>
              <a:prstGeom prst="rect">
                <a:avLst/>
              </a:prstGeom>
              <a:blipFill>
                <a:blip r:embed="rId2"/>
                <a:stretch>
                  <a:fillRect l="-1747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AD16CCA-C1D7-F119-A035-C10A0FEDBA3C}"/>
              </a:ext>
            </a:extLst>
          </p:cNvPr>
          <p:cNvSpPr txBox="1"/>
          <p:nvPr/>
        </p:nvSpPr>
        <p:spPr>
          <a:xfrm>
            <a:off x="1708445" y="415278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01F69-D362-1CFF-945B-70F76B9740C5}"/>
              </a:ext>
            </a:extLst>
          </p:cNvPr>
          <p:cNvSpPr txBox="1"/>
          <p:nvPr/>
        </p:nvSpPr>
        <p:spPr>
          <a:xfrm>
            <a:off x="1148183" y="3335802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18F7E3-FEDD-CFCC-978E-613B09E75AE6}"/>
              </a:ext>
            </a:extLst>
          </p:cNvPr>
          <p:cNvSpPr txBox="1"/>
          <p:nvPr/>
        </p:nvSpPr>
        <p:spPr>
          <a:xfrm>
            <a:off x="3017419" y="3364151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BF27D-E520-4972-597B-44530D5FBD29}"/>
              </a:ext>
            </a:extLst>
          </p:cNvPr>
          <p:cNvSpPr txBox="1"/>
          <p:nvPr/>
        </p:nvSpPr>
        <p:spPr>
          <a:xfrm>
            <a:off x="724898" y="412914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C66E6E-880E-0B00-0CEB-B9488A8929EB}"/>
              </a:ext>
            </a:extLst>
          </p:cNvPr>
          <p:cNvSpPr txBox="1"/>
          <p:nvPr/>
        </p:nvSpPr>
        <p:spPr>
          <a:xfrm>
            <a:off x="2143682" y="254725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4E5D4-EB17-36C2-B04F-6803DF6AE21A}"/>
              </a:ext>
            </a:extLst>
          </p:cNvPr>
          <p:cNvSpPr txBox="1"/>
          <p:nvPr/>
        </p:nvSpPr>
        <p:spPr>
          <a:xfrm>
            <a:off x="2575339" y="4167713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1566FB-66B1-38D7-DBB1-8BABA0922F47}"/>
              </a:ext>
            </a:extLst>
          </p:cNvPr>
          <p:cNvSpPr txBox="1"/>
          <p:nvPr/>
        </p:nvSpPr>
        <p:spPr>
          <a:xfrm>
            <a:off x="10116306" y="4462424"/>
            <a:ext cx="180260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Textbook starts at index 1 to get slightly simpler formulas.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9E9A79-C013-2C1A-6345-0D2ACE50F980}"/>
              </a:ext>
            </a:extLst>
          </p:cNvPr>
          <p:cNvCxnSpPr>
            <a:stCxn id="20" idx="1"/>
          </p:cNvCxnSpPr>
          <p:nvPr/>
        </p:nvCxnSpPr>
        <p:spPr>
          <a:xfrm flipH="1">
            <a:off x="8721969" y="4831756"/>
            <a:ext cx="1394337" cy="41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E43D9E-3F16-4DBC-3289-876F3C0DD7D4}"/>
              </a:ext>
            </a:extLst>
          </p:cNvPr>
          <p:cNvGrpSpPr/>
          <p:nvPr/>
        </p:nvGrpSpPr>
        <p:grpSpPr>
          <a:xfrm>
            <a:off x="3995931" y="4803205"/>
            <a:ext cx="2710112" cy="1207958"/>
            <a:chOff x="3723008" y="4942833"/>
            <a:chExt cx="2710112" cy="120795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2527C55-0865-4DB4-B6E0-D7EC13BA4028}"/>
                </a:ext>
              </a:extLst>
            </p:cNvPr>
            <p:cNvGrpSpPr/>
            <p:nvPr/>
          </p:nvGrpSpPr>
          <p:grpSpPr>
            <a:xfrm>
              <a:off x="4205062" y="5312165"/>
              <a:ext cx="1792717" cy="425085"/>
              <a:chOff x="8403454" y="2035841"/>
              <a:chExt cx="1792717" cy="425085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0A3A4DE-96C3-FF96-B49A-9599498FA8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600C254-F016-F0DC-9CBE-0C7A5ED44E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3FC468-9D6D-5548-3CB5-7A5327DE3F2A}"/>
                    </a:ext>
                  </a:extLst>
                </p:cNvPr>
                <p:cNvSpPr txBox="1"/>
                <p:nvPr/>
              </p:nvSpPr>
              <p:spPr>
                <a:xfrm>
                  <a:off x="4946996" y="4942833"/>
                  <a:ext cx="3122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3FC468-9D6D-5548-3CB5-7A5327DE3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6996" y="4942833"/>
                  <a:ext cx="31220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2C61D7-D537-C13B-6D23-947BB77D2820}"/>
                    </a:ext>
                  </a:extLst>
                </p:cNvPr>
                <p:cNvSpPr txBox="1"/>
                <p:nvPr/>
              </p:nvSpPr>
              <p:spPr>
                <a:xfrm>
                  <a:off x="3723008" y="5781459"/>
                  <a:ext cx="844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2C61D7-D537-C13B-6D23-947BB77D2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008" y="5781459"/>
                  <a:ext cx="84439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702C9EE-E8E9-74F3-4D56-102815290D1C}"/>
                    </a:ext>
                  </a:extLst>
                </p:cNvPr>
                <p:cNvSpPr txBox="1"/>
                <p:nvPr/>
              </p:nvSpPr>
              <p:spPr>
                <a:xfrm>
                  <a:off x="5588722" y="5781459"/>
                  <a:ext cx="844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702C9EE-E8E9-74F3-4D56-102815290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8722" y="5781459"/>
                  <a:ext cx="84439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361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0BFE-39DE-674E-FABC-DC7C9C3A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3CD9-20F8-E561-0B15-CB69FA5F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 (for a min heap)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77D9-DBDE-2C9A-86CB-7B186EF52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788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heap</a:t>
            </a:r>
            <a:r>
              <a:rPr lang="en-US" dirty="0"/>
              <a:t> is a binary tree that is both complete and satisfies the heap order property.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24CA8-EB98-87C3-D6EB-688EF52C2A8F}"/>
              </a:ext>
            </a:extLst>
          </p:cNvPr>
          <p:cNvSpPr txBox="1"/>
          <p:nvPr/>
        </p:nvSpPr>
        <p:spPr>
          <a:xfrm>
            <a:off x="6652846" y="3004458"/>
            <a:ext cx="4019339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Heap-Order Property</a:t>
            </a:r>
          </a:p>
          <a:p>
            <a:pPr algn="ctr"/>
            <a:r>
              <a:rPr lang="en-CA" sz="2400" dirty="0"/>
              <a:t>A binary tree satisfies the Heap-Order property if for every node </a:t>
            </a:r>
            <a:r>
              <a:rPr lang="en-CA" sz="2400" b="1" dirty="0"/>
              <a:t>v </a:t>
            </a:r>
            <a:r>
              <a:rPr lang="en-CA" sz="2400" dirty="0"/>
              <a:t>other than the root, </a:t>
            </a:r>
            <a:r>
              <a:rPr lang="en-CA" sz="2400" b="1" dirty="0" err="1"/>
              <a:t>v.key</a:t>
            </a:r>
            <a:r>
              <a:rPr lang="en-CA" sz="2400" b="1" dirty="0"/>
              <a:t> &gt;= parent(v).key</a:t>
            </a: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66C0D-9880-D203-C4DB-84122EABE552}"/>
              </a:ext>
            </a:extLst>
          </p:cNvPr>
          <p:cNvSpPr txBox="1"/>
          <p:nvPr/>
        </p:nvSpPr>
        <p:spPr>
          <a:xfrm>
            <a:off x="7054778" y="5237460"/>
            <a:ext cx="32154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Intuitively: every node (except for the root) is bigger than, or equal to, its parent.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C7796-F613-B7A3-031B-40051D23914E}"/>
              </a:ext>
            </a:extLst>
          </p:cNvPr>
          <p:cNvSpPr txBox="1"/>
          <p:nvPr/>
        </p:nvSpPr>
        <p:spPr>
          <a:xfrm>
            <a:off x="1025770" y="3004458"/>
            <a:ext cx="4019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Complete Tree Property</a:t>
            </a:r>
          </a:p>
          <a:p>
            <a:pPr algn="ctr"/>
            <a:r>
              <a:rPr lang="en-CA" sz="2400" dirty="0"/>
              <a:t>A binary tree is complete if every level has the maximum number of nodes, and on the last level the nodes are filled from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1945241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7631-3EF2-150E-EF28-B3587C7C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97BADC-E667-B1D6-CF5E-3A18E0BDDC70}"/>
              </a:ext>
            </a:extLst>
          </p:cNvPr>
          <p:cNvGrpSpPr/>
          <p:nvPr/>
        </p:nvGrpSpPr>
        <p:grpSpPr>
          <a:xfrm>
            <a:off x="1692143" y="1499638"/>
            <a:ext cx="2761705" cy="2093358"/>
            <a:chOff x="1973162" y="2178787"/>
            <a:chExt cx="2761705" cy="20933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7FEF1A-908B-D153-8F97-254CF6AC7D6C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38B87B9-7B9D-9DD4-8565-C56F80D009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50228384-C50D-E89F-54FF-788657A56D7E}"/>
                  </a:ext>
                </a:extLst>
              </p:cNvPr>
              <p:cNvCxnSpPr>
                <a:cxnSpLocks/>
                <a:stCxn id="5" idx="3"/>
                <a:endCxn id="1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27E115B-470F-5456-BCD0-906A2E73AD8E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CC05D97-17AA-006F-B5A5-6DCDEE863F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7E3397F-572E-CB05-F241-F667335C23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2A129C8-9DCC-B3AE-552D-6A519F0D0AC9}"/>
                    </a:ext>
                  </a:extLst>
                </p:cNvPr>
                <p:cNvCxnSpPr>
                  <a:cxnSpLocks/>
                  <a:stCxn id="13" idx="3"/>
                  <a:endCxn id="1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30C7A8D6-B1B9-1BF0-7CC9-D760ED30B77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BFC439C-0E29-8695-B7A8-8AA27AFFC37B}"/>
                    </a:ext>
                  </a:extLst>
                </p:cNvPr>
                <p:cNvCxnSpPr>
                  <a:cxnSpLocks/>
                  <a:stCxn id="13" idx="5"/>
                  <a:endCxn id="1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D4C669F-DC8D-5718-8CAA-14DFA8664C9D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6BC02A4-E96C-3EF9-EDE9-6D4122630E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70DDDC5-6FF6-240F-52A4-6FC0691ED0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593B75E-7007-C582-ED78-375CAB991C4C}"/>
                    </a:ext>
                  </a:extLst>
                </p:cNvPr>
                <p:cNvCxnSpPr>
                  <a:cxnSpLocks/>
                  <a:stCxn id="10" idx="3"/>
                  <a:endCxn id="11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01675D2-4F5C-74C2-7A58-3F30665168BC}"/>
                  </a:ext>
                </a:extLst>
              </p:cNvPr>
              <p:cNvCxnSpPr>
                <a:cxnSpLocks/>
                <a:stCxn id="5" idx="5"/>
                <a:endCxn id="1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08C6DE-3381-E77F-69CB-61D6BDAB0A60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AA9DC1-0DFB-CBD7-107A-E03760729F94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9C752C-8022-6DE0-88BD-DB275897CA18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555D7D-EED0-04C2-6B6E-362BD73F0CCA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DC0153-0D45-C344-EAA7-6E20A8AEAE78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1002F5-A366-6007-7A1D-A459FAA2A88C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1CD3643-A0EE-30E9-5B16-CC000928EE5F}"/>
              </a:ext>
            </a:extLst>
          </p:cNvPr>
          <p:cNvSpPr txBox="1"/>
          <p:nvPr/>
        </p:nvSpPr>
        <p:spPr>
          <a:xfrm>
            <a:off x="6652846" y="3004458"/>
            <a:ext cx="4019339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Heap-Order Property</a:t>
            </a:r>
          </a:p>
          <a:p>
            <a:pPr algn="ctr"/>
            <a:r>
              <a:rPr lang="en-CA" sz="2400" dirty="0"/>
              <a:t>A binary tree satisfies the Heap-Order property if for every node </a:t>
            </a:r>
            <a:r>
              <a:rPr lang="en-CA" sz="2400" b="1" dirty="0"/>
              <a:t>v </a:t>
            </a:r>
            <a:r>
              <a:rPr lang="en-CA" sz="2400" dirty="0"/>
              <a:t>other than the root, </a:t>
            </a:r>
            <a:r>
              <a:rPr lang="en-CA" sz="2400" b="1" dirty="0" err="1"/>
              <a:t>v.key</a:t>
            </a:r>
            <a:r>
              <a:rPr lang="en-CA" sz="2400" b="1" dirty="0"/>
              <a:t> &gt;= parent(v).key</a:t>
            </a:r>
            <a:endParaRPr lang="en-CA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9A5FB4-AEE6-6C31-2AD2-3EC41B60D335}"/>
              </a:ext>
            </a:extLst>
          </p:cNvPr>
          <p:cNvSpPr txBox="1"/>
          <p:nvPr/>
        </p:nvSpPr>
        <p:spPr>
          <a:xfrm>
            <a:off x="7054778" y="5237460"/>
            <a:ext cx="32154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Intuitively: every node (except for the root) is bigger than, or equal to, its parent.</a:t>
            </a:r>
          </a:p>
        </p:txBody>
      </p:sp>
    </p:spTree>
    <p:extLst>
      <p:ext uri="{BB962C8B-B14F-4D97-AF65-F5344CB8AC3E}">
        <p14:creationId xmlns:p14="http://schemas.microsoft.com/office/powerpoint/2010/main" val="2571781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E98B-675F-BAF8-6B4B-746300B5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6F3B-5A60-BE6A-7E39-E71661A9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FBE8B36-335B-F75E-14B7-E0BF90D1A5E4}"/>
              </a:ext>
            </a:extLst>
          </p:cNvPr>
          <p:cNvGrpSpPr/>
          <p:nvPr/>
        </p:nvGrpSpPr>
        <p:grpSpPr>
          <a:xfrm>
            <a:off x="1692143" y="1499638"/>
            <a:ext cx="2761705" cy="2093358"/>
            <a:chOff x="1973162" y="2178787"/>
            <a:chExt cx="2761705" cy="20933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0FBAAC-B853-26DA-2822-895FA2A4C218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59E482F-AE54-D06E-0E2C-625B07935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98E7B5E-3F5C-99B0-ED54-59E690E78B0F}"/>
                  </a:ext>
                </a:extLst>
              </p:cNvPr>
              <p:cNvCxnSpPr>
                <a:cxnSpLocks/>
                <a:stCxn id="5" idx="3"/>
                <a:endCxn id="1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817B3FC-0F34-7757-272D-0B1A7F5CC3D4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FC8FE042-4E4F-A4F8-3C53-F6B179F06C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12C6E2B-5E41-332E-8124-0A7BF7A714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5B20814-7176-F0CD-826B-1B3B9439C380}"/>
                    </a:ext>
                  </a:extLst>
                </p:cNvPr>
                <p:cNvCxnSpPr>
                  <a:cxnSpLocks/>
                  <a:stCxn id="13" idx="3"/>
                  <a:endCxn id="1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D27D63F-894A-312B-10DF-93E81D333C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B3D36A2-65A5-22E4-16D6-82946A331DFE}"/>
                    </a:ext>
                  </a:extLst>
                </p:cNvPr>
                <p:cNvCxnSpPr>
                  <a:cxnSpLocks/>
                  <a:stCxn id="13" idx="5"/>
                  <a:endCxn id="1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3C870A-382E-F666-ACB7-5881B2CA0C43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034C0F5C-ED95-990F-3557-80237B421E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BCB25CB1-93EA-5AB5-6995-54F69652FD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3ACFE12-2242-ECBC-859E-D86B39192CB6}"/>
                    </a:ext>
                  </a:extLst>
                </p:cNvPr>
                <p:cNvCxnSpPr>
                  <a:cxnSpLocks/>
                  <a:stCxn id="10" idx="3"/>
                  <a:endCxn id="11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5A68926-345B-84AD-5A6B-84DC1F1DA417}"/>
                  </a:ext>
                </a:extLst>
              </p:cNvPr>
              <p:cNvCxnSpPr>
                <a:cxnSpLocks/>
                <a:stCxn id="5" idx="5"/>
                <a:endCxn id="1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B749D0-FF87-F4F7-088E-206631D17066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9EB828-6E01-4060-1E1B-044C2DC99A76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879C2DF-A4BC-D80B-28C1-896A8C9E4BDE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AB6CF36-8B45-AB25-428A-F462E2195458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BD93DB-82A5-97A9-5A58-9B147AB82E69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821CC9-7A61-8EF1-3022-F20553BDD3B1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BA87B21-2EE4-8D91-BB9C-524BA2C13BCD}"/>
              </a:ext>
            </a:extLst>
          </p:cNvPr>
          <p:cNvSpPr txBox="1"/>
          <p:nvPr/>
        </p:nvSpPr>
        <p:spPr>
          <a:xfrm>
            <a:off x="6652846" y="3004458"/>
            <a:ext cx="4019339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Heap-Order Property</a:t>
            </a:r>
          </a:p>
          <a:p>
            <a:pPr algn="ctr"/>
            <a:r>
              <a:rPr lang="en-CA" sz="2400" dirty="0"/>
              <a:t>A binary tree satisfies the Heap-Order property if for every node </a:t>
            </a:r>
            <a:r>
              <a:rPr lang="en-CA" sz="2400" b="1" dirty="0"/>
              <a:t>v </a:t>
            </a:r>
            <a:r>
              <a:rPr lang="en-CA" sz="2400" dirty="0"/>
              <a:t>other than the root, </a:t>
            </a:r>
            <a:r>
              <a:rPr lang="en-CA" sz="2400" b="1" dirty="0" err="1"/>
              <a:t>v.key</a:t>
            </a:r>
            <a:r>
              <a:rPr lang="en-CA" sz="2400" b="1" dirty="0"/>
              <a:t> &gt;= parent(v).key</a:t>
            </a:r>
            <a:endParaRPr lang="en-CA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9F4BFE-643F-B0B7-B7B5-F244CC3AF190}"/>
              </a:ext>
            </a:extLst>
          </p:cNvPr>
          <p:cNvSpPr txBox="1"/>
          <p:nvPr/>
        </p:nvSpPr>
        <p:spPr>
          <a:xfrm>
            <a:off x="7054778" y="5237460"/>
            <a:ext cx="32154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Intuitively: every node (except for the root) is bigger than, or equal to, its parent.</a:t>
            </a:r>
          </a:p>
        </p:txBody>
      </p:sp>
      <p:pic>
        <p:nvPicPr>
          <p:cNvPr id="60" name="Graphic 59" descr="Checkmark outline">
            <a:extLst>
              <a:ext uri="{FF2B5EF4-FFF2-40B4-BE49-F238E27FC236}">
                <a16:creationId xmlns:a16="http://schemas.microsoft.com/office/drawing/2014/main" id="{11D3034F-73BF-D0AC-B611-C032DB290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448" y="2015752"/>
            <a:ext cx="1092749" cy="10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67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20F36-B429-B989-9360-424B49C4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8D74-1A16-57FB-B4A4-DBBA74DE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ADE20E-2FB2-DA8D-AEE0-6AE3CA0D6F58}"/>
              </a:ext>
            </a:extLst>
          </p:cNvPr>
          <p:cNvGrpSpPr/>
          <p:nvPr/>
        </p:nvGrpSpPr>
        <p:grpSpPr>
          <a:xfrm>
            <a:off x="1692143" y="1499638"/>
            <a:ext cx="2761705" cy="2093358"/>
            <a:chOff x="1973162" y="2178787"/>
            <a:chExt cx="2761705" cy="20933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9B0AD7-7C54-3A57-3DA9-EB6DBBFBBE2B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7E5209F-88E3-C65B-16D9-926B0B6B54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84C8F97-229E-A0E2-94D6-E5B2B6247667}"/>
                  </a:ext>
                </a:extLst>
              </p:cNvPr>
              <p:cNvCxnSpPr>
                <a:cxnSpLocks/>
                <a:stCxn id="5" idx="3"/>
                <a:endCxn id="1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AFB1753-4D5A-6E0F-184D-3AE60D382B76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3284E6E-0672-8920-D71F-82F8C719CC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0A0C5ED8-96FF-C3B6-56A7-BE10BC7283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18614EE-D585-366C-D128-6DDD6FFDD77C}"/>
                    </a:ext>
                  </a:extLst>
                </p:cNvPr>
                <p:cNvCxnSpPr>
                  <a:cxnSpLocks/>
                  <a:stCxn id="13" idx="3"/>
                  <a:endCxn id="1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E3BC414-2F62-2833-68A7-86E15F2A77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571DB49-5B8A-6B5F-6686-D6DE9819690A}"/>
                    </a:ext>
                  </a:extLst>
                </p:cNvPr>
                <p:cNvCxnSpPr>
                  <a:cxnSpLocks/>
                  <a:stCxn id="13" idx="5"/>
                  <a:endCxn id="1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6649371-2CBA-A287-B06B-99FA1A200D79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A834E11-0522-17EC-CCFF-27998D0BC0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7265C76-5CA6-D883-1CF9-C51A4B8DBF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4238748-74A0-CE0B-9BE0-C916A5BB18F5}"/>
                    </a:ext>
                  </a:extLst>
                </p:cNvPr>
                <p:cNvCxnSpPr>
                  <a:cxnSpLocks/>
                  <a:stCxn id="10" idx="3"/>
                  <a:endCxn id="11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AE41B17-3C89-9C78-00BA-A7144048298D}"/>
                  </a:ext>
                </a:extLst>
              </p:cNvPr>
              <p:cNvCxnSpPr>
                <a:cxnSpLocks/>
                <a:stCxn id="5" idx="5"/>
                <a:endCxn id="1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2857D1-DCFD-1C6A-4EC6-CB6A041CC1E0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FA42FC-B8FD-3BBA-9E7F-86C3EE0DE628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A79277-1ACA-ACA7-614E-759038476636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7694F1-D412-9F93-468D-3ADECEC4B12F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147A55-1579-2D92-D9AC-D5A0EE359BD7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3DE66C-2CA5-DA03-7CB7-8AC9660C5055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A6DC8CE-36B2-054B-F3F3-84C2B2778854}"/>
              </a:ext>
            </a:extLst>
          </p:cNvPr>
          <p:cNvSpPr txBox="1"/>
          <p:nvPr/>
        </p:nvSpPr>
        <p:spPr>
          <a:xfrm>
            <a:off x="6652846" y="3004458"/>
            <a:ext cx="4019339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Heap-Order Property</a:t>
            </a:r>
          </a:p>
          <a:p>
            <a:pPr algn="ctr"/>
            <a:r>
              <a:rPr lang="en-CA" sz="2400" dirty="0"/>
              <a:t>A binary tree satisfies the Heap-Order property if for every node </a:t>
            </a:r>
            <a:r>
              <a:rPr lang="en-CA" sz="2400" b="1" dirty="0"/>
              <a:t>v </a:t>
            </a:r>
            <a:r>
              <a:rPr lang="en-CA" sz="2400" dirty="0"/>
              <a:t>other than the root, </a:t>
            </a:r>
            <a:r>
              <a:rPr lang="en-CA" sz="2400" b="1" dirty="0" err="1"/>
              <a:t>v.key</a:t>
            </a:r>
            <a:r>
              <a:rPr lang="en-CA" sz="2400" b="1" dirty="0"/>
              <a:t> &gt;= parent(v).key</a:t>
            </a:r>
            <a:endParaRPr lang="en-CA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71E893-4E4A-B9FD-F449-4E14B1E81FCD}"/>
              </a:ext>
            </a:extLst>
          </p:cNvPr>
          <p:cNvSpPr txBox="1"/>
          <p:nvPr/>
        </p:nvSpPr>
        <p:spPr>
          <a:xfrm>
            <a:off x="7054778" y="5237460"/>
            <a:ext cx="32154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Intuitively: every node (except for the root) is bigger than, or equal to, its parent.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D8FD43-1F99-AE80-797F-345342874357}"/>
              </a:ext>
            </a:extLst>
          </p:cNvPr>
          <p:cNvGrpSpPr/>
          <p:nvPr/>
        </p:nvGrpSpPr>
        <p:grpSpPr>
          <a:xfrm>
            <a:off x="1694059" y="4200565"/>
            <a:ext cx="2761705" cy="2093358"/>
            <a:chOff x="1973162" y="2178787"/>
            <a:chExt cx="2761705" cy="20933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A5A5B26-B5F1-0CCB-DFFB-737AD00AC602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42EF2A2-C491-6DBD-7D57-16246237D3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A3356FC-A599-BB46-3BA4-0EF50C5E4462}"/>
                  </a:ext>
                </a:extLst>
              </p:cNvPr>
              <p:cNvCxnSpPr>
                <a:cxnSpLocks/>
                <a:stCxn id="42" idx="3"/>
                <a:endCxn id="50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FC17DB8-2332-5B76-DF0E-D2FB9437BB58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23764A9-199E-A875-03B5-B4DC4C9EB3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69C9935-D651-C63E-54A2-22BF6ED8A2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56D07962-9CED-567C-CF71-1BDA18932006}"/>
                    </a:ext>
                  </a:extLst>
                </p:cNvPr>
                <p:cNvCxnSpPr>
                  <a:cxnSpLocks/>
                  <a:stCxn id="50" idx="3"/>
                  <a:endCxn id="51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8BA7F3C6-A792-E43C-6517-68CD6FF9EB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6B5A5436-3FC0-DEE5-F01D-3455F161D784}"/>
                    </a:ext>
                  </a:extLst>
                </p:cNvPr>
                <p:cNvCxnSpPr>
                  <a:cxnSpLocks/>
                  <a:stCxn id="50" idx="5"/>
                  <a:endCxn id="53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3CC1692-339B-CB9E-F312-8E32CC04F652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95F5A1F9-E248-1941-676F-D9FE039869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F5631BF-98F3-67AA-7D08-36BE127855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C533713D-C8EB-92A9-13BB-DB8283A14794}"/>
                    </a:ext>
                  </a:extLst>
                </p:cNvPr>
                <p:cNvCxnSpPr>
                  <a:cxnSpLocks/>
                  <a:stCxn id="47" idx="3"/>
                  <a:endCxn id="48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94CE183-37F3-DE23-4F41-A1EB862093AF}"/>
                  </a:ext>
                </a:extLst>
              </p:cNvPr>
              <p:cNvCxnSpPr>
                <a:cxnSpLocks/>
                <a:stCxn id="42" idx="5"/>
                <a:endCxn id="47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296BE43-ACB2-C874-C709-D453213862D4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29D9B6-96E8-5B84-2958-BB0B0C536914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B685767-96DA-4097-845D-F86FB7A4BCBB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DB8130-9E3E-823A-D0B5-B1D253A1FEFA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72622FA-2315-40D0-84F1-F28F389A7979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6D04DEE-457E-897D-EF41-9F86BE089316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pic>
        <p:nvPicPr>
          <p:cNvPr id="60" name="Graphic 59" descr="Checkmark outline">
            <a:extLst>
              <a:ext uri="{FF2B5EF4-FFF2-40B4-BE49-F238E27FC236}">
                <a16:creationId xmlns:a16="http://schemas.microsoft.com/office/drawing/2014/main" id="{095092C0-34C5-1ABB-B25C-6AAE33DD5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448" y="2015752"/>
            <a:ext cx="1092749" cy="10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08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7392-EF03-7CB2-29AF-A7DE9778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54B0-EA62-C9CC-5AD5-7B02EC91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Heap-Order Property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52F7A1-D750-861C-95A8-A3999FB2226B}"/>
              </a:ext>
            </a:extLst>
          </p:cNvPr>
          <p:cNvGrpSpPr/>
          <p:nvPr/>
        </p:nvGrpSpPr>
        <p:grpSpPr>
          <a:xfrm>
            <a:off x="1692143" y="1499638"/>
            <a:ext cx="2761705" cy="2093358"/>
            <a:chOff x="1973162" y="2178787"/>
            <a:chExt cx="2761705" cy="20933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87D8A3E-35E4-5DCF-75C8-D9027A329EB4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EE55BE6-F088-71F8-EC32-4A0783B485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67A945F-FDD9-F6E4-65DF-D1B014866E0D}"/>
                  </a:ext>
                </a:extLst>
              </p:cNvPr>
              <p:cNvCxnSpPr>
                <a:cxnSpLocks/>
                <a:stCxn id="5" idx="3"/>
                <a:endCxn id="1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4746989-633B-10DE-B9F2-D3AE7CA70A82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7F1E2B-56A8-5A3B-D8CC-7ACA89FAB02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A909990-36A1-6B2D-5C1B-8907488DCF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E6E5BBB4-36A7-8CF5-0574-63DD60010B4A}"/>
                    </a:ext>
                  </a:extLst>
                </p:cNvPr>
                <p:cNvCxnSpPr>
                  <a:cxnSpLocks/>
                  <a:stCxn id="13" idx="3"/>
                  <a:endCxn id="1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02BD888-8059-09CF-E972-7A9E3E73CE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181656E-3879-94F5-63B4-8450AF7380BE}"/>
                    </a:ext>
                  </a:extLst>
                </p:cNvPr>
                <p:cNvCxnSpPr>
                  <a:cxnSpLocks/>
                  <a:stCxn id="13" idx="5"/>
                  <a:endCxn id="1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72E5640-9092-93D2-37FD-456C4F04EC59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5F027F-F413-56C2-6882-88D07C7EDF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F66F4A35-6056-BA4A-8F2A-2D08AF80DB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11B9DEC0-D162-11F8-930B-535D0906333E}"/>
                    </a:ext>
                  </a:extLst>
                </p:cNvPr>
                <p:cNvCxnSpPr>
                  <a:cxnSpLocks/>
                  <a:stCxn id="10" idx="3"/>
                  <a:endCxn id="11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0763775-D94A-787B-88FF-79A20DF25955}"/>
                  </a:ext>
                </a:extLst>
              </p:cNvPr>
              <p:cNvCxnSpPr>
                <a:cxnSpLocks/>
                <a:stCxn id="5" idx="5"/>
                <a:endCxn id="1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7DBA73-B98C-C96A-0B15-D791180436F3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497EF7-7AEF-186C-7C96-54C45784BCDE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D90FDD-F211-62FB-3D8D-89B5523895A0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AC7A4B2-70E2-57B6-D481-2BBF3D778D77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97A748-5B5A-A031-41A8-C64FC19C116E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226206-3184-B6C2-F65F-DAF25EC6E567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74D9E4A-2BDD-0A14-4924-2F548CC1F093}"/>
              </a:ext>
            </a:extLst>
          </p:cNvPr>
          <p:cNvSpPr txBox="1"/>
          <p:nvPr/>
        </p:nvSpPr>
        <p:spPr>
          <a:xfrm>
            <a:off x="6652846" y="3004458"/>
            <a:ext cx="4019339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Heap-Order Property</a:t>
            </a:r>
          </a:p>
          <a:p>
            <a:pPr algn="ctr"/>
            <a:r>
              <a:rPr lang="en-CA" sz="2400" dirty="0"/>
              <a:t>A binary tree satisfies the Heap-Order property if for every node </a:t>
            </a:r>
            <a:r>
              <a:rPr lang="en-CA" sz="2400" b="1" dirty="0"/>
              <a:t>v </a:t>
            </a:r>
            <a:r>
              <a:rPr lang="en-CA" sz="2400" dirty="0"/>
              <a:t>other than the root, </a:t>
            </a:r>
            <a:r>
              <a:rPr lang="en-CA" sz="2400" b="1" dirty="0" err="1"/>
              <a:t>v.key</a:t>
            </a:r>
            <a:r>
              <a:rPr lang="en-CA" sz="2400" b="1" dirty="0"/>
              <a:t> &gt;= parent(v).key</a:t>
            </a:r>
            <a:endParaRPr lang="en-CA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BCE696-8818-3271-832F-34E1F180C06F}"/>
              </a:ext>
            </a:extLst>
          </p:cNvPr>
          <p:cNvSpPr txBox="1"/>
          <p:nvPr/>
        </p:nvSpPr>
        <p:spPr>
          <a:xfrm>
            <a:off x="7054778" y="5237460"/>
            <a:ext cx="32154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Intuitively: every node (except for the root) is bigger than, or equal to, its parent.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9AD89D-3F33-40AB-4314-C220897E2182}"/>
              </a:ext>
            </a:extLst>
          </p:cNvPr>
          <p:cNvGrpSpPr/>
          <p:nvPr/>
        </p:nvGrpSpPr>
        <p:grpSpPr>
          <a:xfrm>
            <a:off x="1694059" y="4200565"/>
            <a:ext cx="2761705" cy="2093358"/>
            <a:chOff x="1973162" y="2178787"/>
            <a:chExt cx="2761705" cy="20933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7CD369-341C-55A9-F549-4B4D0424DE52}"/>
                </a:ext>
              </a:extLst>
            </p:cNvPr>
            <p:cNvGrpSpPr/>
            <p:nvPr/>
          </p:nvGrpSpPr>
          <p:grpSpPr>
            <a:xfrm>
              <a:off x="1973162" y="2178787"/>
              <a:ext cx="2761705" cy="2093358"/>
              <a:chOff x="7676713" y="1622300"/>
              <a:chExt cx="2761705" cy="2093358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1EA93DF-8A63-0160-7975-EB21C0EC46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562D4F0-3B4C-2B4B-19A3-52400712BBE8}"/>
                  </a:ext>
                </a:extLst>
              </p:cNvPr>
              <p:cNvCxnSpPr>
                <a:cxnSpLocks/>
                <a:stCxn id="42" idx="3"/>
                <a:endCxn id="50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5859B2C-A7ED-BE8B-9170-A3BACDF71C53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64850EE-A128-AB68-F8E0-A9894711D1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C169130-AD97-CEF0-B694-98F6E5BDB17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28138D12-AB35-BB39-0B51-40E3939A4AEE}"/>
                    </a:ext>
                  </a:extLst>
                </p:cNvPr>
                <p:cNvCxnSpPr>
                  <a:cxnSpLocks/>
                  <a:stCxn id="50" idx="3"/>
                  <a:endCxn id="51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9AE870A2-B095-EB27-93CB-001B56585A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ED25CA52-9D28-FA04-B459-C023839E8D6A}"/>
                    </a:ext>
                  </a:extLst>
                </p:cNvPr>
                <p:cNvCxnSpPr>
                  <a:cxnSpLocks/>
                  <a:stCxn id="50" idx="5"/>
                  <a:endCxn id="53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DA0B96A-281B-B2F0-F10D-C8536E3B5EBD}"/>
                  </a:ext>
                </a:extLst>
              </p:cNvPr>
              <p:cNvGrpSpPr/>
              <p:nvPr/>
            </p:nvGrpSpPr>
            <p:grpSpPr>
              <a:xfrm>
                <a:off x="9469430" y="2460926"/>
                <a:ext cx="968988" cy="1254732"/>
                <a:chOff x="9469430" y="2460926"/>
                <a:chExt cx="968988" cy="1254732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0B7DD6A-CDF4-4563-0C23-8540474355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0D5BB89-BF1C-4288-5582-7C08186549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6943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DE9CB712-3A94-803B-9A5B-93DDA1385C6A}"/>
                    </a:ext>
                  </a:extLst>
                </p:cNvPr>
                <p:cNvCxnSpPr>
                  <a:cxnSpLocks/>
                  <a:stCxn id="47" idx="3"/>
                  <a:endCxn id="48" idx="0"/>
                </p:cNvCxnSpPr>
                <p:nvPr/>
              </p:nvCxnSpPr>
              <p:spPr>
                <a:xfrm flipH="1">
                  <a:off x="9711677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941202E-15B4-84E7-CBFD-2AE6DE01C910}"/>
                  </a:ext>
                </a:extLst>
              </p:cNvPr>
              <p:cNvCxnSpPr>
                <a:cxnSpLocks/>
                <a:stCxn id="42" idx="5"/>
                <a:endCxn id="47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29C0A43-4CE4-2E09-8043-6BB579726B61}"/>
                </a:ext>
              </a:extLst>
            </p:cNvPr>
            <p:cNvSpPr txBox="1"/>
            <p:nvPr/>
          </p:nvSpPr>
          <p:spPr>
            <a:xfrm>
              <a:off x="3441837" y="222543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2C052D-837D-FF0D-20D4-285E11CF4CD7}"/>
                </a:ext>
              </a:extLst>
            </p:cNvPr>
            <p:cNvSpPr txBox="1"/>
            <p:nvPr/>
          </p:nvSpPr>
          <p:spPr>
            <a:xfrm>
              <a:off x="2461443" y="3092568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2B0603-CF2E-2F0D-585A-347356461730}"/>
                </a:ext>
              </a:extLst>
            </p:cNvPr>
            <p:cNvSpPr txBox="1"/>
            <p:nvPr/>
          </p:nvSpPr>
          <p:spPr>
            <a:xfrm>
              <a:off x="4337820" y="308368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AB9EC0-BBFE-F8B5-9182-57A11C8923E4}"/>
                </a:ext>
              </a:extLst>
            </p:cNvPr>
            <p:cNvSpPr txBox="1"/>
            <p:nvPr/>
          </p:nvSpPr>
          <p:spPr>
            <a:xfrm>
              <a:off x="1995630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535558-DF42-36E2-03E8-76DC233A0B5E}"/>
                </a:ext>
              </a:extLst>
            </p:cNvPr>
            <p:cNvSpPr txBox="1"/>
            <p:nvPr/>
          </p:nvSpPr>
          <p:spPr>
            <a:xfrm>
              <a:off x="2948594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D03780-93F0-762A-629F-E579C767A303}"/>
                </a:ext>
              </a:extLst>
            </p:cNvPr>
            <p:cNvSpPr txBox="1"/>
            <p:nvPr/>
          </p:nvSpPr>
          <p:spPr>
            <a:xfrm>
              <a:off x="3792362" y="384569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pic>
        <p:nvPicPr>
          <p:cNvPr id="58" name="Graphic 57" descr="Close outline">
            <a:extLst>
              <a:ext uri="{FF2B5EF4-FFF2-40B4-BE49-F238E27FC236}">
                <a16:creationId xmlns:a16="http://schemas.microsoft.com/office/drawing/2014/main" id="{512B3F30-41AF-F62C-354F-97AB1E39F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330" y="5105460"/>
            <a:ext cx="914400" cy="914400"/>
          </a:xfrm>
          <a:prstGeom prst="rect">
            <a:avLst/>
          </a:prstGeom>
        </p:spPr>
      </p:pic>
      <p:pic>
        <p:nvPicPr>
          <p:cNvPr id="60" name="Graphic 59" descr="Checkmark outline">
            <a:extLst>
              <a:ext uri="{FF2B5EF4-FFF2-40B4-BE49-F238E27FC236}">
                <a16:creationId xmlns:a16="http://schemas.microsoft.com/office/drawing/2014/main" id="{EF86F6AC-CAFE-6B22-F8FC-E367E02327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448" y="2015752"/>
            <a:ext cx="1092749" cy="10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65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9889-5DE0-EBAA-0627-24B220EE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a Heap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C3931-AE24-E304-3730-59D00F330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7361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Important fact</a:t>
                </a:r>
                <a:r>
                  <a:rPr lang="en-US" dirty="0"/>
                  <a:t>: a heap of n nodes has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the longest possible root-to-leaf path in a heap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C3931-AE24-E304-3730-59D00F330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73617"/>
              </a:xfrm>
              <a:blipFill>
                <a:blip r:embed="rId2"/>
                <a:stretch>
                  <a:fillRect l="-1206" t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64C5B1D-8CCB-2087-6C49-C4FD57310BB8}"/>
              </a:ext>
            </a:extLst>
          </p:cNvPr>
          <p:cNvGrpSpPr/>
          <p:nvPr/>
        </p:nvGrpSpPr>
        <p:grpSpPr>
          <a:xfrm>
            <a:off x="3372896" y="3731630"/>
            <a:ext cx="2300930" cy="2253498"/>
            <a:chOff x="1184757" y="1904199"/>
            <a:chExt cx="1594083" cy="177183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7F3DE9B-8D23-D5A3-6263-C234887A3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1455" y="1904199"/>
              <a:ext cx="899729" cy="17666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074E6A-3D99-B117-5210-553AB92AE2BC}"/>
                </a:ext>
              </a:extLst>
            </p:cNvPr>
            <p:cNvCxnSpPr>
              <a:cxnSpLocks/>
            </p:cNvCxnSpPr>
            <p:nvPr/>
          </p:nvCxnSpPr>
          <p:spPr>
            <a:xfrm>
              <a:off x="2100159" y="1904199"/>
              <a:ext cx="678681" cy="140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DF7CE8-35CB-ACC2-F3BE-3F6E46F65556}"/>
                </a:ext>
              </a:extLst>
            </p:cNvPr>
            <p:cNvCxnSpPr>
              <a:cxnSpLocks/>
            </p:cNvCxnSpPr>
            <p:nvPr/>
          </p:nvCxnSpPr>
          <p:spPr>
            <a:xfrm>
              <a:off x="2084486" y="3314172"/>
              <a:ext cx="6943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276BE6-B726-8D05-8C2D-E28F9F588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9187" y="3314172"/>
              <a:ext cx="175299" cy="3566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C40009-77D7-0D9D-247D-D8E10F86F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757" y="3676029"/>
              <a:ext cx="7244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14">
            <a:extLst>
              <a:ext uri="{FF2B5EF4-FFF2-40B4-BE49-F238E27FC236}">
                <a16:creationId xmlns:a16="http://schemas.microsoft.com/office/drawing/2014/main" id="{B429E537-DBBD-9BBA-FD10-4DDBAA03FB66}"/>
              </a:ext>
            </a:extLst>
          </p:cNvPr>
          <p:cNvSpPr/>
          <p:nvPr/>
        </p:nvSpPr>
        <p:spPr>
          <a:xfrm>
            <a:off x="4246107" y="3740975"/>
            <a:ext cx="606956" cy="2261286"/>
          </a:xfrm>
          <a:custGeom>
            <a:avLst/>
            <a:gdLst>
              <a:gd name="csX0" fmla="*/ 432486 w 606956"/>
              <a:gd name="csY0" fmla="*/ 0 h 2261286"/>
              <a:gd name="csX1" fmla="*/ 605481 w 606956"/>
              <a:gd name="csY1" fmla="*/ 494270 h 2261286"/>
              <a:gd name="csX2" fmla="*/ 345989 w 606956"/>
              <a:gd name="csY2" fmla="*/ 864973 h 2261286"/>
              <a:gd name="csX3" fmla="*/ 86497 w 606956"/>
              <a:gd name="csY3" fmla="*/ 1186248 h 2261286"/>
              <a:gd name="csX4" fmla="*/ 420130 w 606956"/>
              <a:gd name="csY4" fmla="*/ 1532237 h 2261286"/>
              <a:gd name="csX5" fmla="*/ 0 w 606956"/>
              <a:gd name="csY5" fmla="*/ 2261286 h 2261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06956" h="2261286">
                <a:moveTo>
                  <a:pt x="432486" y="0"/>
                </a:moveTo>
                <a:cubicBezTo>
                  <a:pt x="526191" y="175054"/>
                  <a:pt x="619897" y="350108"/>
                  <a:pt x="605481" y="494270"/>
                </a:cubicBezTo>
                <a:cubicBezTo>
                  <a:pt x="591065" y="638432"/>
                  <a:pt x="432486" y="749643"/>
                  <a:pt x="345989" y="864973"/>
                </a:cubicBezTo>
                <a:cubicBezTo>
                  <a:pt x="259492" y="980303"/>
                  <a:pt x="74140" y="1075037"/>
                  <a:pt x="86497" y="1186248"/>
                </a:cubicBezTo>
                <a:cubicBezTo>
                  <a:pt x="98854" y="1297459"/>
                  <a:pt x="434546" y="1353064"/>
                  <a:pt x="420130" y="1532237"/>
                </a:cubicBezTo>
                <a:cubicBezTo>
                  <a:pt x="405714" y="1711410"/>
                  <a:pt x="202857" y="1986348"/>
                  <a:pt x="0" y="2261286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36D2D1-FBBA-8681-367C-65FE672838D9}"/>
                  </a:ext>
                </a:extLst>
              </p:cNvPr>
              <p:cNvSpPr txBox="1"/>
              <p:nvPr/>
            </p:nvSpPr>
            <p:spPr>
              <a:xfrm>
                <a:off x="6323369" y="4686974"/>
                <a:ext cx="10583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36D2D1-FBBA-8681-367C-65FE67283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369" y="4686974"/>
                <a:ext cx="1058303" cy="369332"/>
              </a:xfrm>
              <a:prstGeom prst="rect">
                <a:avLst/>
              </a:prstGeom>
              <a:blipFill>
                <a:blip r:embed="rId3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8DC98B1-5F5B-218E-CF2E-6448D5FB9430}"/>
              </a:ext>
            </a:extLst>
          </p:cNvPr>
          <p:cNvSpPr txBox="1"/>
          <p:nvPr/>
        </p:nvSpPr>
        <p:spPr>
          <a:xfrm>
            <a:off x="6323369" y="4204518"/>
            <a:ext cx="254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heap height is at most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236DDE8-15E4-2BAD-C40D-69B9C9A8F3E1}"/>
              </a:ext>
            </a:extLst>
          </p:cNvPr>
          <p:cNvSpPr/>
          <p:nvPr/>
        </p:nvSpPr>
        <p:spPr>
          <a:xfrm>
            <a:off x="5964123" y="3730517"/>
            <a:ext cx="448098" cy="2261286"/>
          </a:xfrm>
          <a:prstGeom prst="rightBrace">
            <a:avLst>
              <a:gd name="adj1" fmla="val 8333"/>
              <a:gd name="adj2" fmla="val 504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F49E78-4AFB-BF95-895C-3A84429C48AE}"/>
                  </a:ext>
                </a:extLst>
              </p:cNvPr>
              <p:cNvSpPr txBox="1"/>
              <p:nvPr/>
            </p:nvSpPr>
            <p:spPr>
              <a:xfrm>
                <a:off x="6412221" y="5751733"/>
                <a:ext cx="3215474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Any operation that goes from root to leaf (or lead to root) visits at most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nodes.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F49E78-4AFB-BF95-895C-3A84429C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21" y="5751733"/>
                <a:ext cx="3215474" cy="923330"/>
              </a:xfrm>
              <a:prstGeom prst="rect">
                <a:avLst/>
              </a:prstGeom>
              <a:blipFill>
                <a:blip r:embed="rId4"/>
                <a:stretch>
                  <a:fillRect t="-411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1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C25C-78F5-D501-4FDF-DE8E6CED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13D1A-1B24-F775-5D5F-40DA990D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idea of </a:t>
            </a:r>
            <a:r>
              <a:rPr lang="en-US" b="1" dirty="0"/>
              <a:t>inserting a new element</a:t>
            </a:r>
            <a:r>
              <a:rPr lang="en-US" dirty="0"/>
              <a:t> </a:t>
            </a:r>
            <a:r>
              <a:rPr lang="en-US" b="1" dirty="0"/>
              <a:t>x</a:t>
            </a:r>
            <a:r>
              <a:rPr lang="en-US" dirty="0"/>
              <a:t> into a heap is the following</a:t>
            </a:r>
          </a:p>
          <a:p>
            <a:pPr lvl="1"/>
            <a:r>
              <a:rPr lang="en-US" dirty="0"/>
              <a:t>Put </a:t>
            </a:r>
            <a:r>
              <a:rPr lang="en-US" b="1" dirty="0"/>
              <a:t>x</a:t>
            </a:r>
            <a:r>
              <a:rPr lang="en-US" dirty="0"/>
              <a:t> at the next new leaf position (according to the rules of complete trees)</a:t>
            </a:r>
          </a:p>
          <a:p>
            <a:pPr lvl="2"/>
            <a:r>
              <a:rPr lang="en-US" dirty="0"/>
              <a:t>For an array implementation, this is appending to the end of the array</a:t>
            </a:r>
          </a:p>
          <a:p>
            <a:pPr lvl="1"/>
            <a:r>
              <a:rPr lang="en-US" dirty="0"/>
              <a:t>Repeatedly swap </a:t>
            </a:r>
            <a:r>
              <a:rPr lang="en-US" b="1" dirty="0"/>
              <a:t>x</a:t>
            </a:r>
            <a:r>
              <a:rPr lang="en-US" dirty="0"/>
              <a:t> up through the tree while </a:t>
            </a:r>
            <a:r>
              <a:rPr lang="en-US" b="1" dirty="0"/>
              <a:t>x</a:t>
            </a:r>
            <a:r>
              <a:rPr lang="en-US" dirty="0"/>
              <a:t> is less than its parent node</a:t>
            </a:r>
          </a:p>
          <a:p>
            <a:pPr lvl="2"/>
            <a:r>
              <a:rPr lang="en-US" dirty="0"/>
              <a:t>Stop at the root</a:t>
            </a:r>
          </a:p>
          <a:p>
            <a:pPr lvl="2"/>
            <a:r>
              <a:rPr lang="en-US" dirty="0"/>
              <a:t>Or when the parent node is smaller</a:t>
            </a:r>
          </a:p>
        </p:txBody>
      </p:sp>
    </p:spTree>
    <p:extLst>
      <p:ext uri="{BB962C8B-B14F-4D97-AF65-F5344CB8AC3E}">
        <p14:creationId xmlns:p14="http://schemas.microsoft.com/office/powerpoint/2010/main" val="1443142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FCCE-C7A6-785E-5CAC-EBCCC490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363C-28C8-8C4A-E48C-734D9A72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7D5037-DD45-0CA7-57BD-D4C8D88BB239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24A8A77-91E7-0875-DF24-D0952743F70B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CACD99-047E-F091-3BA1-0186CF712D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F7EF1A4-C025-073E-908F-319EA204D10B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093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7BDE-765F-287A-B9F0-2662AF9D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1561-A75C-619F-453B-C59C992D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F9497D-F8D9-77BF-209C-A93348882035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F996AFB-D0DF-0027-10AC-D21398211BDE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8F0D916-01EB-B5AC-FA39-DF5734DFAD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A2A9614-C62B-34CF-34A9-CE1986B401F7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D447CBA7-B92A-5826-3CD8-12689A1EAA18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49E350C-D42B-6574-719C-2E00089E45C3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30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FA15-7351-50CD-5DC2-53EB92E8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8692-83F3-5860-9FCD-8976D699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971497-32CB-BFA6-AA53-F29D8CA09AF6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334C9F-C154-1F9C-9E76-BA9A5C8952A2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697BF06-1670-B6F9-EB25-58ECC85BBE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2FC59F6-FC5F-34A6-14B6-35AEA9AAC627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069E71E-4FB4-C3A4-B3C2-4C4D1A4E4D11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F350997-E60E-412C-80EB-73F485D25F7C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B39B839-9289-5B16-01D8-FE735D4A5D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A3E8E19-C769-E2A2-9866-FF59E94A376D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B7CBA43-D77E-4603-DE36-43E00AFA97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FDB9A7-DC9A-72A3-2979-7F90D3DA25DA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153D55C-F4AC-1A68-DF5D-0B5F870EACE3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E229F410-B621-0F1B-812C-FD21A7DE569B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65AB58F-6C14-4B93-05BA-1275D549497E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57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28E8-36B1-A9E8-F8B8-A417F4A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01AB-5EA2-46D1-CF36-EF100461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98ED59-9104-8BAF-26A5-AA83C8E4F01A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3D7CE6E-439A-D925-4BCB-E76F3FC8DAA4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B267FC-B0DE-CAFC-12F9-2CA114C977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FDAB77D-F443-6410-CE48-B8A7649FA704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066A958-00F8-6469-214F-8820E2F933C3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B56714E-2962-FC3A-ADB2-962CBE1C30AA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5D6659F-AD20-E1CC-FADE-077A4F7294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E1929BC-BEC8-48DD-0DC1-6D45A2448A09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BA161A28-613E-28CC-8A25-2019623749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3BF5DF8-8E69-59B4-0612-A5DF709AB2FB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B76852A-E2C9-3855-0055-1236B2A1C4C9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3CAE8CD3-4020-7694-CB56-5FBE111AF44A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85F40A4D-0754-5E61-6B7A-A13FD4CA3C28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153B15F-ADE1-4E7F-7B8B-8E34FE4F3996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050B3C5-9FAD-14F8-FA63-1A2CABA41090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994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61B4-2687-60E6-D21C-8EC62627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F653-8709-66A1-FC00-C92C1308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6367F1-7B63-F6A0-BF7C-BCCE702E4FD4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9887C34-F713-69D1-3FDB-A9646E1204B1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C5F1066-FFAC-C554-C14D-E96BD631A4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ED38A8A-B8C3-9DF5-9D99-E0EF6AB1213E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C96EF9A-BBBA-E995-930B-4E7D4A9CC5C6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2873F9-6478-B484-DF24-FE961AB69BA0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D4CF8B8-9F0C-CDFD-CB87-A70A3B4EC9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FB2E017-B452-1DED-EC64-75C47E9F5162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D5BD513-0F39-17A2-38D8-B803FD2969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3F43D07-CF7F-EF7E-3867-F4980BEE5234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48B7C77-CBE9-0C91-4C2F-E1F48B9B4D3B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F29F492-1392-B952-B73B-FB01418346A6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DFED7FA-0F36-FC97-4F18-E56B1C75B578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3AA8734-6AA0-AEBD-8F7F-E2537B87F1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7CF2950-E6C8-B99E-25C8-FBD34F43EB10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851121B-5D4B-FDDC-5ACE-DC6CE291BD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E08B68C-BDE4-FE2E-6A08-434AAFF833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05C5B62-FFCF-08B8-5BCF-5A44D1E4E68A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02DD0CB-3769-CFBF-6594-D069F421216C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9793BAE-36E9-99BF-7227-E70CBD8B07EB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8EE7261-FAA7-EBF0-8BFC-397A0830B865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14129F67-AA0A-9D4F-F91E-4B42476F66AD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5AF6B054-0AAE-4EB5-9220-D5366CEAE9D9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8F11A5-F6D7-D6FB-B13C-87BFF9A29FB6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D44324D-8BFB-1990-32A6-6E82404084ED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005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AE70-F5E9-F12F-BD47-18E85566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E664-933A-7CAF-D9AB-F9AECA00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22A2E1-C554-E18D-D4BC-6923C03BD91C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31DD6A-1D5B-1D5F-C613-34AC1D4C545F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6531AAE-C2B2-D518-A08F-5FD4406462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9BCCD0E-0840-75E8-9176-D5D789C5DE46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0A7F99A-200B-B698-53BC-BFCA14B74D1B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BC84548-F433-77DD-1C37-B29AF3899C9D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BE64721-0820-8F70-51E5-8CC08CF714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4796376-4744-22D0-51C3-94997F4F72C8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63029EE-64A9-DC91-E044-673EF529EE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A357E8-4AD0-6073-58F3-E71F78916982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D6A5B23-20DF-C6E2-47BD-A456F7A214E7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922957E-BAEC-C421-A92A-07569601C279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F7E8FCD-A149-1652-19F7-76071ADA8F76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23722E2-77A7-3053-70E7-EB47E32F9E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B8A8930-7084-8A31-AB17-B97641049F98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1A867FE-D3F7-8E14-8A8F-CE53D2412B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AE4FBB4-CC4D-BEEB-64DC-21218FA800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09B6097-5AFA-54EF-032E-E8EC8B697C66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D4E5A90-081D-BAC2-ACF7-2FAC205F921B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0F52F07-0D6C-CA2B-9D1D-DD69B720D125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C363F26-71A8-D424-93CD-78378BE5FFA2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D196F6E-6439-D449-8056-E23BEB7D8A31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7C8C38D-8C3B-87B3-7AC4-6572663890D6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2CBC556-0E13-36D0-FE9A-333C3636D0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4EF59B4-6C44-7937-66A9-43D4A0DA6DBA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D2AF09F-6089-D2BE-F904-E2521626C8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2D3F0DD-1AF6-B113-B6D1-5969307A87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44B388E-8780-F9E3-9BBA-B00FF82202D0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E7BBA3-CBAB-29D0-4103-0FE420F059E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1FA6659-C157-C158-104B-1FF8D5FAA269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E80DA5F-8D3A-4ADE-4E42-F1EC94EDA1E3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147212CB-D4B9-BE73-9D73-B604BD5668A5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B9802180-D60F-C9E3-B8EC-2FD51D74FF9F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C229F65D-1488-B58A-EFE4-90C3F5E820EB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44CB39-2806-5E03-2EEA-54CC5FB7B527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90AFE2B-E4E4-512B-F26A-3CF45337F4FB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624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9429-8742-5415-3FDF-48466A05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4149-5357-7BA0-FD14-DDA0D161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C43B02-3936-AC35-1B0D-D81E80BFD957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1F8E3EF-7D2F-A268-3BC1-0C91986D0AA9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FA09603-5341-4639-AEDE-C6DF65876E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A497366-BEDF-65F4-6DB1-BD036F64612D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8A64E73-7C6B-F4BA-9825-D8F5F8AC41FC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C741233-91F4-6C33-370C-AE7B3EEAE70D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C27ED8C-0FC8-E914-7DC9-BFFF22AEAC7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13600E-1435-CEA3-E431-E4B34D4AB355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DD86F79-377E-6C74-A08E-AA24195994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D334494-C85B-1AD9-B204-4F224B6A53F0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0EBE446-3FB4-E05E-7A66-8048D7BD25F3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DDD4166-4A5E-9B6C-B481-DF2285D8549F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517129B-A397-9D77-1B3A-2088BF7F76D3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98A8677-4FB8-8BFA-4648-EAC8E2A749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7A20670-79DA-3912-3B74-24D70AC00358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E59385C9-919B-15A7-0F5E-2767FE0981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71CB375-BADA-658F-3977-6190DE11BF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7C30F58-CDF5-B6F9-87E7-B2AB1F065774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1243B6E-7728-DF73-76C9-72C80D35D09C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BDBCEE0-B1C9-C751-B0A9-A4931D7E8A06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FF92599-0AB7-B1D6-F2DA-6893926A3C6C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30D1CEF-8FB4-E19C-D399-1620EF48D04E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87A08C9-5071-04C8-AD17-A8E8F505367D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A252B63-E8F1-DE42-9A00-7AF690C3D1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58D8CA0-C827-D625-F943-A098C2A3B1D4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62677F8-D5FA-8AD1-E583-49DE3C953C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93B43C9-4DDF-9F11-98F6-D77B7CF94D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FF22EC0-B3E5-108A-7BFE-740715ED0CB9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E6C27F9-CEE3-CECD-CE86-8EA64D82F44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7F9ADD1-346D-97A9-5CB5-3E26049F816A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6AC4F24-AF0D-4283-5D35-3D72D27B7FF1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BF297BCE-FCE5-325C-E15D-F5C238922452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455E372C-A6E1-EC60-39A0-40BA5B60AD45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3B82C922-36EF-8A2F-392B-626ECDB49CD0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E2B8DEB4-AE19-BD5E-4868-DEE3CBB640B7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4BB4AE-E197-0079-514E-93060C0D6793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DEB6688-A26C-92BD-AC4C-209EE93AA3CA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91198F2-49BD-505C-65CF-F0411ACC47D5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680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00BF-4CF7-0674-DFA0-401E8C0A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1672-721B-72E7-DEC1-E8C68400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1F342F-8BC0-1B36-3E12-8D65131121BD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270F86C-C190-2389-5080-01679F4FDA17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56A506A-A2CB-7C65-6227-439F1B54DF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4979B90-8381-9604-74D2-D3749AB02C29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A006156-356B-0CB3-BF20-CCC36AFC9279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89BCDBC-380C-BDD5-6A61-1AFA3A038E1E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BB68429-A491-1DB0-C387-04BF12A927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0B20053-0096-0646-8C70-A8B07F51FF99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F584C47-3846-71B7-02FA-46F5A790B2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6ED5311-C77F-D7C2-09C1-A013792D0247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07BC7F8-3A84-CFB5-B532-F076FBDE6C51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4E6572A-FDAB-FF66-D2F0-1E1863D12E2B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A3CE977-9AF0-C270-8551-C50093F58351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609DDF5-5758-4891-DD19-46AD21BF83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182B9A5-7097-4495-1765-286785935FC6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D01B4E3-9A8B-5862-68DF-A4B9916F43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44D061-7C8F-EE05-E663-2D104DBFCA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EA5D7EE-A787-0D12-EBE3-D3E56CE488F3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C940703-7D79-974F-2450-264AA3FC0F46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B6F364-1A50-C160-E6E7-254D18C862BF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F34F778-B899-443D-8D1D-A7338D167BC7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BDD8527-4111-AEEB-F673-88E6B163C775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377CBC9-72D1-453C-B717-74AB922A9A22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E7D8D72-32EC-C122-F9D9-78C029CB46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B3EA011-429D-97E3-61B5-3EF8ED7CB2CC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794AEB2-1F7D-2591-292B-7411F9D2BF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EFDE522-2EB8-9A0A-B69A-7A738D75BB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77900C7-0F08-27FF-AFC7-94E5D45497FF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F247451-AF19-0114-3BEA-8203B7024BF8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2C36169-7D5F-6F52-7165-F1A14AF76FC1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35B2679-BF4F-78B3-BCAE-43815A4B72CB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509B807-1C08-29D0-8E7A-36A7C58FB1F5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4EB83B0-8D7D-ADA3-01A5-C69A05675B6A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F4A3A62-1D7E-740B-30A1-5D7C9FF2BD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A1E6A-9EE2-6808-E358-4DEDBB2AA382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CD16E94-0E1F-ED85-54EE-0DDD4663CD17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962A3F78-193D-3564-E069-BF2E6A0D98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8E1CE984-A5B1-EC6D-A8D5-2B0E60A422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B45BB5D-2F0A-FD72-D296-17E0C684720C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399EE2F-50A0-53D4-74B2-9032264A86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4334000-4A13-1A9B-C2F1-0B32987C15F6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3CFCFA0-FE61-7E14-9A0B-A87C06BFADB5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C6EEF73-982F-F238-458E-E74E854AA112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2E2362-ED1D-8270-4CD5-34493024A183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389DABD-FF28-7DCF-1D3A-1CB63565B7BC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7E5DF09D-BDF3-844D-2D8F-CD4AC3F0F053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9CDEFE52-8439-8771-2457-DE79B407B57A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35B85801-CC8A-1C8F-E0D6-967894AC812F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4E84D638-764F-8533-DD5B-AF8525A6E9D0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E4AF4E-8342-4973-4711-5A0332D100FF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74C34F4-4850-00CB-C74E-10F37B777AC3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31F87CE-F049-2352-B3AB-B122A66FB541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331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D9A4F-1455-C975-F827-6E15F44E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8150B5-3A5D-7B0B-32B5-AFA3D4114776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3E0C710-405D-C79C-C25B-FFF7638D8AF0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F3B5A46-40A0-BA0A-273B-479087FE71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2A26ED-E4C5-353C-B20A-260F458F81C5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3E6DA03-3251-95B4-F7D7-57C810660BDA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AF7D751-7F51-6E2F-51B7-4708D84E0084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898241D-0AA1-6901-D4AF-709F34324A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2F46395-B9FD-1D62-F3B6-61389074574E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FD72689-F82A-E671-1BE4-140C0E7132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55D0EDD-CC74-78CD-82B3-F95E62F99036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941EC9A-F037-79B2-476F-A784BE28C6CD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BA446D3-7ADB-8E1D-41AC-5D67144B73D4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3B61B1B-9930-348A-46F4-62251EBCA689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D9E8B3D-961C-7958-A818-FCF2FD8053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9F3716A-1189-8D72-8C73-00B06FE814A0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1DF6F17-CED7-F986-1E7C-A0C77F0511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40F5646-6B02-4199-F2A4-911C3D6D09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EB13416-1B5F-3B48-0F8C-7F596DA76C57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6385935-6DF4-B564-8C00-8698CE9D61BF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FCFCA2C-4CBB-5B9D-35EE-952EB8CE8A9C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6A8B3D2-5999-32A0-0B91-EA9C4B32AFD0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EC5B52F-5B1B-753B-6FF1-3207A7A4F25D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986042C-E06B-BC28-1563-C8071DDE27B2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3C3EA599-F957-E2B3-81BD-7408A6880F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B3D270E-4DA6-765D-7CE2-42EE31AB5DFB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6B4367B-069C-E129-16D2-B2C69A1DF7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A4CA144-8C50-7A27-368E-CC787E7387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10E7407-55C2-C2A3-3C98-0985A73F8476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D46CFD7-8F58-9B39-EB8C-43AEDFC525C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DEFAC1C-2B9C-0DB7-39A9-CE0ACED64065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DED0388-5891-F541-2024-74B2C3767D2D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3D612E0-800A-7FE6-63C8-A65D82ADC6BD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561908E-1966-BC69-3275-F1E21696776E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5969F39-2D57-5F47-C1D8-0B1B2F8C66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634DF3F-54A8-30E2-9723-7D9949D0296C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17C6650-2C8E-D9FC-86A5-5EC679ADA9DA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091F4B64-B1F4-D717-6442-395B59607F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BB5E386-E499-06CA-BD30-FC940648AF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B1ADB59-EBD2-294A-52B4-CC97C1F3884E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22679FC-6DC1-4E3E-EB36-7D5C331AFB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1A9CBAE-E3C2-92FF-04A8-83C4B02F1D99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AD98BB3-B5A0-89AC-EBF1-D7DAC30A65CB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8C5A08-A433-5176-ED3B-DE7A6D60E03B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8E853E4-701C-EE51-97CD-6C883B972C5A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0E743EC-FD55-8C98-1505-32CDE5053919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1E8179-5E36-CEE2-116D-C582B68F0A22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F13BC5A-8D9D-3E5A-250C-2EA89276CA21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CAAB766-24B1-946F-78E5-EF24B504F8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D647D88-357E-A454-6EDF-7F4B17D5440C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7C99D8CB-096A-ECFC-FBFE-3024C29CA799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10CE280F-F0D0-7FAF-B2BF-0565EA26F19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E124ED9-2BBC-C615-84FD-5B246F0857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F7E78B08-8BBC-DD39-30F6-B1C3913A71A8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4AB904E7-1B7A-2CAC-B038-F33593BBAC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CEEE0398-E379-DBCE-A272-79D129CBBEEB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BBB33A9-1320-B6C4-EC8B-167A281EAF33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1780F20-A958-435D-C1CF-0032A3CD1479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07AA33-40EE-8624-BDFF-3330F759DCFB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7E9431D-0928-B150-091D-8D334F3C6C6C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244D290F-8771-7043-BFB8-0678AA9456C4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DADF03C3-072C-2B8C-5987-1E8BC69627BA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DD299C17-2DBF-2BBD-7BA7-570E244C243E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1EB9136C-4EE2-E807-EDAF-B775131EA585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60890112-8C52-0ED6-4A2E-3FDDE485BE79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F362B59-E75A-6399-82BC-4F7BCD22781D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E8838C0-67BA-6C62-7D45-43BCDBFC8767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81981C8-F698-DE4B-B865-0851C6549BFC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082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2A27-0F58-A07B-1AFC-5C68C01F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A180-E18B-3BB3-4BAA-EB329E01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BE8050-C9C6-DA1D-AC44-7E51ABF76FBF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ECF4877-5584-88AA-309D-D29970FF4D19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9DF577E-44F9-31D7-8460-807B48F905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6A262F8-2D4E-AB2D-7A59-7F37455A2180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05FD136-292C-E4A1-DE01-F1D48978B5FC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75046AB-D699-E143-A424-919D14145354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F01926E-8D23-67A0-732D-700DEC8019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32C1977-93E1-EF46-E1D8-80F8BEAEEC9C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BAE99E3-5386-A11E-E4E6-6D55EC22A9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339DF3B-1047-B58D-812E-B57C102A43A1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FB21478-D967-3E44-5C92-21DF41F03CE8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82D6A58-1F6F-4580-2B45-F845A1935DB6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B836AF4-1BA8-3839-9EA7-486092DE788B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EE89252-3F71-3380-B601-DA2BB91230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9B80E02-5386-F5D8-A1C6-A444551092DC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803FE34-6368-AE6A-9CEE-A9854F62DF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83029D4-EF3E-7FE8-EB01-643C102F7D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B6CDF59-E2C1-4822-EC12-7BA267E36BBF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7528E0E-1508-BC50-5BB1-951F0704A68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53BDFB-1615-A539-CBDF-75CC66CD4600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EA60A02-F5C6-9399-2DAC-09DF995AB345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EDECDD-969D-C1A3-2953-DE0C9624235F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19DFA4D-B84F-2DDA-23A8-85B72F778729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2ACE562-C521-E71D-ED91-7C0D4B0DE4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B52A088-71A4-00F2-2715-73DF5EE57F00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946DFFB-629E-263E-85CA-EA59512AA8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D110353-3B1F-6D14-63D6-E10A9E53B9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78C6CA9-91B7-79DE-07EF-34C594477298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F9005C9-02E0-7ECB-E999-8B8283170452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4B32D0A-02AC-4767-0619-C08BA2DE3E6B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1817B37-3682-FFB8-2C55-BE33B2F7BC3C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C494721-BF42-596C-DA30-91315C037AE3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71FBFC6-17A0-405C-E3D2-5756DCB8BD5A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A01C7E9-49D1-B770-2924-FBEACF800D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08E5121-C928-5A26-BA3D-6B8DE58CDAE0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10C5FF6-2ACB-6B0F-D397-2EC871C22BBC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C07C3-D195-0DEC-4B0E-0202B7612D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0DB46B6E-21C5-4EE2-F216-C4A843AF99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9D0271B-EA8A-91E0-C974-8E88F1E6A425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C7E4859-C1EA-F20A-EE48-E382D679F8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8F27F59-CDA0-FDA1-700B-403ABC69E187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51BC5E7-5767-8D0F-76FF-12602814D4FD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89E4471-D3EA-16FB-3991-38DAE148406E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3CC94BE-8647-0930-2B9D-1CD0356B79B5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CAA44C1-D349-7A90-4E61-37B000577576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BC9A5BC-D2CD-1719-6F4F-4C525A7EC836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93A1577E-33CD-F1BB-E48B-126E5C6759E6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B084E39-5195-8893-FB2C-504D4662B6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51843F0-B7F7-1C8E-C4BE-0D19A11CEE0E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B990BEB-2302-7E88-E198-F4306EF6975B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E9C9493-DA37-913D-E547-A81D42E32C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F8E935C-9369-6482-857D-9766A35D82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B0F1DFA0-0177-C516-8EBE-1AC778800D45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082CA03-11DF-330F-22CE-F4918943CE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4AA58C6-D143-A6B8-D67E-9F5D5DC32C78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A2C68D-09D3-074C-2DBD-50F56F68DA01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5AF233E-D70E-EB54-E2FC-FAB2F41DC983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19024FC-7322-0F89-A3B6-785E1548955C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6AE5B8E-87A1-A7E7-F226-559200B36EB2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714AD477-B6D9-DB98-1820-EF89D3617028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3912D62D-5BF1-B643-3108-43952AF78DDC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D352B559-649D-502B-1720-B2E604A8F0D9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346DE067-D166-B761-2E2C-EAD84DEF8DDD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7E1D73BF-03C7-AA23-8DAB-A809E9BF9AF7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06A112EC-8167-B139-8F7B-9C558D591D41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C56083C-1609-6F2C-CB76-B33F089A8DD2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76F425-1228-4C72-7C53-C1C59CBC91BC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592502E-0FF6-1C8D-6194-D638676DB995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655DA5B-D955-46FD-F855-9EB7E4CFE80D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56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28D9-D424-FF1B-CFF5-66A1C52E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8D64-13AF-9CAB-C336-443A893B2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13FB71-E135-1E36-9EEA-6568EBDDCC33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455F32-4F66-979D-EB55-AD5D1CF37D5D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FE71B63-B089-327A-242C-90287A5EE2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397E28-D8D8-9B93-2625-92266363CCC6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4E4F1B9-2F14-1F49-868F-526863FE9B89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2EAB9C1-5478-00E4-71FA-D0A3EB1C7AD3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33071A5-6F28-F4A7-E6BE-4311E67CC6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0DFFC8E-99E0-45EB-07E9-7418904B3E15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5A960C0-4F9A-605A-981E-43F0D11B94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83E1BB2-D677-FA6C-65B6-EBF3196C353C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88B9F28-74BB-8B92-2FFD-98500594A3AA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E2FB62A-7037-AD6E-048E-D7A9C4687939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B24A4CE-A4A9-6C3A-774E-65509D35BFAE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F82771B-AA33-D427-48E3-6EC56B55FC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397BAE0-3B4E-4ADE-00FE-8CA8E0099671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4F8FDE8-C8BD-26E9-3E03-88A1A992DA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EB716BE-9A11-237A-25D9-346A510411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B08B816-4C04-0AAA-70BA-FEE19EF1E325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36009A2-215C-58CC-49B2-EFC9BC35226B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BBD3A56-97F4-8C86-A828-23C7066C5B1A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19F0FB1-67CA-F416-CE0E-DB3993371707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FD32E98-CDA6-91F8-6320-496D322E98C6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073A683-72CF-6893-CFA3-53396A3BA02F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AC9EEFA-6FEC-0FDF-9DC6-C947A774ED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C36D2FE-7456-4A48-16C8-7BC739A1F1B2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8DF3882-594C-CE0F-7DD3-AF9EEE0DCD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B8B79ECE-0F10-AF47-C34C-FD9980CAB8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0CB9329-C466-2E68-363C-35790D0B24A2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4A9C529-D7F1-C757-3403-EA0B30F8D719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BFEB462-7077-3418-6734-3B53B4E37A31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BF06C69-A989-4ECB-CE43-2AC4989BE27B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FAA2830-68B4-8C89-1CE3-2162A686042D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A5D72E3-DA5E-910A-CB89-85CC548C9ADB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69D92CE-0BF9-B0AE-9FFD-A07C5E962F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C863B22-0C59-CF07-062A-5B10F4EC62E6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856C944-A585-FD21-F97E-19FA4411A6A6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323496A-7979-F749-C6E5-A7B35D6553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B2ED72C0-689C-C115-7D28-C00AC5F27B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328E5E4B-3B65-54F5-9F97-92584683E38B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9364DB6-4089-FB93-93AB-BE24B273F8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018D005-D199-BA2A-643E-F7DC330C3F52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4D31022-2E93-DAAF-D48E-D3014C702E2B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BA4E33F-263F-ED9A-40C4-97BA8A114AF6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8E7349A-2AE3-12A3-321D-1F6ABF1BE85D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DD1DE45-27BA-8FF8-6D95-A7AA77017F1B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32F7891-AAD2-C417-6A74-FF896802CF14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B0FB180-E249-6BFE-3BC9-D638498FA5B7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DE0C231-E146-5AEA-5AF1-544070154C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9D7B7EA-93E1-6B06-D9F1-583EF4E61732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8E748B41-229E-F0CD-8CBC-3D59542578DB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DA520454-4A39-765F-5190-1FB3AFAC0D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98B260D6-C458-7F39-6840-EFA0336DF2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2E3DA3B4-2F17-5BBD-1FE4-39AAA6239BD6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96276CA-36A7-8415-97F8-A7B8989A69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7B32EFA-13AE-8AC4-9305-AD279AA8BD9D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4DE2D4F-64E3-B5C3-7EC5-D4F6C37C5753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58278BC-BA26-9571-B1C2-3D8BAD540BE5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7FF3896-D54E-D775-8DE7-C755F7012A9B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499DFEC-FF7B-FC1D-57E4-115B93A7C765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8AAB92B2-9B2C-7D24-9FC0-E260FED48203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4D5B6D4E-E6FC-F2E5-EB77-D842B91895A1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F6A41D9E-4378-337D-D7C8-5D44C9278950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0635CB1F-4B67-E4AE-0F57-24EB913E9248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FB394DFF-D0FB-8C77-8C56-31C920881DFF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F9B6AA1E-A4C4-4B69-7DD0-DA0B1986C4C0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B7A80F2-1F15-2A2F-3F47-2EA2D3B8ECE9}"/>
              </a:ext>
            </a:extLst>
          </p:cNvPr>
          <p:cNvGrpSpPr/>
          <p:nvPr/>
        </p:nvGrpSpPr>
        <p:grpSpPr>
          <a:xfrm>
            <a:off x="6247305" y="4237941"/>
            <a:ext cx="2761705" cy="2093358"/>
            <a:chOff x="4719488" y="4177141"/>
            <a:chExt cx="2761705" cy="209335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055CD9E-91CD-3031-CF68-5AEAA12C79C1}"/>
                </a:ext>
              </a:extLst>
            </p:cNvPr>
            <p:cNvGrpSpPr/>
            <p:nvPr/>
          </p:nvGrpSpPr>
          <p:grpSpPr>
            <a:xfrm>
              <a:off x="4719488" y="4177141"/>
              <a:ext cx="2761705" cy="2093358"/>
              <a:chOff x="801222" y="4228650"/>
              <a:chExt cx="2761705" cy="20933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0AFCC7F-D078-68AE-F073-EA90DF531FD6}"/>
                  </a:ext>
                </a:extLst>
              </p:cNvPr>
              <p:cNvGrpSpPr/>
              <p:nvPr/>
            </p:nvGrpSpPr>
            <p:grpSpPr>
              <a:xfrm>
                <a:off x="801222" y="4228650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78EA850-4DA5-E056-0DBD-D7A142AFA9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914F54A-CFF0-8C24-8B09-FF5163730564}"/>
                    </a:ext>
                  </a:extLst>
                </p:cNvPr>
                <p:cNvCxnSpPr>
                  <a:cxnSpLocks/>
                  <a:stCxn id="35" idx="3"/>
                  <a:endCxn id="4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5045856-05D2-9DC9-DC01-3DE226657E29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735DB106-42E5-DF34-E5C8-6BCB3F4073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59A81B5-3BA1-81CB-89AE-AF7717E16D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0E1E08C-AAF2-9D72-7CF0-48E451444A44}"/>
                      </a:ext>
                    </a:extLst>
                  </p:cNvPr>
                  <p:cNvCxnSpPr>
                    <a:cxnSpLocks/>
                    <a:stCxn id="40" idx="3"/>
                    <a:endCxn id="41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D4BDC7EE-67F4-9D63-3BC0-AF4DEBFB88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396865C6-9383-4116-1A94-A0555DD7CA5A}"/>
                      </a:ext>
                    </a:extLst>
                  </p:cNvPr>
                  <p:cNvCxnSpPr>
                    <a:cxnSpLocks/>
                    <a:stCxn id="40" idx="5"/>
                    <a:endCxn id="43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5D11EF52-530D-F6B9-66AB-0DAB231DFD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BCBE465-8B06-440A-45C5-707A0C4B1BD7}"/>
                    </a:ext>
                  </a:extLst>
                </p:cNvPr>
                <p:cNvCxnSpPr>
                  <a:cxnSpLocks/>
                  <a:stCxn id="35" idx="5"/>
                  <a:endCxn id="3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7D253694-24BB-B207-08BF-96439AC4ABB9}"/>
                  </a:ext>
                </a:extLst>
              </p:cNvPr>
              <p:cNvGrpSpPr/>
              <p:nvPr/>
            </p:nvGrpSpPr>
            <p:grpSpPr>
              <a:xfrm>
                <a:off x="894503" y="4294555"/>
                <a:ext cx="2502490" cy="1977504"/>
                <a:chOff x="894503" y="4294555"/>
                <a:chExt cx="2502490" cy="197750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925D8C12-337D-5026-E776-919489A67A19}"/>
                    </a:ext>
                  </a:extLst>
                </p:cNvPr>
                <p:cNvSpPr txBox="1"/>
                <p:nvPr/>
              </p:nvSpPr>
              <p:spPr>
                <a:xfrm>
                  <a:off x="2253286" y="4294555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1</a:t>
                  </a:r>
                  <a:endParaRPr lang="en-US" dirty="0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F7D732E-A46C-927E-D6C7-00258719E6E6}"/>
                    </a:ext>
                  </a:extLst>
                </p:cNvPr>
                <p:cNvSpPr txBox="1"/>
                <p:nvPr/>
              </p:nvSpPr>
              <p:spPr>
                <a:xfrm>
                  <a:off x="1362639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4</a:t>
                  </a:r>
                  <a:endParaRPr 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2B9CE432-62A6-BA1B-4439-E9BC25B77D13}"/>
                    </a:ext>
                  </a:extLst>
                </p:cNvPr>
                <p:cNvSpPr txBox="1"/>
                <p:nvPr/>
              </p:nvSpPr>
              <p:spPr>
                <a:xfrm>
                  <a:off x="3129473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8</a:t>
                  </a:r>
                  <a:endParaRPr lang="en-US" dirty="0"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6C79A5C-A5DC-E7E8-1FC8-0D3CC274315D}"/>
                    </a:ext>
                  </a:extLst>
                </p:cNvPr>
                <p:cNvSpPr txBox="1"/>
                <p:nvPr/>
              </p:nvSpPr>
              <p:spPr>
                <a:xfrm>
                  <a:off x="894503" y="5902727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9</a:t>
                  </a:r>
                  <a:endParaRPr lang="en-US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887A459-4406-C520-4126-F93E3B63656D}"/>
                </a:ext>
              </a:extLst>
            </p:cNvPr>
            <p:cNvSpPr txBox="1"/>
            <p:nvPr/>
          </p:nvSpPr>
          <p:spPr>
            <a:xfrm>
              <a:off x="5796212" y="585154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28EF0420-8209-C325-BC73-4120D2376E4E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D6C538-C1F3-BE7E-A647-DEC7B8CF8B95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34AE3FE-6758-1437-D79C-2CE3BA370907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AE6760D-1A66-9323-BEE9-5DF415063583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598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CCB3-DBEF-65AF-0A6B-2789C2B3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3878-33F9-9286-ACB6-D5D5EAA3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455350-F97F-53A0-8B21-324A3BE4B69F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7F8B11-3BAD-F5E3-0FCC-8828E7B6DB3B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A29F497-BF30-E7A5-8BB9-5E999A6549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DBB22E5-8D8E-B42F-96E0-128731187B1F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B3609E-AB83-6A1E-1283-0063C33F7475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EE110AF-8672-352E-C7C8-3816869F866A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CE38009-1D51-7F20-043D-C7770C585D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4022965-B70B-0E7E-37D9-0B61E91A4B5F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3C90C1CA-0C07-5939-F6A6-4D411A3632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512684E-4E5A-39BF-1E8C-AAE9DAB6E693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AD64122-60FB-9340-57CE-BAE3010A5568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268B65B-251B-4F03-F98D-D608F15410A6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EB28010-E08B-170D-71C7-F7156E7E81F5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10C13E8-491F-B0E5-E8B3-263EBC8724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A0E2ABD-B92E-138D-9A05-15FE339DCFB8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9D80005-921D-08DA-2586-54F21BC7F8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07065AE-A1A9-FE0B-AB5E-09D5A82C6C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AEBE978-E0EC-4725-7A6A-783A96C5B0B5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7E40C5A-D810-6F6B-5610-97A6E6809BA5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85E5658-994E-1303-FADA-AD94F3802071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BA573EC-C20B-1297-6B96-362F94302775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AD059C9-75BC-F7B6-C115-1D4080360BCE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DDFC0AF-F4A9-7033-D42C-309F375A6935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2EFE40D5-53D2-8B8A-DBCC-22C0EF0981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D5AD21E-9E35-E3B4-CE2A-08310C7E2993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B1C05A2-C011-5F5D-8C7A-3EC48088E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C377378-D611-B3F5-8D1C-B669B7271D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04F56D22-F8D8-4A03-827D-499F86924A71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CDFDA12-5FD4-8AAF-AD68-734D1233BF4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00A13AA-FCF8-2E5D-5D7E-EC0AA4F29DC8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FCE6A40-89AA-C1A5-4A9F-C22353DF64D0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FEC2C34-6D45-9D71-6ACB-84EF61781D00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7BC12E7-B05E-C4BF-7CFC-C24459B64D0A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01D389A-94FA-720D-1821-6972479DD6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F5EFF59-314E-1DD0-DD4E-CC0BC0E9B880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51D3BA1-2714-5159-653C-112202A108E0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F6A0EEE-F953-A80B-2825-B9AD9D073AA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D09754F-7E6E-1584-BA4E-9C7BE23DF4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0769D90-F3E5-8CAA-997C-4B8EF2C57DC4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715EDC5-EAF9-70B0-DC4D-17A2569B7D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087230A-8F26-C82F-1BC2-D7F43808F5A8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780935E-583D-ED1D-6D85-C9A32CE83F64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C847A8A-C39F-D38F-B6BF-AF1E0255FD1A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642D8E1-2095-5F3D-F36B-F52C183DD779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1CB65EB-75DB-B6BA-8F41-7F1E26CF0811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56E6571-908E-6600-2DB5-B6FC174DD98F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1B5C3EB-75B5-0606-AE83-45F61A0EE39B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DA58884-1351-83F0-8D25-66E20CBEF1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0226544-3CBB-48FD-63E9-11C5C0591F91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DF601128-1136-88D0-C65E-347F70A6B495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9810E8B9-2177-F701-2147-F4459A7151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FC9A479C-A287-8977-65CB-EBBAE78FD2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F6DA9B9C-836D-3DA4-E175-E2865BE45872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5B3E95D-34D2-837B-0350-12AF289BB7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B03B2CD-77FE-B115-7022-BF8956EE844E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104A669-50F8-4E44-5F26-217507E1F267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EAE044D-999B-C0D6-8835-631051A5D75B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4DA47CB-A285-6D2A-61B2-6B2FD44C8812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04395BF-7DC6-7A05-EEB2-19F8758B4FA2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338944C3-7262-7CD3-97F7-D1BD11DA2880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91B9DEA8-44C5-DFE3-FEA1-71734EE489DE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15EEDFD8-F351-C9E2-1835-E031E27FA5DD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58CA73F6-0D08-5A3D-5BB6-C69F3D1DCB2B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05283BE0-72B0-674E-3F3C-D776548E70E7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88FF3C75-60AD-7733-299F-783225BF467E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5BDF0B1-3777-F22F-7104-4898C0696C66}"/>
              </a:ext>
            </a:extLst>
          </p:cNvPr>
          <p:cNvGrpSpPr/>
          <p:nvPr/>
        </p:nvGrpSpPr>
        <p:grpSpPr>
          <a:xfrm>
            <a:off x="6247305" y="4237941"/>
            <a:ext cx="2761705" cy="2093358"/>
            <a:chOff x="4719488" y="4177141"/>
            <a:chExt cx="2761705" cy="209335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762C00C-92D5-B771-7526-A06A8EFDE39F}"/>
                </a:ext>
              </a:extLst>
            </p:cNvPr>
            <p:cNvGrpSpPr/>
            <p:nvPr/>
          </p:nvGrpSpPr>
          <p:grpSpPr>
            <a:xfrm>
              <a:off x="4719488" y="4177141"/>
              <a:ext cx="2761705" cy="2093358"/>
              <a:chOff x="801222" y="4228650"/>
              <a:chExt cx="2761705" cy="20933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EE57CAE-4993-0A5C-7AAA-316A6A24621D}"/>
                  </a:ext>
                </a:extLst>
              </p:cNvPr>
              <p:cNvGrpSpPr/>
              <p:nvPr/>
            </p:nvGrpSpPr>
            <p:grpSpPr>
              <a:xfrm>
                <a:off x="801222" y="4228650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EFDA943-05D5-97DE-AB4B-B7C12C7769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53D5556-3CF9-B4DB-270A-14E1CC80BA2A}"/>
                    </a:ext>
                  </a:extLst>
                </p:cNvPr>
                <p:cNvCxnSpPr>
                  <a:cxnSpLocks/>
                  <a:stCxn id="35" idx="3"/>
                  <a:endCxn id="4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B2E2DA1-FD4C-95D2-1EDB-193FB0878D6C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9EEF2E34-A83A-A25C-7F62-0320431801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8253B8F3-C2FB-D3EC-84CC-F0A0F1BE65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E9538C1-9468-5698-A883-03657E381DA0}"/>
                      </a:ext>
                    </a:extLst>
                  </p:cNvPr>
                  <p:cNvCxnSpPr>
                    <a:cxnSpLocks/>
                    <a:stCxn id="40" idx="3"/>
                    <a:endCxn id="41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147893F9-D8F7-0BF5-958A-AC38876A2F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D3A79345-D6CB-7EAF-EFEB-EB86E481B905}"/>
                      </a:ext>
                    </a:extLst>
                  </p:cNvPr>
                  <p:cNvCxnSpPr>
                    <a:cxnSpLocks/>
                    <a:stCxn id="40" idx="5"/>
                    <a:endCxn id="43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7BCFDD1A-404F-5864-A03F-555CBA88B5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3734267-B996-5686-E7AA-7C2EF868DAEF}"/>
                    </a:ext>
                  </a:extLst>
                </p:cNvPr>
                <p:cNvCxnSpPr>
                  <a:cxnSpLocks/>
                  <a:stCxn id="35" idx="5"/>
                  <a:endCxn id="3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CB07405B-D933-D808-105A-B91F0EB32707}"/>
                  </a:ext>
                </a:extLst>
              </p:cNvPr>
              <p:cNvGrpSpPr/>
              <p:nvPr/>
            </p:nvGrpSpPr>
            <p:grpSpPr>
              <a:xfrm>
                <a:off x="894503" y="4294555"/>
                <a:ext cx="2502490" cy="1977504"/>
                <a:chOff x="894503" y="4294555"/>
                <a:chExt cx="2502490" cy="197750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8E7E655A-3B73-BDAC-3A21-375A297522A3}"/>
                    </a:ext>
                  </a:extLst>
                </p:cNvPr>
                <p:cNvSpPr txBox="1"/>
                <p:nvPr/>
              </p:nvSpPr>
              <p:spPr>
                <a:xfrm>
                  <a:off x="2253286" y="4294555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1</a:t>
                  </a:r>
                  <a:endParaRPr lang="en-US" dirty="0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AD8B211-34DA-E126-52C7-6FEF65D6B045}"/>
                    </a:ext>
                  </a:extLst>
                </p:cNvPr>
                <p:cNvSpPr txBox="1"/>
                <p:nvPr/>
              </p:nvSpPr>
              <p:spPr>
                <a:xfrm>
                  <a:off x="1362639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4</a:t>
                  </a:r>
                  <a:endParaRPr 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412B765-BF7C-F8BE-F177-23979423DB62}"/>
                    </a:ext>
                  </a:extLst>
                </p:cNvPr>
                <p:cNvSpPr txBox="1"/>
                <p:nvPr/>
              </p:nvSpPr>
              <p:spPr>
                <a:xfrm>
                  <a:off x="3129473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8</a:t>
                  </a:r>
                  <a:endParaRPr lang="en-US" dirty="0"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586BB9D9-48FE-2013-04DE-023113763A7C}"/>
                    </a:ext>
                  </a:extLst>
                </p:cNvPr>
                <p:cNvSpPr txBox="1"/>
                <p:nvPr/>
              </p:nvSpPr>
              <p:spPr>
                <a:xfrm>
                  <a:off x="894503" y="5902727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9</a:t>
                  </a:r>
                  <a:endParaRPr lang="en-US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418094A-F169-7D41-3775-3CB6D763047F}"/>
                </a:ext>
              </a:extLst>
            </p:cNvPr>
            <p:cNvSpPr txBox="1"/>
            <p:nvPr/>
          </p:nvSpPr>
          <p:spPr>
            <a:xfrm>
              <a:off x="5796212" y="585154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49" name="Down Arrow 148">
            <a:extLst>
              <a:ext uri="{FF2B5EF4-FFF2-40B4-BE49-F238E27FC236}">
                <a16:creationId xmlns:a16="http://schemas.microsoft.com/office/drawing/2014/main" id="{5AE6C2BB-C263-9BB5-8CF9-8C77F74B5B7B}"/>
              </a:ext>
            </a:extLst>
          </p:cNvPr>
          <p:cNvSpPr/>
          <p:nvPr/>
        </p:nvSpPr>
        <p:spPr>
          <a:xfrm rot="5400000">
            <a:off x="6322898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0A80CF-D464-BF2C-88CE-AC6D0C175FC8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378DC52-2F12-1E54-1789-F3762ED0EAD9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90DFA32-7AAC-313E-B5AD-E0DC3999BBD1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43AD09D-A887-9260-C9B1-B65FA4F18145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1301605-8A2D-16E0-F3D5-4E66C2115324}"/>
              </a:ext>
            </a:extLst>
          </p:cNvPr>
          <p:cNvSpPr txBox="1"/>
          <p:nvPr/>
        </p:nvSpPr>
        <p:spPr>
          <a:xfrm>
            <a:off x="6393743" y="4064759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645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BE10-EF93-31A2-86A5-9DCA7298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C6BA-80D3-8FF6-393A-70EEDE38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4DF743-B10E-C6A2-0152-BC1624163B91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C4537A5-A24B-3906-CF0E-B9EBB1C993CF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81D4976-CE88-161C-9912-9E0E144E40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351EE0B-E6B4-E0BB-0F1E-B7611A97695C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6D1B43-579F-89DF-06BA-DA4367917B0A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F746BF7-8D68-0962-2646-C3DD092458E6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207182A-BF4B-4BE0-D9E2-FF902703EF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0A45A16-AB23-C47F-5890-5928BBB54457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332B378-5015-6D15-F396-A43FBF7A2A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FB97AD3-6653-B440-0E4C-914ADBE86794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8EFD2C9-A875-7A78-54F6-5BF1239DA2B4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D93420D-F1D4-9F99-81E0-AC6C5EE14F6A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044A088-9CEF-509E-D2B7-212D2E7FA953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0282A21-9F22-BFC0-F7E5-A41BA881FA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0201898-5C7B-C8C0-06FD-621831AD6B43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D1E8EE-89FE-9597-66EF-2C17BDB286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3CA0227-72B3-A004-062B-DE37C783CD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5A5D7DD-025D-D712-BCEB-091B8136A068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3431A7F-5F98-74F6-B1F8-B4E620F6251A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39F7C04-537C-AA68-D60B-03936DE19DF5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8D0C254-A2E4-1C5C-3A5F-424E39F5C6EE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175276-183F-DD07-064B-B678964D4751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79B21D5-98FF-8BF2-754C-D45A45445F71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DC04A940-9D45-7E38-908F-BED0398B0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D171419-8BF2-DD78-13A1-E16D2B84D21D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024C197-6B91-84BA-370E-8E00706067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2DF7A93B-84EB-1FC3-EE9A-5FD3D8726B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F0C9446E-9145-4F32-AB7B-C4125B16DEB4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CD5422-872A-656D-F7DC-5865C6761031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4A85C19-9C62-0813-9E57-20FB01C2E038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A26E4F1-2901-01B5-E2C7-FDB4A8C4EDE1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5C278F7-0E5F-BCFB-7BF1-7B29EB384EF2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9B8AE87-915E-A3EE-C90C-4D65EB2E821C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DACB22A-8C4F-8ADF-598C-E7D0835873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AD2D2BC-4F2D-3814-50AC-D7CD05BEB35A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7FBD6B6-269D-4DBA-AA57-3256EA5D75BB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B34F976-D8AD-D4D4-D1A2-15EE218291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65D7E9B4-73F5-1FD5-2C57-18830B61DA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1F35621B-4CF2-FD9C-02CE-6A29F224332A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38D22BC-E560-0263-255B-340E976DD9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6D114AE-4716-0AE7-125D-F8412FCDA59E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9EA475A-84E8-2B78-91C5-FB20DF371190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73DFE4-AC50-F036-E88F-65C40878FA08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4D848DC-3CD7-593F-E224-AD8669B9DFFD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78EEB5F-37C4-E1BF-9093-FF3DD7E83A39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E4A90F7-9537-49D1-AD05-30679B9CDE38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50598A5-8585-93D8-1255-D2A008C6E112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545E73-8CEE-7BD2-3836-902439DE7E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A1D19737-6559-2B4A-E469-0DB3F31220BF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2DDF1D02-4734-6399-A54B-2EBFAD60F4C0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EF6F8203-FF6C-9704-7244-E00DE28D4C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B76E6DAC-355D-3753-D6D4-6438AC77AC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DDA6A4B6-4BC0-D160-1BCB-8D810A921E9C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3A33556-CA25-AD46-9030-899F26D2CB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5D8E0FF-F1A9-0286-A627-E4B383E699E1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3C52766-24BD-A521-1386-2ABDC0730466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52EBC36-D973-EC77-6772-8C3C80044839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9E4C1D-2040-DCF7-1DED-6F7A0FC969E0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146FFA9-C495-A3BF-584A-68F235B66CB7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D0DC0CB0-11C5-8285-3356-0A20067D4DB5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33A4F996-A2EF-7126-66E2-205CDE0CCCAD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5FC15456-6AA4-8C32-5C90-2DFDC031D4F0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18858843-CBB8-CCFE-C1DE-6A694C498C86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76E039C2-4EB1-D121-3E6D-C56C8CB06DE7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8B2CEACB-832F-2AB6-B8A3-32A8AA1D9531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5DA0811-5F8B-C1F4-9A5D-F5A5DDC24D01}"/>
              </a:ext>
            </a:extLst>
          </p:cNvPr>
          <p:cNvGrpSpPr/>
          <p:nvPr/>
        </p:nvGrpSpPr>
        <p:grpSpPr>
          <a:xfrm>
            <a:off x="6247305" y="4237941"/>
            <a:ext cx="2761705" cy="2093358"/>
            <a:chOff x="4719488" y="4177141"/>
            <a:chExt cx="2761705" cy="209335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4F71653-EB75-DE8B-75A2-69FE70B9CED1}"/>
                </a:ext>
              </a:extLst>
            </p:cNvPr>
            <p:cNvGrpSpPr/>
            <p:nvPr/>
          </p:nvGrpSpPr>
          <p:grpSpPr>
            <a:xfrm>
              <a:off x="4719488" y="4177141"/>
              <a:ext cx="2761705" cy="2093358"/>
              <a:chOff x="801222" y="4228650"/>
              <a:chExt cx="2761705" cy="20933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3967905-5418-7CF7-28E3-5486A2397C0A}"/>
                  </a:ext>
                </a:extLst>
              </p:cNvPr>
              <p:cNvGrpSpPr/>
              <p:nvPr/>
            </p:nvGrpSpPr>
            <p:grpSpPr>
              <a:xfrm>
                <a:off x="801222" y="4228650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6543AAA-29E0-EFA1-B85A-B7471CFFE7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A266799-B6CF-F4D4-0E6C-436F1EABB3F8}"/>
                    </a:ext>
                  </a:extLst>
                </p:cNvPr>
                <p:cNvCxnSpPr>
                  <a:cxnSpLocks/>
                  <a:stCxn id="35" idx="3"/>
                  <a:endCxn id="4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AC2B62E7-12A3-030D-F1C0-F264190D1895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80A8219C-5DFD-748F-985C-F92A20D600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8FE2C1BC-F6A9-B936-D5EA-A25EBB6945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45ECA25C-150B-3736-EB9E-97F7ECE9C6A2}"/>
                      </a:ext>
                    </a:extLst>
                  </p:cNvPr>
                  <p:cNvCxnSpPr>
                    <a:cxnSpLocks/>
                    <a:stCxn id="40" idx="3"/>
                    <a:endCxn id="41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7BB6FE53-E91A-1745-73F7-6FE85C4E0F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11DFEC9B-C935-5A0B-AD67-68D47AFA8089}"/>
                      </a:ext>
                    </a:extLst>
                  </p:cNvPr>
                  <p:cNvCxnSpPr>
                    <a:cxnSpLocks/>
                    <a:stCxn id="40" idx="5"/>
                    <a:endCxn id="43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D410B738-8A9F-37A0-5BE4-56C3BF6450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3C63C1B-ACBA-07D2-B9D3-53E98094CDB1}"/>
                    </a:ext>
                  </a:extLst>
                </p:cNvPr>
                <p:cNvCxnSpPr>
                  <a:cxnSpLocks/>
                  <a:stCxn id="35" idx="5"/>
                  <a:endCxn id="3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7A116F9-0AF4-F640-D294-96845930AE0F}"/>
                  </a:ext>
                </a:extLst>
              </p:cNvPr>
              <p:cNvGrpSpPr/>
              <p:nvPr/>
            </p:nvGrpSpPr>
            <p:grpSpPr>
              <a:xfrm>
                <a:off x="894503" y="4294555"/>
                <a:ext cx="2502490" cy="1977504"/>
                <a:chOff x="894503" y="4294555"/>
                <a:chExt cx="2502490" cy="197750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89B74DD1-422C-2604-CF70-4AF5DA4DA39B}"/>
                    </a:ext>
                  </a:extLst>
                </p:cNvPr>
                <p:cNvSpPr txBox="1"/>
                <p:nvPr/>
              </p:nvSpPr>
              <p:spPr>
                <a:xfrm>
                  <a:off x="2253286" y="4294555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1</a:t>
                  </a:r>
                  <a:endParaRPr lang="en-US" dirty="0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0F60830C-9DB5-BA0C-8985-A56D509F45EC}"/>
                    </a:ext>
                  </a:extLst>
                </p:cNvPr>
                <p:cNvSpPr txBox="1"/>
                <p:nvPr/>
              </p:nvSpPr>
              <p:spPr>
                <a:xfrm>
                  <a:off x="1362639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4</a:t>
                  </a:r>
                  <a:endParaRPr 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8DD4460-7FFD-FCB5-647C-225BB2D10E49}"/>
                    </a:ext>
                  </a:extLst>
                </p:cNvPr>
                <p:cNvSpPr txBox="1"/>
                <p:nvPr/>
              </p:nvSpPr>
              <p:spPr>
                <a:xfrm>
                  <a:off x="3129473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8</a:t>
                  </a:r>
                  <a:endParaRPr lang="en-US" dirty="0"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8696A3E7-0A0C-3870-E31B-EA13E8894BEA}"/>
                    </a:ext>
                  </a:extLst>
                </p:cNvPr>
                <p:cNvSpPr txBox="1"/>
                <p:nvPr/>
              </p:nvSpPr>
              <p:spPr>
                <a:xfrm>
                  <a:off x="894503" y="5902727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9</a:t>
                  </a:r>
                  <a:endParaRPr lang="en-US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2511689-86CC-0A00-FA2B-BB8AA31F3274}"/>
                </a:ext>
              </a:extLst>
            </p:cNvPr>
            <p:cNvSpPr txBox="1"/>
            <p:nvPr/>
          </p:nvSpPr>
          <p:spPr>
            <a:xfrm>
              <a:off x="5796212" y="585154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6109343-8770-87B8-263E-03758D6DAD05}"/>
              </a:ext>
            </a:extLst>
          </p:cNvPr>
          <p:cNvGrpSpPr/>
          <p:nvPr/>
        </p:nvGrpSpPr>
        <p:grpSpPr>
          <a:xfrm>
            <a:off x="3182991" y="4237941"/>
            <a:ext cx="2761705" cy="2093358"/>
            <a:chOff x="846212" y="4064806"/>
            <a:chExt cx="2761705" cy="209335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08A26D9-D528-8C60-6384-A87969FD43F4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8C2D2CC-8971-C598-C56A-190E2BA4C35E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C9CFC08-1505-284E-83F3-7E1C4AC8E8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999831C-1B4D-9EC1-D611-92EAC0515C5A}"/>
                    </a:ext>
                  </a:extLst>
                </p:cNvPr>
                <p:cNvCxnSpPr>
                  <a:cxnSpLocks/>
                  <a:stCxn id="21" idx="3"/>
                  <a:endCxn id="29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CC798AC-5FDF-9270-BEC5-717A3FD6B250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484DF19-4ECF-1A54-3C9C-A2660C40CE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6D76FF4-7F04-3DB2-A150-58342456B4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EECE8AC0-686A-9DC9-3372-B6705D69399F}"/>
                      </a:ext>
                    </a:extLst>
                  </p:cNvPr>
                  <p:cNvCxnSpPr>
                    <a:cxnSpLocks/>
                    <a:stCxn id="29" idx="3"/>
                    <a:endCxn id="30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6E77A6DB-923E-2BA9-2752-C121BCD7B4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13C9363E-36BA-B7ED-3336-1559FE3E15F2}"/>
                      </a:ext>
                    </a:extLst>
                  </p:cNvPr>
                  <p:cNvCxnSpPr>
                    <a:cxnSpLocks/>
                    <a:stCxn id="29" idx="5"/>
                    <a:endCxn id="32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2C28357C-5059-2744-95F7-571782BFC54D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AD4AC8C1-EB1A-1657-2278-60D6CB26D8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D41F1A43-CE5A-3A56-14D2-72C58709015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AE69FC06-7AA7-4A93-F405-DCF88CAA7904}"/>
                      </a:ext>
                    </a:extLst>
                  </p:cNvPr>
                  <p:cNvCxnSpPr>
                    <a:cxnSpLocks/>
                    <a:stCxn id="26" idx="3"/>
                    <a:endCxn id="27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D3FB5CA-73E5-58E3-8428-3579DE9640FD}"/>
                    </a:ext>
                  </a:extLst>
                </p:cNvPr>
                <p:cNvCxnSpPr>
                  <a:cxnSpLocks/>
                  <a:stCxn id="21" idx="5"/>
                  <a:endCxn id="26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5193E95-5C23-78C0-76E4-B48C5616935C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1</a:t>
                </a:r>
                <a:endParaRPr lang="en-US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E9B7EF6-2078-792F-BE2A-01ED0FAE1E37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E3F8D4AD-17DA-2FD2-C770-0A06394C3E57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8</a:t>
                </a:r>
                <a:endParaRPr lang="en-US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0243AFE-D82C-BFC2-7C75-22A560C6DA9B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DB90C37-61FD-0AE2-BE90-8A7C2C69FF41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BF83AA-B479-ACEF-7E0E-238A736004EA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7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49" name="Down Arrow 148">
            <a:extLst>
              <a:ext uri="{FF2B5EF4-FFF2-40B4-BE49-F238E27FC236}">
                <a16:creationId xmlns:a16="http://schemas.microsoft.com/office/drawing/2014/main" id="{BAA7FA36-3F59-6626-9828-8157B906BCF0}"/>
              </a:ext>
            </a:extLst>
          </p:cNvPr>
          <p:cNvSpPr/>
          <p:nvPr/>
        </p:nvSpPr>
        <p:spPr>
          <a:xfrm rot="5400000">
            <a:off x="6322898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6C5A7F2-B99F-B433-17DF-0343E4C058A1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EEA4A89-3195-B759-38B8-91D50A50A387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6C1DDD6-B84C-D737-319D-E04EDFFCB973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AE0819D-67E5-60DA-00B5-BEEF3ABF3900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1310A17-4A6D-D478-1776-2EA55CE93210}"/>
              </a:ext>
            </a:extLst>
          </p:cNvPr>
          <p:cNvSpPr txBox="1"/>
          <p:nvPr/>
        </p:nvSpPr>
        <p:spPr>
          <a:xfrm>
            <a:off x="6393743" y="4064759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513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58A8-C13E-1835-B870-A10C05D4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5136-4878-17B1-BF9D-2DA33B52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7ACDA8-CA85-204D-7E7B-9D1B14F5C891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3B38587-FB9F-3736-ED75-0C79F74F1D8F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D5E6820-8D12-3567-3BF1-3BE649BEF2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BE87C47-2D1E-9C3C-D053-6DF86128C0FC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3DE7ADD-A01A-CE89-DB3E-6F1BD2C180C9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A9F17D3-97D1-160E-B91F-260C4529E591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7A89370-02DE-0C00-72A6-4216681E81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7E78811-F4C5-7E2D-FCAB-4068321D7C28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1A63D2-50D4-F624-59EA-3DCBCB4A11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69B2AA-2971-709E-6E26-E968E5A31BA2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E15FED1-C122-FE1B-A58F-E8276D2C5E09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FE48C58-E4C4-C131-4326-EEE5745F7C39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BB6EA30-F6F9-0F5C-8B8E-18561E3A592C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62373BF-97B5-E1B2-19D1-9B5CA8D7EB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14EABE3-30E5-4132-13AD-7620F5090710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C39485A-56E0-5A82-15CD-2599D4D7F7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A810F18-1D80-B29A-00B5-6887BA4B94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066E9EC-C4E9-E549-1F5E-B10A2351BD3E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ACD2603-EE94-E922-5E08-0D9652EAACFC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48A4353-7472-F5D0-3866-149A3FD1F2F1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46D2CBC-365E-17F4-7EAC-E8271F2BF3E4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FF59163-C196-F06F-0E02-0F9198C0A8B5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68BA5AB-F2A4-944E-CFD4-E1D8FFB23A20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AE54D05-D81D-ABD4-40F9-D672B8AAD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324DE4B-330B-7AEF-FE4F-B0A61EE43D31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86EA8E5-A6F1-16FB-78A0-FA3D19E705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3A223E6-51EF-51D3-3583-2DD9BCF2B7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483252D-78C4-C8AE-1B75-2FD6DD5F71F8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4E65097-40A1-2F40-0F23-F52DB3DCFE16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3B6ACF0-1C83-9A42-4595-F9233AC27308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31A22F1-8D03-7190-0E2F-0580AB930E37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18C848B-86EF-964F-8A88-C0FB9A483FE6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D51A698-742C-6F2B-734C-77290BD70ED3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6D5EE9A-F3D1-BC77-58F2-F934128FA9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CEC1DB9-7DC1-5A8D-61AB-9B4FCADB83E0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DAC82D2-0AAF-4AB2-E25F-254219447CAA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6DD9D74-78E5-2DB3-136B-26EC30D3E5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48B9738-0E5C-0B88-E9B8-C99E151A0B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78547CE-304D-72CC-F29E-2E033BBB5F33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A8780B6-3D8B-BE78-A43C-5E6E722085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E3DD0AD-16C7-D9B6-F5C4-2ACA4557FC83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6BA45B4-7F02-143C-EF6A-179D71992EFA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B601B9-FA70-06DA-1D6B-5A6BFCC23375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CA24418-784A-C1C3-4C92-969740791EE0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17984E7-23C6-9967-B1F8-24B3BDDBA7AB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8ED3E9D-C64C-F428-E893-88619D44ABA8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0143E6B-C677-E808-C502-6D121F5394C6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16AE1E30-518B-9F9C-4208-35C3715021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2B3253AE-10CB-CDA2-EEB2-C8BCAE6D4EE8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FCE09FF-A717-2919-3FBC-FB33DFBB377C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26C96912-FA6E-DB63-BF91-10A1C771E7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2CE5B4C7-A984-43FC-1557-1702D3BB73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46E317D6-3EB2-6F67-32C7-2347EDC19CDA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032C6BC8-19D8-9605-166E-BAA6651F5A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9212915-F6C9-8366-898A-E753A37AB697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881E98A-5986-5382-D237-0ACC21CBCDE3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1E051A-D744-CB01-AA1A-8F4C493BD286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19ED55F-91B7-CA1D-F0F3-87C38F407684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19CBA75-46CF-DC63-5262-DDDD50E9B5BE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4465F21F-EE37-508E-A447-7936C91DF31D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9D4DDB9A-F7C2-5153-7A51-9E0554D8D06D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8438D60B-F3D9-8F10-57BE-5817C49B7AC2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C11729B7-BE5D-91FA-9D10-DCA18C8D3C55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1FCB4299-E68C-660D-9AF7-11116EF370D2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82AF06AF-CE98-F47E-0542-32CFD7A22B5B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710DEAA-AE60-480F-098C-1C05543327C8}"/>
              </a:ext>
            </a:extLst>
          </p:cNvPr>
          <p:cNvGrpSpPr/>
          <p:nvPr/>
        </p:nvGrpSpPr>
        <p:grpSpPr>
          <a:xfrm>
            <a:off x="6247305" y="4237941"/>
            <a:ext cx="2761705" cy="2093358"/>
            <a:chOff x="4719488" y="4177141"/>
            <a:chExt cx="2761705" cy="209335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C686AA2-0528-BB14-F0DD-524AEE0FFF32}"/>
                </a:ext>
              </a:extLst>
            </p:cNvPr>
            <p:cNvGrpSpPr/>
            <p:nvPr/>
          </p:nvGrpSpPr>
          <p:grpSpPr>
            <a:xfrm>
              <a:off x="4719488" y="4177141"/>
              <a:ext cx="2761705" cy="2093358"/>
              <a:chOff x="801222" y="4228650"/>
              <a:chExt cx="2761705" cy="20933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A90CAE-54CA-0B29-E848-B4321B9826CC}"/>
                  </a:ext>
                </a:extLst>
              </p:cNvPr>
              <p:cNvGrpSpPr/>
              <p:nvPr/>
            </p:nvGrpSpPr>
            <p:grpSpPr>
              <a:xfrm>
                <a:off x="801222" y="4228650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1796F09-ED50-CB53-931A-F2A3B5B65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5861348-E37B-4FB1-CCB7-0DDFC9DDEE7F}"/>
                    </a:ext>
                  </a:extLst>
                </p:cNvPr>
                <p:cNvCxnSpPr>
                  <a:cxnSpLocks/>
                  <a:stCxn id="35" idx="3"/>
                  <a:endCxn id="4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A89D6C97-660E-7909-D304-BD13273F433C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966C021E-1FA2-772A-1036-41EACE3F38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2DDA02F2-06A8-9F6D-D86A-61C17918B5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E44A249D-A16A-707C-2779-D66748300A8D}"/>
                      </a:ext>
                    </a:extLst>
                  </p:cNvPr>
                  <p:cNvCxnSpPr>
                    <a:cxnSpLocks/>
                    <a:stCxn id="40" idx="3"/>
                    <a:endCxn id="41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AF113E47-AAA3-7374-288A-114C2A1532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E418639F-591A-2A3A-80A0-199C07539B60}"/>
                      </a:ext>
                    </a:extLst>
                  </p:cNvPr>
                  <p:cNvCxnSpPr>
                    <a:cxnSpLocks/>
                    <a:stCxn id="40" idx="5"/>
                    <a:endCxn id="43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D8B4161-79BB-1106-6E31-DE27612DE3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76F1E8E-D5B7-BFCB-8D21-82827F6AE855}"/>
                    </a:ext>
                  </a:extLst>
                </p:cNvPr>
                <p:cNvCxnSpPr>
                  <a:cxnSpLocks/>
                  <a:stCxn id="35" idx="5"/>
                  <a:endCxn id="3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5708FA9-256D-D747-522A-DC0C96791CDF}"/>
                  </a:ext>
                </a:extLst>
              </p:cNvPr>
              <p:cNvGrpSpPr/>
              <p:nvPr/>
            </p:nvGrpSpPr>
            <p:grpSpPr>
              <a:xfrm>
                <a:off x="894503" y="4294555"/>
                <a:ext cx="2502490" cy="1977504"/>
                <a:chOff x="894503" y="4294555"/>
                <a:chExt cx="2502490" cy="197750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05AE9DB-D53D-5DFF-F7FC-62A0B1997CC0}"/>
                    </a:ext>
                  </a:extLst>
                </p:cNvPr>
                <p:cNvSpPr txBox="1"/>
                <p:nvPr/>
              </p:nvSpPr>
              <p:spPr>
                <a:xfrm>
                  <a:off x="2253286" y="4294555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1</a:t>
                  </a:r>
                  <a:endParaRPr lang="en-US" dirty="0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BE4DA1E-97A0-2F6D-CECE-326B12D06582}"/>
                    </a:ext>
                  </a:extLst>
                </p:cNvPr>
                <p:cNvSpPr txBox="1"/>
                <p:nvPr/>
              </p:nvSpPr>
              <p:spPr>
                <a:xfrm>
                  <a:off x="1362639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4</a:t>
                  </a:r>
                  <a:endParaRPr 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3033711-6BEC-44D4-F4DA-F6FBDADA6E63}"/>
                    </a:ext>
                  </a:extLst>
                </p:cNvPr>
                <p:cNvSpPr txBox="1"/>
                <p:nvPr/>
              </p:nvSpPr>
              <p:spPr>
                <a:xfrm>
                  <a:off x="3129473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8</a:t>
                  </a:r>
                  <a:endParaRPr lang="en-US" dirty="0"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7E7F6CA0-6C6D-2F4E-4CCF-60EAEF7DF345}"/>
                    </a:ext>
                  </a:extLst>
                </p:cNvPr>
                <p:cNvSpPr txBox="1"/>
                <p:nvPr/>
              </p:nvSpPr>
              <p:spPr>
                <a:xfrm>
                  <a:off x="894503" y="5902727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9</a:t>
                  </a:r>
                  <a:endParaRPr lang="en-US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173A13B-D395-4FC1-92A6-9EA0BE62D912}"/>
                </a:ext>
              </a:extLst>
            </p:cNvPr>
            <p:cNvSpPr txBox="1"/>
            <p:nvPr/>
          </p:nvSpPr>
          <p:spPr>
            <a:xfrm>
              <a:off x="5796212" y="585154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ABF84EE-78FF-AD33-3A84-D8FC92A54BF1}"/>
              </a:ext>
            </a:extLst>
          </p:cNvPr>
          <p:cNvGrpSpPr/>
          <p:nvPr/>
        </p:nvGrpSpPr>
        <p:grpSpPr>
          <a:xfrm>
            <a:off x="3182991" y="4237941"/>
            <a:ext cx="2761705" cy="2093358"/>
            <a:chOff x="846212" y="4064806"/>
            <a:chExt cx="2761705" cy="209335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2CA337E-7C35-7703-1C05-353741040670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525A0C1-4F4E-FF19-C991-480215DC1849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2486F69B-17C8-AF90-DDB3-27AB4B4A21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C5C09A3-BC8F-4C5F-5293-704D15C14F23}"/>
                    </a:ext>
                  </a:extLst>
                </p:cNvPr>
                <p:cNvCxnSpPr>
                  <a:cxnSpLocks/>
                  <a:stCxn id="21" idx="3"/>
                  <a:endCxn id="29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A64FD7E-83A5-5AA7-1A64-E5CED938197E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24A4065-8B80-0465-AB11-6F11B040B0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734A309-ED8D-2FDD-377E-C74CCD8BAF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4D2A482C-F463-4823-35F8-8F937E8B131D}"/>
                      </a:ext>
                    </a:extLst>
                  </p:cNvPr>
                  <p:cNvCxnSpPr>
                    <a:cxnSpLocks/>
                    <a:stCxn id="29" idx="3"/>
                    <a:endCxn id="30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041EB2E-BF23-FA39-B076-58AE09B332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5453A04-5DD4-17AA-C666-B39EB4AC3827}"/>
                      </a:ext>
                    </a:extLst>
                  </p:cNvPr>
                  <p:cNvCxnSpPr>
                    <a:cxnSpLocks/>
                    <a:stCxn id="29" idx="5"/>
                    <a:endCxn id="32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DC3A64BC-FAA3-27E2-D979-C2CED765D30D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E26E97F8-C00F-CC15-1FD7-16461EB4F7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CF5DE892-73B6-DC7A-7541-9885C083A4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7248C71B-D47C-41FA-B88F-065F5F853E5A}"/>
                      </a:ext>
                    </a:extLst>
                  </p:cNvPr>
                  <p:cNvCxnSpPr>
                    <a:cxnSpLocks/>
                    <a:stCxn id="26" idx="3"/>
                    <a:endCxn id="27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89DC4AD-59C3-7CF6-7570-D669D30374F9}"/>
                    </a:ext>
                  </a:extLst>
                </p:cNvPr>
                <p:cNvCxnSpPr>
                  <a:cxnSpLocks/>
                  <a:stCxn id="21" idx="5"/>
                  <a:endCxn id="26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4C8E54C-204B-5283-633E-FF764702A607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1</a:t>
                </a:r>
                <a:endParaRPr lang="en-US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56EB9CC-7E2A-A531-3F77-2B243C6C9848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72826F3-297F-1887-EBF6-A9DB51856D31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8</a:t>
                </a:r>
                <a:endParaRPr lang="en-US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598B2DE-440D-FEFF-9182-07163C9A1D6D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6BE87FB-7BFD-4D62-2621-6F455B0DE5F1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09F1B38-BCF4-FAF3-F0AF-8E4DBA7F826E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7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49" name="Down Arrow 148">
            <a:extLst>
              <a:ext uri="{FF2B5EF4-FFF2-40B4-BE49-F238E27FC236}">
                <a16:creationId xmlns:a16="http://schemas.microsoft.com/office/drawing/2014/main" id="{A2863555-0354-126A-6FE4-DFB3FBB79890}"/>
              </a:ext>
            </a:extLst>
          </p:cNvPr>
          <p:cNvSpPr/>
          <p:nvPr/>
        </p:nvSpPr>
        <p:spPr>
          <a:xfrm rot="5400000">
            <a:off x="6322898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Down Arrow 149">
            <a:extLst>
              <a:ext uri="{FF2B5EF4-FFF2-40B4-BE49-F238E27FC236}">
                <a16:creationId xmlns:a16="http://schemas.microsoft.com/office/drawing/2014/main" id="{8DBDB640-1BDA-6168-698C-68F2B24BE7E7}"/>
              </a:ext>
            </a:extLst>
          </p:cNvPr>
          <p:cNvSpPr/>
          <p:nvPr/>
        </p:nvSpPr>
        <p:spPr>
          <a:xfrm rot="5400000">
            <a:off x="3168196" y="4130031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5AA5560-45EE-E96A-99AB-D5D57894C619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AC01BE-1435-ABB1-2E9F-4D9E558E0829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922AF75-D50D-86F4-1B15-1708F7282B2B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73E7E6A-F616-7D58-7978-535E7BA63803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901FE00-1AE3-3E9F-87AD-8ED113B48E28}"/>
              </a:ext>
            </a:extLst>
          </p:cNvPr>
          <p:cNvSpPr txBox="1"/>
          <p:nvPr/>
        </p:nvSpPr>
        <p:spPr>
          <a:xfrm>
            <a:off x="6393743" y="4064759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009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7542-FECE-230A-C1AA-F275EF63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046E-482D-6E26-37C9-999526B3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77678" cy="1325563"/>
          </a:xfrm>
        </p:spPr>
        <p:txBody>
          <a:bodyPr/>
          <a:lstStyle/>
          <a:p>
            <a:r>
              <a:rPr lang="en-US" dirty="0"/>
              <a:t>Heap Insertion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0ECB17-2716-AD4A-49D3-1611FC7D9F10}"/>
              </a:ext>
            </a:extLst>
          </p:cNvPr>
          <p:cNvSpPr txBox="1"/>
          <p:nvPr/>
        </p:nvSpPr>
        <p:spPr>
          <a:xfrm>
            <a:off x="6126158" y="290008"/>
            <a:ext cx="50238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Insert these numbers into a heap: </a:t>
            </a:r>
            <a:r>
              <a:rPr lang="en-CA" b="1" dirty="0"/>
              <a:t>8</a:t>
            </a:r>
            <a:r>
              <a:rPr lang="en-CA" dirty="0"/>
              <a:t>, </a:t>
            </a:r>
            <a:r>
              <a:rPr lang="en-CA" b="1" dirty="0"/>
              <a:t>9</a:t>
            </a:r>
            <a:r>
              <a:rPr lang="en-CA" dirty="0"/>
              <a:t>, </a:t>
            </a:r>
            <a:r>
              <a:rPr lang="en-CA" b="1" dirty="0"/>
              <a:t>4</a:t>
            </a:r>
            <a:r>
              <a:rPr lang="en-CA" dirty="0"/>
              <a:t>, </a:t>
            </a:r>
            <a:r>
              <a:rPr lang="en-CA" b="1" dirty="0"/>
              <a:t>1</a:t>
            </a:r>
            <a:r>
              <a:rPr lang="en-CA" dirty="0"/>
              <a:t>, </a:t>
            </a:r>
            <a:r>
              <a:rPr lang="en-CA" b="1" dirty="0"/>
              <a:t>6</a:t>
            </a:r>
            <a:r>
              <a:rPr lang="en-CA" dirty="0"/>
              <a:t>, </a:t>
            </a:r>
            <a:r>
              <a:rPr lang="en-CA" b="1" dirty="0"/>
              <a:t>7</a:t>
            </a:r>
            <a:endParaRPr lang="en-US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1257AD1-3B14-557F-EE79-BAA598265F55}"/>
              </a:ext>
            </a:extLst>
          </p:cNvPr>
          <p:cNvGrpSpPr/>
          <p:nvPr/>
        </p:nvGrpSpPr>
        <p:grpSpPr>
          <a:xfrm>
            <a:off x="302599" y="1571191"/>
            <a:ext cx="484494" cy="484494"/>
            <a:chOff x="1257010" y="1582671"/>
            <a:chExt cx="484494" cy="48449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26D58D3-D4DF-CB72-5C77-DD433ADD05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7010" y="1582671"/>
              <a:ext cx="484494" cy="4844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9CDDB74-D19C-6666-D47B-F5E98095DDD1}"/>
                </a:ext>
              </a:extLst>
            </p:cNvPr>
            <p:cNvSpPr txBox="1"/>
            <p:nvPr/>
          </p:nvSpPr>
          <p:spPr>
            <a:xfrm>
              <a:off x="1356109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C2B138-2C86-AF3F-68E0-A4E21BF16BE6}"/>
              </a:ext>
            </a:extLst>
          </p:cNvPr>
          <p:cNvGrpSpPr/>
          <p:nvPr/>
        </p:nvGrpSpPr>
        <p:grpSpPr>
          <a:xfrm>
            <a:off x="1404428" y="1571191"/>
            <a:ext cx="1380477" cy="1323120"/>
            <a:chOff x="2832701" y="1582671"/>
            <a:chExt cx="1380477" cy="132312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3AD5C28-41A7-9061-F8C1-C933A50749D8}"/>
                </a:ext>
              </a:extLst>
            </p:cNvPr>
            <p:cNvGrpSpPr/>
            <p:nvPr/>
          </p:nvGrpSpPr>
          <p:grpSpPr>
            <a:xfrm>
              <a:off x="2832701" y="1582671"/>
              <a:ext cx="1380477" cy="1323120"/>
              <a:chOff x="8161207" y="1622300"/>
              <a:chExt cx="1380477" cy="132312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F14A9B6-812E-AB08-5D3B-1370609C0B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689D440-D0E6-9101-0FCA-D7DD1998AF03}"/>
                  </a:ext>
                </a:extLst>
              </p:cNvPr>
              <p:cNvCxnSpPr>
                <a:cxnSpLocks/>
                <a:stCxn id="61" idx="3"/>
                <a:endCxn id="6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BC438F5-7E77-00A1-8BA8-9D4E502069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336B10D-A24F-FD56-8BAA-4235BB182B06}"/>
                </a:ext>
              </a:extLst>
            </p:cNvPr>
            <p:cNvSpPr txBox="1"/>
            <p:nvPr/>
          </p:nvSpPr>
          <p:spPr>
            <a:xfrm>
              <a:off x="3831835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F58D3B3-1A3B-9D4E-4C02-0BF782B1F18D}"/>
                </a:ext>
              </a:extLst>
            </p:cNvPr>
            <p:cNvSpPr txBox="1"/>
            <p:nvPr/>
          </p:nvSpPr>
          <p:spPr>
            <a:xfrm>
              <a:off x="2941188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9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221EFF3-CF0C-1D98-386A-3973A3E9CAF4}"/>
              </a:ext>
            </a:extLst>
          </p:cNvPr>
          <p:cNvGrpSpPr/>
          <p:nvPr/>
        </p:nvGrpSpPr>
        <p:grpSpPr>
          <a:xfrm>
            <a:off x="3402240" y="1571191"/>
            <a:ext cx="2277211" cy="1323120"/>
            <a:chOff x="5304375" y="1582671"/>
            <a:chExt cx="2277211" cy="13231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E8B0803-1842-A3D4-C713-F95E07B57D06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F6169DC-E8A8-EF12-C93C-FE63AF7921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109B87E-1AD0-36D9-903C-3BAF60341CAC}"/>
                  </a:ext>
                </a:extLst>
              </p:cNvPr>
              <p:cNvCxnSpPr>
                <a:cxnSpLocks/>
                <a:stCxn id="55" idx="3"/>
                <a:endCxn id="57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B68769A-CC4C-7129-9FF3-0A9B64F660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51F224F-791F-6C0D-DFB3-5D191320C4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7AEC471-32BA-7AA8-8FB2-B896F3A6B7A4}"/>
                  </a:ext>
                </a:extLst>
              </p:cNvPr>
              <p:cNvCxnSpPr>
                <a:cxnSpLocks/>
                <a:stCxn id="55" idx="5"/>
                <a:endCxn id="58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F647D39-8797-4772-18C0-EF68B9B24748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191B7A3-0FA1-07E8-54E7-F45A6DE8C2EF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7AF751C-27E7-8082-0A99-C656E4960FA9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36C0ADC-E3CB-6630-D556-0EF620E74B90}"/>
              </a:ext>
            </a:extLst>
          </p:cNvPr>
          <p:cNvGrpSpPr/>
          <p:nvPr/>
        </p:nvGrpSpPr>
        <p:grpSpPr>
          <a:xfrm>
            <a:off x="6296786" y="1571191"/>
            <a:ext cx="2277211" cy="1323120"/>
            <a:chOff x="5304375" y="1582671"/>
            <a:chExt cx="2277211" cy="13231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4B71229-107A-2EB9-5010-D1B48BD765CF}"/>
                </a:ext>
              </a:extLst>
            </p:cNvPr>
            <p:cNvGrpSpPr/>
            <p:nvPr/>
          </p:nvGrpSpPr>
          <p:grpSpPr>
            <a:xfrm>
              <a:off x="5304375" y="1582671"/>
              <a:ext cx="2277211" cy="1323120"/>
              <a:chOff x="8161207" y="1622300"/>
              <a:chExt cx="2277211" cy="132312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D45F625-4240-2CF6-5042-96C13F51ED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9CB9FCB-8649-DE2D-55B1-8545B035A43E}"/>
                  </a:ext>
                </a:extLst>
              </p:cNvPr>
              <p:cNvCxnSpPr>
                <a:cxnSpLocks/>
                <a:stCxn id="81" idx="3"/>
                <a:endCxn id="8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D7A0B67-C272-FEDF-4AF5-A6AFC38E46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1207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A907150B-F8B2-79AE-1A31-5637AC9D8E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A410FC7-96F2-9104-BE37-54533250D9FA}"/>
                  </a:ext>
                </a:extLst>
              </p:cNvPr>
              <p:cNvCxnSpPr>
                <a:cxnSpLocks/>
                <a:stCxn id="81" idx="5"/>
                <a:endCxn id="84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BBD16C1-0D64-59D9-A492-BE8D71DD3987}"/>
                </a:ext>
              </a:extLst>
            </p:cNvPr>
            <p:cNvSpPr txBox="1"/>
            <p:nvPr/>
          </p:nvSpPr>
          <p:spPr>
            <a:xfrm>
              <a:off x="6306962" y="164025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4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74648-85CB-6D0B-EDB0-788B58A8CB3C}"/>
                </a:ext>
              </a:extLst>
            </p:cNvPr>
            <p:cNvSpPr txBox="1"/>
            <p:nvPr/>
          </p:nvSpPr>
          <p:spPr>
            <a:xfrm>
              <a:off x="5416315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6A8C185-2FCB-8602-755D-D44BEB3A0293}"/>
                </a:ext>
              </a:extLst>
            </p:cNvPr>
            <p:cNvSpPr txBox="1"/>
            <p:nvPr/>
          </p:nvSpPr>
          <p:spPr>
            <a:xfrm>
              <a:off x="7183149" y="246420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DAC6719-BC8E-5F82-0012-5ECD396FF069}"/>
              </a:ext>
            </a:extLst>
          </p:cNvPr>
          <p:cNvGrpSpPr/>
          <p:nvPr/>
        </p:nvGrpSpPr>
        <p:grpSpPr>
          <a:xfrm>
            <a:off x="9191331" y="1571191"/>
            <a:ext cx="2761705" cy="2093358"/>
            <a:chOff x="8672782" y="1582671"/>
            <a:chExt cx="2761705" cy="209335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F5DBCA9-E60C-4E70-148F-0F57B2305BF6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C1D931B-7BDF-CBD4-8D8F-24529FC032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2871ED6-3C0F-6ECE-5732-14E2E420FCAD}"/>
                  </a:ext>
                </a:extLst>
              </p:cNvPr>
              <p:cNvCxnSpPr>
                <a:cxnSpLocks/>
                <a:stCxn id="46" idx="3"/>
                <a:endCxn id="51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6EC6871-039B-A856-EA23-B2DAD5959639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0A7740C-721A-3CCE-950F-22231210F2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FE101775-4540-A51E-0373-80210FB81D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E35A56B-15AE-6701-8B8F-22245079C813}"/>
                    </a:ext>
                  </a:extLst>
                </p:cNvPr>
                <p:cNvCxnSpPr>
                  <a:cxnSpLocks/>
                  <a:stCxn id="51" idx="3"/>
                  <a:endCxn id="52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FB95EDC-2240-E445-E021-1D8D2C225A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D6E4618-B8A9-9C61-AD91-D0E55F9DDBD3}"/>
                  </a:ext>
                </a:extLst>
              </p:cNvPr>
              <p:cNvCxnSpPr>
                <a:cxnSpLocks/>
                <a:stCxn id="46" idx="5"/>
                <a:endCxn id="49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34E115E-9A4B-EB87-8059-F5D369B298C2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3DFE07E-63DC-C97C-503A-9CE2FC4F9D45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238A4A-A0DB-11DB-7EFF-25B7998FB3CD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AC0EF48-C8BC-A0F3-461D-A6C55828097E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CFF99E9-6E54-98EC-AFD7-9A4D89D8B0C9}"/>
              </a:ext>
            </a:extLst>
          </p:cNvPr>
          <p:cNvGrpSpPr/>
          <p:nvPr/>
        </p:nvGrpSpPr>
        <p:grpSpPr>
          <a:xfrm>
            <a:off x="9311618" y="4237941"/>
            <a:ext cx="2761705" cy="2093358"/>
            <a:chOff x="8672782" y="1582671"/>
            <a:chExt cx="2761705" cy="209335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802AAD3-5827-3974-6725-DFA6B49BE16B}"/>
                </a:ext>
              </a:extLst>
            </p:cNvPr>
            <p:cNvGrpSpPr/>
            <p:nvPr/>
          </p:nvGrpSpPr>
          <p:grpSpPr>
            <a:xfrm>
              <a:off x="8672782" y="1582671"/>
              <a:ext cx="2761705" cy="2093358"/>
              <a:chOff x="7676713" y="1622300"/>
              <a:chExt cx="2761705" cy="2093358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F35401A-9B20-507E-C65E-2D57BCC8C9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C8FE26D5-2A20-9E74-C9D6-B8AE0CD25590}"/>
                  </a:ext>
                </a:extLst>
              </p:cNvPr>
              <p:cNvCxnSpPr>
                <a:cxnSpLocks/>
                <a:stCxn id="97" idx="3"/>
                <a:endCxn id="102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C31E93E4-4270-60D1-C337-013D4A03B52A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E07DAB20-FA26-C1F7-9BEC-312CC69FB1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D0E52B1-CA04-73F1-4B90-A8FF8231B3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2A3E3A9B-F982-78EE-08F2-26802C63B3BB}"/>
                    </a:ext>
                  </a:extLst>
                </p:cNvPr>
                <p:cNvCxnSpPr>
                  <a:cxnSpLocks/>
                  <a:stCxn id="102" idx="3"/>
                  <a:endCxn id="103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6D56364D-7EBE-09B4-EC59-2D4A204DD6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276C224-21B7-1C3B-106F-DFE22EC25248}"/>
                  </a:ext>
                </a:extLst>
              </p:cNvPr>
              <p:cNvCxnSpPr>
                <a:cxnSpLocks/>
                <a:stCxn id="97" idx="5"/>
                <a:endCxn id="100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5724A0D-2578-A378-E0CF-9B9BA060CD16}"/>
                </a:ext>
              </a:extLst>
            </p:cNvPr>
            <p:cNvSpPr txBox="1"/>
            <p:nvPr/>
          </p:nvSpPr>
          <p:spPr>
            <a:xfrm>
              <a:off x="10140052" y="1640944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91FA919-0A35-6656-AA2C-FE1709AC03BD}"/>
                </a:ext>
              </a:extLst>
            </p:cNvPr>
            <p:cNvSpPr txBox="1"/>
            <p:nvPr/>
          </p:nvSpPr>
          <p:spPr>
            <a:xfrm>
              <a:off x="9249405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2366263-188A-7C7C-9A10-AB7C7DE1913B}"/>
                </a:ext>
              </a:extLst>
            </p:cNvPr>
            <p:cNvSpPr txBox="1"/>
            <p:nvPr/>
          </p:nvSpPr>
          <p:spPr>
            <a:xfrm>
              <a:off x="11016239" y="246489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47AD5A1-68AD-8674-2CF8-BED0635A4AB7}"/>
                </a:ext>
              </a:extLst>
            </p:cNvPr>
            <p:cNvSpPr txBox="1"/>
            <p:nvPr/>
          </p:nvSpPr>
          <p:spPr>
            <a:xfrm>
              <a:off x="8781269" y="324911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  <p:sp>
        <p:nvSpPr>
          <p:cNvPr id="105" name="Down Arrow 104">
            <a:extLst>
              <a:ext uri="{FF2B5EF4-FFF2-40B4-BE49-F238E27FC236}">
                <a16:creationId xmlns:a16="http://schemas.microsoft.com/office/drawing/2014/main" id="{E11B8095-35DE-8114-5B12-D10F06DAC019}"/>
              </a:ext>
            </a:extLst>
          </p:cNvPr>
          <p:cNvSpPr/>
          <p:nvPr/>
        </p:nvSpPr>
        <p:spPr>
          <a:xfrm>
            <a:off x="10803068" y="3254270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EF2D000F-1C43-6DF4-B6C7-38023C82345D}"/>
              </a:ext>
            </a:extLst>
          </p:cNvPr>
          <p:cNvSpPr/>
          <p:nvPr/>
        </p:nvSpPr>
        <p:spPr>
          <a:xfrm rot="5400000">
            <a:off x="8939925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Down Arrow 110">
            <a:extLst>
              <a:ext uri="{FF2B5EF4-FFF2-40B4-BE49-F238E27FC236}">
                <a16:creationId xmlns:a16="http://schemas.microsoft.com/office/drawing/2014/main" id="{23B3EDFA-A643-FEA8-E17B-7F3101C14A01}"/>
              </a:ext>
            </a:extLst>
          </p:cNvPr>
          <p:cNvSpPr/>
          <p:nvPr/>
        </p:nvSpPr>
        <p:spPr>
          <a:xfrm rot="16200000">
            <a:off x="8939926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Down Arrow 111">
            <a:extLst>
              <a:ext uri="{FF2B5EF4-FFF2-40B4-BE49-F238E27FC236}">
                <a16:creationId xmlns:a16="http://schemas.microsoft.com/office/drawing/2014/main" id="{83E6647A-8217-E4E8-7DA0-A68E12669D1C}"/>
              </a:ext>
            </a:extLst>
          </p:cNvPr>
          <p:cNvSpPr/>
          <p:nvPr/>
        </p:nvSpPr>
        <p:spPr>
          <a:xfrm rot="16200000">
            <a:off x="5823223" y="1466135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Down Arrow 112">
            <a:extLst>
              <a:ext uri="{FF2B5EF4-FFF2-40B4-BE49-F238E27FC236}">
                <a16:creationId xmlns:a16="http://schemas.microsoft.com/office/drawing/2014/main" id="{E6E60B1E-3FE9-740D-6083-EB1CEDBD3893}"/>
              </a:ext>
            </a:extLst>
          </p:cNvPr>
          <p:cNvSpPr/>
          <p:nvPr/>
        </p:nvSpPr>
        <p:spPr>
          <a:xfrm rot="16200000">
            <a:off x="3335233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own Arrow 113">
            <a:extLst>
              <a:ext uri="{FF2B5EF4-FFF2-40B4-BE49-F238E27FC236}">
                <a16:creationId xmlns:a16="http://schemas.microsoft.com/office/drawing/2014/main" id="{55D2C8A1-F646-726E-301A-55D14280A848}"/>
              </a:ext>
            </a:extLst>
          </p:cNvPr>
          <p:cNvSpPr/>
          <p:nvPr/>
        </p:nvSpPr>
        <p:spPr>
          <a:xfrm rot="16200000">
            <a:off x="1355414" y="146613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44E80AE-F024-FDCD-D0D9-C4D2A1C1F7C9}"/>
              </a:ext>
            </a:extLst>
          </p:cNvPr>
          <p:cNvGrpSpPr/>
          <p:nvPr/>
        </p:nvGrpSpPr>
        <p:grpSpPr>
          <a:xfrm>
            <a:off x="6247305" y="4237941"/>
            <a:ext cx="2761705" cy="2093358"/>
            <a:chOff x="4719488" y="4177141"/>
            <a:chExt cx="2761705" cy="209335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13DC50D-A035-4588-5CE3-21355070F954}"/>
                </a:ext>
              </a:extLst>
            </p:cNvPr>
            <p:cNvGrpSpPr/>
            <p:nvPr/>
          </p:nvGrpSpPr>
          <p:grpSpPr>
            <a:xfrm>
              <a:off x="4719488" y="4177141"/>
              <a:ext cx="2761705" cy="2093358"/>
              <a:chOff x="801222" y="4228650"/>
              <a:chExt cx="2761705" cy="209335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FE53D7B-C5D6-9284-0DBE-BA02528B9A50}"/>
                  </a:ext>
                </a:extLst>
              </p:cNvPr>
              <p:cNvGrpSpPr/>
              <p:nvPr/>
            </p:nvGrpSpPr>
            <p:grpSpPr>
              <a:xfrm>
                <a:off x="801222" y="4228650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AFDB747-30F4-B94A-14AA-39D2BD761A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AD3AFE4-0A86-06DB-337C-7C4E384A6DF0}"/>
                    </a:ext>
                  </a:extLst>
                </p:cNvPr>
                <p:cNvCxnSpPr>
                  <a:cxnSpLocks/>
                  <a:stCxn id="35" idx="3"/>
                  <a:endCxn id="4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AA76C525-1831-1618-5E18-0F31DC6072F7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D7727FA2-DE65-AAB4-2C7A-7776CEFEC2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29F906EF-4A8E-3C44-3856-888A88BB91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B87955D6-2A75-236B-0F37-8A8DE5763D97}"/>
                      </a:ext>
                    </a:extLst>
                  </p:cNvPr>
                  <p:cNvCxnSpPr>
                    <a:cxnSpLocks/>
                    <a:stCxn id="40" idx="3"/>
                    <a:endCxn id="41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1B86CA07-0438-B4EB-D797-7D0D687A09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60824593-071C-1190-5A67-405F89AD7CF5}"/>
                      </a:ext>
                    </a:extLst>
                  </p:cNvPr>
                  <p:cNvCxnSpPr>
                    <a:cxnSpLocks/>
                    <a:stCxn id="40" idx="5"/>
                    <a:endCxn id="43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945CD9D4-B030-1B87-6829-953D03EBF4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4A76959-F8DD-3615-B7F6-958B8FD84BB5}"/>
                    </a:ext>
                  </a:extLst>
                </p:cNvPr>
                <p:cNvCxnSpPr>
                  <a:cxnSpLocks/>
                  <a:stCxn id="35" idx="5"/>
                  <a:endCxn id="3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6DC56A7-663B-E2F0-2D8B-37E616DA1494}"/>
                  </a:ext>
                </a:extLst>
              </p:cNvPr>
              <p:cNvGrpSpPr/>
              <p:nvPr/>
            </p:nvGrpSpPr>
            <p:grpSpPr>
              <a:xfrm>
                <a:off x="894503" y="4294555"/>
                <a:ext cx="2502490" cy="1977504"/>
                <a:chOff x="894503" y="4294555"/>
                <a:chExt cx="2502490" cy="197750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9187A504-4398-982B-1C4F-ED6EC59CD348}"/>
                    </a:ext>
                  </a:extLst>
                </p:cNvPr>
                <p:cNvSpPr txBox="1"/>
                <p:nvPr/>
              </p:nvSpPr>
              <p:spPr>
                <a:xfrm>
                  <a:off x="2253286" y="4294555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1</a:t>
                  </a:r>
                  <a:endParaRPr lang="en-US" dirty="0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9B2B392-2DAC-0CFB-026E-4CF07C1180B5}"/>
                    </a:ext>
                  </a:extLst>
                </p:cNvPr>
                <p:cNvSpPr txBox="1"/>
                <p:nvPr/>
              </p:nvSpPr>
              <p:spPr>
                <a:xfrm>
                  <a:off x="1362639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4</a:t>
                  </a:r>
                  <a:endParaRPr 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959532-03E7-2800-A838-14B108B20CF2}"/>
                    </a:ext>
                  </a:extLst>
                </p:cNvPr>
                <p:cNvSpPr txBox="1"/>
                <p:nvPr/>
              </p:nvSpPr>
              <p:spPr>
                <a:xfrm>
                  <a:off x="3129473" y="5118509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8</a:t>
                  </a:r>
                  <a:endParaRPr lang="en-US" dirty="0"/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5D57E00C-3446-DCB6-021E-C85E17D7D86B}"/>
                    </a:ext>
                  </a:extLst>
                </p:cNvPr>
                <p:cNvSpPr txBox="1"/>
                <p:nvPr/>
              </p:nvSpPr>
              <p:spPr>
                <a:xfrm>
                  <a:off x="894503" y="5902727"/>
                  <a:ext cx="2675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CA" dirty="0"/>
                    <a:t>9</a:t>
                  </a:r>
                  <a:endParaRPr lang="en-US" dirty="0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E9B6678-D5EC-DC9E-E34F-C7C90B0B74F7}"/>
                </a:ext>
              </a:extLst>
            </p:cNvPr>
            <p:cNvSpPr txBox="1"/>
            <p:nvPr/>
          </p:nvSpPr>
          <p:spPr>
            <a:xfrm>
              <a:off x="5796212" y="5851546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7EDDC5B-DBB0-2046-0E40-29FDA17DECAD}"/>
              </a:ext>
            </a:extLst>
          </p:cNvPr>
          <p:cNvGrpSpPr/>
          <p:nvPr/>
        </p:nvGrpSpPr>
        <p:grpSpPr>
          <a:xfrm>
            <a:off x="3182991" y="4237941"/>
            <a:ext cx="2761705" cy="2093358"/>
            <a:chOff x="846212" y="4064806"/>
            <a:chExt cx="2761705" cy="209335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6801EF0-A561-13FA-DD26-412053EC8044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6B47714-7D3A-4F22-EFEB-5370B4B4B9D8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4AD91E2-278F-720A-9D74-8F8777C208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A8A5E11-1397-1913-CB96-93E75515633A}"/>
                    </a:ext>
                  </a:extLst>
                </p:cNvPr>
                <p:cNvCxnSpPr>
                  <a:cxnSpLocks/>
                  <a:stCxn id="21" idx="3"/>
                  <a:endCxn id="29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76CDFEF-B5BA-C9A5-E486-4A8848194F58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50C53A9-2573-013B-EE39-950BF6B12E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0C52822C-7773-20EF-D60C-4DD73637DD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EB488774-C88E-945E-B62C-D11717A08331}"/>
                      </a:ext>
                    </a:extLst>
                  </p:cNvPr>
                  <p:cNvCxnSpPr>
                    <a:cxnSpLocks/>
                    <a:stCxn id="29" idx="3"/>
                    <a:endCxn id="30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EB43BFFA-35BB-6D8C-BC66-E63F5A352C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1CFD7DA3-DA4D-1C62-2590-9CCC40877E12}"/>
                      </a:ext>
                    </a:extLst>
                  </p:cNvPr>
                  <p:cNvCxnSpPr>
                    <a:cxnSpLocks/>
                    <a:stCxn id="29" idx="5"/>
                    <a:endCxn id="32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52AD0B67-EE9D-BBCC-8FE3-EBD83B666783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9DCBCACF-BA31-B0F9-38F6-3E836B686B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38E0E3DE-22AA-E93D-8BF5-4981201E15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5200305B-E72F-3DFE-ADFC-6AD7CAD7B804}"/>
                      </a:ext>
                    </a:extLst>
                  </p:cNvPr>
                  <p:cNvCxnSpPr>
                    <a:cxnSpLocks/>
                    <a:stCxn id="26" idx="3"/>
                    <a:endCxn id="27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AA7EEFD0-FE97-39F7-CAE4-97775467A036}"/>
                    </a:ext>
                  </a:extLst>
                </p:cNvPr>
                <p:cNvCxnSpPr>
                  <a:cxnSpLocks/>
                  <a:stCxn id="21" idx="5"/>
                  <a:endCxn id="26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B8D8E1A-902F-A514-3D72-D428F907DA4A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1</a:t>
                </a:r>
                <a:endParaRPr lang="en-US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8EEF2DC-8EDA-86CE-988E-E945D7360A1C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6C61B22-C45B-C0DC-91D7-4B1CCA676CAE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8</a:t>
                </a:r>
                <a:endParaRPr lang="en-US" dirty="0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D6E7B08-CECA-F8EA-6F31-A1DF9D34071C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B640782-665A-4D80-7277-2C9E63675C2F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826-2113-7B4A-2395-6A81F66A7BAF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7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43AAD5D-0525-CD4D-BCA4-0BF82538108A}"/>
              </a:ext>
            </a:extLst>
          </p:cNvPr>
          <p:cNvGrpSpPr/>
          <p:nvPr/>
        </p:nvGrpSpPr>
        <p:grpSpPr>
          <a:xfrm>
            <a:off x="118677" y="4237941"/>
            <a:ext cx="2761705" cy="2093358"/>
            <a:chOff x="846212" y="4064806"/>
            <a:chExt cx="2761705" cy="2093358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4EA203A-E9E3-2647-6E09-CECF277EF062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5BE1A5EA-3AE0-4900-44F9-FAE81E04E3B9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28602BC7-23F4-2D53-6E35-FBF0A98C4BE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56886BFF-6739-3265-6FC6-DF8B3EC1777E}"/>
                    </a:ext>
                  </a:extLst>
                </p:cNvPr>
                <p:cNvCxnSpPr>
                  <a:cxnSpLocks/>
                  <a:stCxn id="136" idx="3"/>
                  <a:endCxn id="144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7B5C3C6-C77E-22E6-6DB6-9ECC3E2740E5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ADC947EE-CB6F-BC41-A125-16867A93C0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3CC27F96-CFA9-D69E-53FF-3F432F0BC3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81E3EF23-91D3-68E2-CE7C-A60B275C96EB}"/>
                      </a:ext>
                    </a:extLst>
                  </p:cNvPr>
                  <p:cNvCxnSpPr>
                    <a:cxnSpLocks/>
                    <a:stCxn id="144" idx="3"/>
                    <a:endCxn id="145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12533C33-7F70-AC69-396D-CA849185FC3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015D3E40-F71B-4E86-C81E-64D7D86FC43D}"/>
                      </a:ext>
                    </a:extLst>
                  </p:cNvPr>
                  <p:cNvCxnSpPr>
                    <a:cxnSpLocks/>
                    <a:stCxn id="144" idx="5"/>
                    <a:endCxn id="147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E4872B0-F680-9228-D60A-55546F1D0C19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40F5356A-8080-B86C-3E0C-4DBE6C2D61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11BF4DFB-DC19-21B1-4930-EC79D807C2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3" name="Straight Connector 142">
                    <a:extLst>
                      <a:ext uri="{FF2B5EF4-FFF2-40B4-BE49-F238E27FC236}">
                        <a16:creationId xmlns:a16="http://schemas.microsoft.com/office/drawing/2014/main" id="{61116FAB-D563-DB16-A369-5A39DF1F209B}"/>
                      </a:ext>
                    </a:extLst>
                  </p:cNvPr>
                  <p:cNvCxnSpPr>
                    <a:cxnSpLocks/>
                    <a:stCxn id="141" idx="3"/>
                    <a:endCxn id="142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A6BF8078-ED09-1A6B-DC34-1F3AEEBDC1D5}"/>
                    </a:ext>
                  </a:extLst>
                </p:cNvPr>
                <p:cNvCxnSpPr>
                  <a:cxnSpLocks/>
                  <a:stCxn id="136" idx="5"/>
                  <a:endCxn id="141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5F76290-F3E1-DE6D-66FA-2B0DDF98FB85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1</a:t>
                </a:r>
                <a:endParaRPr lang="en-US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B60E4CD-F3EC-589A-33EC-D8663B9F1077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3744183-C3E5-AFCF-E76D-3F748B3E1F9F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rgbClr val="FF0000"/>
                    </a:solidFill>
                  </a:rPr>
                  <a:t>7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73143F2-1577-0BD3-38B4-A577FA9A65E5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15F1644-9C2A-909F-2929-32F431E42C6A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EBABC93-BB14-31C1-9E9B-5C41660AB591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sp>
        <p:nvSpPr>
          <p:cNvPr id="149" name="Down Arrow 148">
            <a:extLst>
              <a:ext uri="{FF2B5EF4-FFF2-40B4-BE49-F238E27FC236}">
                <a16:creationId xmlns:a16="http://schemas.microsoft.com/office/drawing/2014/main" id="{A72A873C-7190-1A60-46AF-4481CF503F69}"/>
              </a:ext>
            </a:extLst>
          </p:cNvPr>
          <p:cNvSpPr/>
          <p:nvPr/>
        </p:nvSpPr>
        <p:spPr>
          <a:xfrm rot="5400000">
            <a:off x="6322898" y="4130031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Down Arrow 149">
            <a:extLst>
              <a:ext uri="{FF2B5EF4-FFF2-40B4-BE49-F238E27FC236}">
                <a16:creationId xmlns:a16="http://schemas.microsoft.com/office/drawing/2014/main" id="{82AA3513-DB3D-CD7C-AF3D-653E6FBBD31D}"/>
              </a:ext>
            </a:extLst>
          </p:cNvPr>
          <p:cNvSpPr/>
          <p:nvPr/>
        </p:nvSpPr>
        <p:spPr>
          <a:xfrm rot="5400000">
            <a:off x="3168196" y="4130031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2F5D4CB-74F1-EE14-1B77-5FE05ADD9839}"/>
              </a:ext>
            </a:extLst>
          </p:cNvPr>
          <p:cNvSpPr txBox="1"/>
          <p:nvPr/>
        </p:nvSpPr>
        <p:spPr>
          <a:xfrm>
            <a:off x="1295033" y="1348187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DD3EFA-929A-6ACC-93CE-F31D218B4A6D}"/>
              </a:ext>
            </a:extLst>
          </p:cNvPr>
          <p:cNvSpPr txBox="1"/>
          <p:nvPr/>
        </p:nvSpPr>
        <p:spPr>
          <a:xfrm>
            <a:off x="3296243" y="138652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C036CE7-2F01-89FE-60D2-FE894022C5EE}"/>
              </a:ext>
            </a:extLst>
          </p:cNvPr>
          <p:cNvSpPr txBox="1"/>
          <p:nvPr/>
        </p:nvSpPr>
        <p:spPr>
          <a:xfrm>
            <a:off x="8857015" y="1394490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54277AC-27DE-0F30-7C02-BC35FC060B1A}"/>
              </a:ext>
            </a:extLst>
          </p:cNvPr>
          <p:cNvSpPr txBox="1"/>
          <p:nvPr/>
        </p:nvSpPr>
        <p:spPr>
          <a:xfrm>
            <a:off x="9037547" y="4049135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C94B747-E40C-4428-D98B-26B083877CE7}"/>
              </a:ext>
            </a:extLst>
          </p:cNvPr>
          <p:cNvSpPr txBox="1"/>
          <p:nvPr/>
        </p:nvSpPr>
        <p:spPr>
          <a:xfrm>
            <a:off x="6393743" y="4064759"/>
            <a:ext cx="2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371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48D0-EBD6-2FAA-92C8-69A04C23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AAF31-0651-4C9B-A642-EA20B88F1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step of the “bubbling up” does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work (comparison to parent)</a:t>
                </a:r>
              </a:p>
              <a:p>
                <a:r>
                  <a:rPr lang="en-US" dirty="0"/>
                  <a:t>Since at most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nodes are visited, at worst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 is done, and so it is: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worst-case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time to insert an element into a heap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AAF31-0651-4C9B-A642-EA20B88F1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081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A1D3-D2F7-7B8C-36BB-B81ED2C4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3D81-1C79-76CA-935D-E8BE6219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A18D6-133D-1706-8A21-8BE64B00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idea of </a:t>
            </a:r>
            <a:r>
              <a:rPr lang="en-US" b="1" dirty="0"/>
              <a:t>removing the min element </a:t>
            </a:r>
            <a:r>
              <a:rPr lang="en-US" dirty="0"/>
              <a:t>of a heap is the following</a:t>
            </a:r>
          </a:p>
          <a:p>
            <a:pPr lvl="1"/>
            <a:r>
              <a:rPr lang="en-US" dirty="0"/>
              <a:t>Copy the min value of the root</a:t>
            </a:r>
          </a:p>
          <a:p>
            <a:pPr lvl="1"/>
            <a:r>
              <a:rPr lang="en-US" dirty="0"/>
              <a:t>Copy the value </a:t>
            </a:r>
            <a:r>
              <a:rPr lang="en-US" b="1" dirty="0"/>
              <a:t>x</a:t>
            </a:r>
            <a:r>
              <a:rPr lang="en-US" dirty="0"/>
              <a:t> of the last node on the bottom level into the root</a:t>
            </a:r>
          </a:p>
          <a:p>
            <a:pPr lvl="2"/>
            <a:r>
              <a:rPr lang="en-US" dirty="0"/>
              <a:t>In an array implementation, this is the last element of the array</a:t>
            </a:r>
          </a:p>
          <a:p>
            <a:pPr lvl="1"/>
            <a:r>
              <a:rPr lang="en-US" dirty="0"/>
              <a:t>If any of the children of </a:t>
            </a:r>
            <a:r>
              <a:rPr lang="en-US" b="1" dirty="0"/>
              <a:t>x</a:t>
            </a:r>
            <a:r>
              <a:rPr lang="en-US" dirty="0"/>
              <a:t> are less than </a:t>
            </a:r>
            <a:r>
              <a:rPr lang="en-US" b="1" dirty="0"/>
              <a:t>x</a:t>
            </a:r>
            <a:r>
              <a:rPr lang="en-US" dirty="0"/>
              <a:t>, then swap </a:t>
            </a:r>
            <a:r>
              <a:rPr lang="en-US" b="1" dirty="0"/>
              <a:t>x</a:t>
            </a:r>
            <a:r>
              <a:rPr lang="en-US" dirty="0"/>
              <a:t> with its smallest child</a:t>
            </a:r>
          </a:p>
          <a:p>
            <a:pPr lvl="2"/>
            <a:r>
              <a:rPr lang="en-US" dirty="0"/>
              <a:t>Stop when </a:t>
            </a:r>
            <a:r>
              <a:rPr lang="en-US" b="1" dirty="0"/>
              <a:t>x</a:t>
            </a:r>
            <a:r>
              <a:rPr lang="en-US" dirty="0"/>
              <a:t> is a leaf</a:t>
            </a:r>
          </a:p>
          <a:p>
            <a:pPr lvl="2"/>
            <a:r>
              <a:rPr lang="en-US" dirty="0"/>
              <a:t>Or when both children of x are &gt;= x</a:t>
            </a:r>
          </a:p>
        </p:txBody>
      </p:sp>
    </p:spTree>
    <p:extLst>
      <p:ext uri="{BB962C8B-B14F-4D97-AF65-F5344CB8AC3E}">
        <p14:creationId xmlns:p14="http://schemas.microsoft.com/office/powerpoint/2010/main" val="1585827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57B4-4145-B9FD-66E0-5A1E46EA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Removal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D0A662-77DD-8962-FDFA-323CE5C77673}"/>
              </a:ext>
            </a:extLst>
          </p:cNvPr>
          <p:cNvGrpSpPr/>
          <p:nvPr/>
        </p:nvGrpSpPr>
        <p:grpSpPr>
          <a:xfrm>
            <a:off x="299547" y="1690688"/>
            <a:ext cx="2761705" cy="2093358"/>
            <a:chOff x="846212" y="4064806"/>
            <a:chExt cx="2761705" cy="20933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90143C-7478-1144-B80C-235C6C747E0E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B4B34E3-DF93-D75A-75B9-AD67BF08F4CE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F2E9EA1-4BA1-6A89-872C-2C775247E24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3AFF1BAD-57E4-A9F6-8A8D-9E9601287365}"/>
                    </a:ext>
                  </a:extLst>
                </p:cNvPr>
                <p:cNvCxnSpPr>
                  <a:cxnSpLocks/>
                  <a:stCxn id="13" idx="3"/>
                  <a:endCxn id="21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52F4B9E-B801-53B7-8A2F-3CF8DF87B81C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C1B1DDD7-7620-8FDC-886A-76648047B7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50979612-54BD-C8FA-4C5D-0A39F07005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8EF3848-3E90-BEA7-9F65-B910C0DCA096}"/>
                      </a:ext>
                    </a:extLst>
                  </p:cNvPr>
                  <p:cNvCxnSpPr>
                    <a:cxnSpLocks/>
                    <a:stCxn id="21" idx="3"/>
                    <a:endCxn id="22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9408989-F8E4-9849-2946-7250790D1F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7080C0A-038D-72D0-420B-4E368090EFFE}"/>
                      </a:ext>
                    </a:extLst>
                  </p:cNvPr>
                  <p:cNvCxnSpPr>
                    <a:cxnSpLocks/>
                    <a:stCxn id="21" idx="5"/>
                    <a:endCxn id="24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BC909933-8546-6179-85F5-635A28B7274D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25AD313-B92D-25E2-ACB8-8914709742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0BC9BA40-1E21-68F7-4396-AEB0FD0FEA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5AF8FB2C-10B2-D925-E109-E881D205EA2C}"/>
                      </a:ext>
                    </a:extLst>
                  </p:cNvPr>
                  <p:cNvCxnSpPr>
                    <a:cxnSpLocks/>
                    <a:stCxn id="18" idx="3"/>
                    <a:endCxn id="19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6B22DD3E-4579-84E9-2B8F-719209D84B7D}"/>
                    </a:ext>
                  </a:extLst>
                </p:cNvPr>
                <p:cNvCxnSpPr>
                  <a:cxnSpLocks/>
                  <a:stCxn id="13" idx="5"/>
                  <a:endCxn id="18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3F9DDB-D161-7111-EB8B-771F2E4E5AF5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1</a:t>
                </a:r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552724-C43D-E2C9-8547-57C17E9CF89F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4A0355-6D91-B7A2-559C-81EA267E4DF9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7</a:t>
                </a:r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6BA67F-5947-8A1C-88FC-C335AC7874E3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F0C097-1379-B908-02A5-190169D2CC20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95C48A-AB46-C60C-EA2A-308424644B70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sp>
        <p:nvSpPr>
          <p:cNvPr id="26" name="Down Arrow 25">
            <a:extLst>
              <a:ext uri="{FF2B5EF4-FFF2-40B4-BE49-F238E27FC236}">
                <a16:creationId xmlns:a16="http://schemas.microsoft.com/office/drawing/2014/main" id="{61440A76-96B0-71C2-62F8-47FE33A32581}"/>
              </a:ext>
            </a:extLst>
          </p:cNvPr>
          <p:cNvSpPr/>
          <p:nvPr/>
        </p:nvSpPr>
        <p:spPr>
          <a:xfrm rot="16200000">
            <a:off x="3525859" y="161209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DB973A-FB42-12B5-1DFD-0107D23AFA6C}"/>
              </a:ext>
            </a:extLst>
          </p:cNvPr>
          <p:cNvSpPr txBox="1"/>
          <p:nvPr/>
        </p:nvSpPr>
        <p:spPr>
          <a:xfrm>
            <a:off x="3006342" y="1406534"/>
            <a:ext cx="128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removeMin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B70F4FF-085F-1E83-68B2-0745D5FB89A0}"/>
              </a:ext>
            </a:extLst>
          </p:cNvPr>
          <p:cNvGrpSpPr/>
          <p:nvPr/>
        </p:nvGrpSpPr>
        <p:grpSpPr>
          <a:xfrm>
            <a:off x="4331685" y="1690688"/>
            <a:ext cx="2761705" cy="2093358"/>
            <a:chOff x="846212" y="4064806"/>
            <a:chExt cx="2761705" cy="209335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32BFD9B-39A7-892C-7F21-F5309522B4C8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846212" y="4064806"/>
              <a:chExt cx="2761705" cy="209335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5762DCE-B8BD-0903-34E4-234DE6D34B57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9F144876-C5EC-41EE-2FEF-A4195DBC84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9B7C978B-007C-C450-E263-D357C5FF1BD9}"/>
                    </a:ext>
                  </a:extLst>
                </p:cNvPr>
                <p:cNvCxnSpPr>
                  <a:cxnSpLocks/>
                  <a:stCxn id="37" idx="3"/>
                  <a:endCxn id="45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624969C5-9587-AA91-09A0-9D09F7040530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080902CC-7714-750A-78B5-1256A1EFFB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631296C9-04CC-4D84-5594-C7AADED530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C9FC158-4F3E-964B-7399-5EAC91F531C1}"/>
                      </a:ext>
                    </a:extLst>
                  </p:cNvPr>
                  <p:cNvCxnSpPr>
                    <a:cxnSpLocks/>
                    <a:stCxn id="45" idx="3"/>
                    <a:endCxn id="46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FFDC04D-2529-BC1F-09C0-F804C88269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1D405644-F0CF-CBFF-19A7-95269385856A}"/>
                      </a:ext>
                    </a:extLst>
                  </p:cNvPr>
                  <p:cNvCxnSpPr>
                    <a:cxnSpLocks/>
                    <a:stCxn id="45" idx="5"/>
                    <a:endCxn id="48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0450ED61-8462-3367-1980-CDD5BB01490E}"/>
                    </a:ext>
                  </a:extLst>
                </p:cNvPr>
                <p:cNvGrpSpPr/>
                <p:nvPr/>
              </p:nvGrpSpPr>
              <p:grpSpPr>
                <a:xfrm>
                  <a:off x="9469430" y="2460926"/>
                  <a:ext cx="968988" cy="1254732"/>
                  <a:chOff x="9469430" y="2460926"/>
                  <a:chExt cx="968988" cy="1254732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7E3C6284-4BB3-E33C-B79E-DDCEA5D222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53924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2AC811D6-20D1-C418-D76E-4F04CC68D1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46943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2AD652FB-C6C8-71BD-E35F-D7F448374A10}"/>
                      </a:ext>
                    </a:extLst>
                  </p:cNvPr>
                  <p:cNvCxnSpPr>
                    <a:cxnSpLocks/>
                    <a:stCxn id="42" idx="3"/>
                    <a:endCxn id="43" idx="0"/>
                  </p:cNvCxnSpPr>
                  <p:nvPr/>
                </p:nvCxnSpPr>
                <p:spPr>
                  <a:xfrm flipH="1">
                    <a:off x="9711677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0D4D64E-3B37-CECD-4A21-AF76546AECA8}"/>
                    </a:ext>
                  </a:extLst>
                </p:cNvPr>
                <p:cNvCxnSpPr>
                  <a:cxnSpLocks/>
                  <a:stCxn id="37" idx="5"/>
                  <a:endCxn id="42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C31D0AE-B6C1-7904-7E89-47967DB0C64C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rgbClr val="FF0000"/>
                    </a:solidFill>
                  </a:rPr>
                  <a:t>8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DDF2C-D8F1-33C1-B38D-91083A5B6362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4</a:t>
                </a:r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9665CC-2F6B-179D-991E-39F072ADA7A6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7</a:t>
                </a:r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87BB42-6367-56B5-BE7C-321D7347E09D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FA5F05-C1D6-38E0-CD38-0668FD68CCFC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375F60-5197-863B-BDD6-625A0C3D39DC}"/>
                </a:ext>
              </a:extLst>
            </p:cNvPr>
            <p:cNvSpPr txBox="1"/>
            <p:nvPr/>
          </p:nvSpPr>
          <p:spPr>
            <a:xfrm>
              <a:off x="2735430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F77BB2-366F-1CDA-C412-C8DC66A8608C}"/>
              </a:ext>
            </a:extLst>
          </p:cNvPr>
          <p:cNvCxnSpPr>
            <a:cxnSpLocks/>
          </p:cNvCxnSpPr>
          <p:nvPr/>
        </p:nvCxnSpPr>
        <p:spPr>
          <a:xfrm>
            <a:off x="6066624" y="3257152"/>
            <a:ext cx="614200" cy="4838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7637811-A903-85C7-935A-60AD7DE1C183}"/>
              </a:ext>
            </a:extLst>
          </p:cNvPr>
          <p:cNvCxnSpPr>
            <a:cxnSpLocks/>
          </p:cNvCxnSpPr>
          <p:nvPr/>
        </p:nvCxnSpPr>
        <p:spPr>
          <a:xfrm flipH="1">
            <a:off x="6043544" y="3278006"/>
            <a:ext cx="637280" cy="506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1E5AB4-A3CE-6B7F-D9EF-DE87EBA5DAF8}"/>
              </a:ext>
            </a:extLst>
          </p:cNvPr>
          <p:cNvGrpSpPr/>
          <p:nvPr/>
        </p:nvGrpSpPr>
        <p:grpSpPr>
          <a:xfrm>
            <a:off x="8363824" y="1690688"/>
            <a:ext cx="2761705" cy="2093358"/>
            <a:chOff x="846212" y="4064806"/>
            <a:chExt cx="2761705" cy="209335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A761058-0B80-DA2E-DCE5-C16B5E80435C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7676713" y="1622300"/>
              <a:chExt cx="2761705" cy="2093358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F2807FCE-09B9-A5F9-96B5-9EB89BC8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B29A012-0D2F-E646-2BCE-68359919B385}"/>
                  </a:ext>
                </a:extLst>
              </p:cNvPr>
              <p:cNvCxnSpPr>
                <a:cxnSpLocks/>
                <a:stCxn id="66" idx="3"/>
                <a:endCxn id="74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B3179AE-0CDA-6A0E-8D44-70B35CBBDF27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4D9B4CA6-51D5-01C5-70F6-C6C3C23CA45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5FC7C97B-82C9-21EB-5AA7-5D2F366AA2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96111CEA-B301-754F-45BE-26F659857CA7}"/>
                    </a:ext>
                  </a:extLst>
                </p:cNvPr>
                <p:cNvCxnSpPr>
                  <a:cxnSpLocks/>
                  <a:stCxn id="74" idx="3"/>
                  <a:endCxn id="75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60FD9378-9A30-8C67-DFE5-344F5DD4D8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0CEC8312-DADD-3151-AD53-29C09ED37486}"/>
                    </a:ext>
                  </a:extLst>
                </p:cNvPr>
                <p:cNvCxnSpPr>
                  <a:cxnSpLocks/>
                  <a:stCxn id="74" idx="5"/>
                  <a:endCxn id="77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435ECC6-49D5-3A98-AE19-EE9F4AF0E2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EC2ED09-8197-020E-F27E-B49C57425D20}"/>
                  </a:ext>
                </a:extLst>
              </p:cNvPr>
              <p:cNvCxnSpPr>
                <a:cxnSpLocks/>
                <a:stCxn id="66" idx="5"/>
                <a:endCxn id="71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C911657-30DD-EBF5-91DE-ED1B567040CF}"/>
                </a:ext>
              </a:extLst>
            </p:cNvPr>
            <p:cNvSpPr txBox="1"/>
            <p:nvPr/>
          </p:nvSpPr>
          <p:spPr>
            <a:xfrm>
              <a:off x="2304637" y="41375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2F5AF1B-2717-3680-C077-448D5854D4DF}"/>
                </a:ext>
              </a:extLst>
            </p:cNvPr>
            <p:cNvSpPr txBox="1"/>
            <p:nvPr/>
          </p:nvSpPr>
          <p:spPr>
            <a:xfrm>
              <a:off x="1413990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5820544-FFF4-1F74-C906-665C25BE418F}"/>
                </a:ext>
              </a:extLst>
            </p:cNvPr>
            <p:cNvSpPr txBox="1"/>
            <p:nvPr/>
          </p:nvSpPr>
          <p:spPr>
            <a:xfrm>
              <a:off x="3180824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7</a:t>
              </a:r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BC5A66-0D4B-E68E-A3E8-24D998265CAB}"/>
                </a:ext>
              </a:extLst>
            </p:cNvPr>
            <p:cNvSpPr txBox="1"/>
            <p:nvPr/>
          </p:nvSpPr>
          <p:spPr>
            <a:xfrm>
              <a:off x="945854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8FBF441-7E87-097F-4996-1400900CD460}"/>
                </a:ext>
              </a:extLst>
            </p:cNvPr>
            <p:cNvSpPr txBox="1"/>
            <p:nvPr/>
          </p:nvSpPr>
          <p:spPr>
            <a:xfrm>
              <a:off x="1929297" y="57460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6</a:t>
              </a:r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1CC39E7-7D73-0688-3FD4-66C37B40F68A}"/>
              </a:ext>
            </a:extLst>
          </p:cNvPr>
          <p:cNvGrpSpPr/>
          <p:nvPr/>
        </p:nvGrpSpPr>
        <p:grpSpPr>
          <a:xfrm>
            <a:off x="8463466" y="4580669"/>
            <a:ext cx="2761705" cy="2093358"/>
            <a:chOff x="846212" y="4064806"/>
            <a:chExt cx="2761705" cy="209335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708D0C8-E30A-4C2A-1478-85E012B2E20B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7676713" y="1622300"/>
              <a:chExt cx="2761705" cy="209335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9D593BF-E1B1-6BCC-A392-97798B0E3D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56C6566-D1D2-782E-D8B9-1E42E47054F5}"/>
                  </a:ext>
                </a:extLst>
              </p:cNvPr>
              <p:cNvCxnSpPr>
                <a:cxnSpLocks/>
                <a:stCxn id="88" idx="3"/>
                <a:endCxn id="9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0EE06FFB-5E5A-61F5-5DA1-C34338DC68C4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646E17B2-49D9-BC1E-C789-A74BF824D2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D87CD772-BE7D-73E6-DD6D-00214091B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3785AB3E-1A0F-D9AA-2732-EBAFA909582C}"/>
                    </a:ext>
                  </a:extLst>
                </p:cNvPr>
                <p:cNvCxnSpPr>
                  <a:cxnSpLocks/>
                  <a:stCxn id="93" idx="3"/>
                  <a:endCxn id="9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391E03F-D070-37BA-901D-E6D35B8C17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9FD0356C-99BF-541F-2D87-A7B16BC49C5C}"/>
                    </a:ext>
                  </a:extLst>
                </p:cNvPr>
                <p:cNvCxnSpPr>
                  <a:cxnSpLocks/>
                  <a:stCxn id="93" idx="5"/>
                  <a:endCxn id="9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C07638A-C2C5-1FEB-B3D8-E17C259DCC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D51B39A-7AD7-9B6B-2014-0AFCA247366D}"/>
                  </a:ext>
                </a:extLst>
              </p:cNvPr>
              <p:cNvCxnSpPr>
                <a:cxnSpLocks/>
                <a:stCxn id="88" idx="5"/>
                <a:endCxn id="91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6B1DA9C-3427-D901-0B61-0AC891C15C50}"/>
                </a:ext>
              </a:extLst>
            </p:cNvPr>
            <p:cNvSpPr txBox="1"/>
            <p:nvPr/>
          </p:nvSpPr>
          <p:spPr>
            <a:xfrm>
              <a:off x="2304637" y="41375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50CC28-D239-DF34-3544-53188B3C4D67}"/>
                </a:ext>
              </a:extLst>
            </p:cNvPr>
            <p:cNvSpPr txBox="1"/>
            <p:nvPr/>
          </p:nvSpPr>
          <p:spPr>
            <a:xfrm>
              <a:off x="1413990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6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0783AB2-8C86-DD39-A37F-2B4009D891FC}"/>
                </a:ext>
              </a:extLst>
            </p:cNvPr>
            <p:cNvSpPr txBox="1"/>
            <p:nvPr/>
          </p:nvSpPr>
          <p:spPr>
            <a:xfrm>
              <a:off x="3180824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7</a:t>
              </a:r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7FB8431-83D2-CF2D-E206-FC2A86680E41}"/>
                </a:ext>
              </a:extLst>
            </p:cNvPr>
            <p:cNvSpPr txBox="1"/>
            <p:nvPr/>
          </p:nvSpPr>
          <p:spPr>
            <a:xfrm>
              <a:off x="945854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13EFB1F-877E-9CBA-8D00-E987CBDA14C2}"/>
                </a:ext>
              </a:extLst>
            </p:cNvPr>
            <p:cNvSpPr txBox="1"/>
            <p:nvPr/>
          </p:nvSpPr>
          <p:spPr>
            <a:xfrm>
              <a:off x="1929297" y="57460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98" name="Down Arrow 97">
            <a:extLst>
              <a:ext uri="{FF2B5EF4-FFF2-40B4-BE49-F238E27FC236}">
                <a16:creationId xmlns:a16="http://schemas.microsoft.com/office/drawing/2014/main" id="{C69E2583-DA7F-E3C8-B880-83462209E233}"/>
              </a:ext>
            </a:extLst>
          </p:cNvPr>
          <p:cNvSpPr/>
          <p:nvPr/>
        </p:nvSpPr>
        <p:spPr>
          <a:xfrm rot="16200000">
            <a:off x="7952814" y="1612094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Down Arrow 98">
            <a:extLst>
              <a:ext uri="{FF2B5EF4-FFF2-40B4-BE49-F238E27FC236}">
                <a16:creationId xmlns:a16="http://schemas.microsoft.com/office/drawing/2014/main" id="{6F73B611-C592-CC5B-F961-E1897F084142}"/>
              </a:ext>
            </a:extLst>
          </p:cNvPr>
          <p:cNvSpPr/>
          <p:nvPr/>
        </p:nvSpPr>
        <p:spPr>
          <a:xfrm>
            <a:off x="10291164" y="3616352"/>
            <a:ext cx="329040" cy="7123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3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7632-2938-8B96-BC38-C7272AE3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1A25-CE3A-D70F-DEF9-96AA983D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Removal</a:t>
            </a: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4F1AF2AC-B568-CA36-2FBA-810EFC37A941}"/>
              </a:ext>
            </a:extLst>
          </p:cNvPr>
          <p:cNvSpPr/>
          <p:nvPr/>
        </p:nvSpPr>
        <p:spPr>
          <a:xfrm rot="16200000">
            <a:off x="3543182" y="2466205"/>
            <a:ext cx="329040" cy="712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56CD95-5F3C-2ACA-F6CE-3BF29BAED1B2}"/>
              </a:ext>
            </a:extLst>
          </p:cNvPr>
          <p:cNvSpPr txBox="1"/>
          <p:nvPr/>
        </p:nvSpPr>
        <p:spPr>
          <a:xfrm>
            <a:off x="3023665" y="2260644"/>
            <a:ext cx="128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removeMin</a:t>
            </a:r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09D08A2-54FE-C6CF-4B17-65DB46B35AA8}"/>
              </a:ext>
            </a:extLst>
          </p:cNvPr>
          <p:cNvGrpSpPr/>
          <p:nvPr/>
        </p:nvGrpSpPr>
        <p:grpSpPr>
          <a:xfrm>
            <a:off x="261960" y="2110681"/>
            <a:ext cx="2761705" cy="2093358"/>
            <a:chOff x="846212" y="4064806"/>
            <a:chExt cx="2761705" cy="209335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FB8FF99-E4CC-DE89-BAB7-FB52B3B945A7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7676713" y="1622300"/>
              <a:chExt cx="2761705" cy="209335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CE88431-2236-88C6-C822-0A8C78FF44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A9A885F2-FE88-3F2B-269C-777B2456B052}"/>
                  </a:ext>
                </a:extLst>
              </p:cNvPr>
              <p:cNvCxnSpPr>
                <a:cxnSpLocks/>
                <a:stCxn id="88" idx="3"/>
                <a:endCxn id="93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0B98462-62FD-A589-66C5-7A9D80E581EB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1452731" cy="1254732"/>
                <a:chOff x="7676713" y="2460926"/>
                <a:chExt cx="1452731" cy="1254732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660DE44-CCF0-615E-9D96-3DDDBC719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FDEC1A47-B02A-8B4F-5F8E-16139E544F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E8BB172A-0448-6E39-2CE5-63CEE8C271EA}"/>
                    </a:ext>
                  </a:extLst>
                </p:cNvPr>
                <p:cNvCxnSpPr>
                  <a:cxnSpLocks/>
                  <a:stCxn id="93" idx="3"/>
                  <a:endCxn id="94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F7FD951C-6148-7D46-ED85-371A35834D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44950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4799F6E8-CBA9-CC56-92D7-5C204409EE73}"/>
                    </a:ext>
                  </a:extLst>
                </p:cNvPr>
                <p:cNvCxnSpPr>
                  <a:cxnSpLocks/>
                  <a:stCxn id="93" idx="5"/>
                  <a:endCxn id="96" idx="0"/>
                </p:cNvCxnSpPr>
                <p:nvPr/>
              </p:nvCxnSpPr>
              <p:spPr>
                <a:xfrm>
                  <a:off x="8574748" y="2874467"/>
                  <a:ext cx="312449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A98D361A-A57B-6568-DE1F-ED422EA2D1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571DF1E7-3692-B1D9-90D4-E66EA0F42EFD}"/>
                  </a:ext>
                </a:extLst>
              </p:cNvPr>
              <p:cNvCxnSpPr>
                <a:cxnSpLocks/>
                <a:stCxn id="88" idx="5"/>
                <a:endCxn id="91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E4763EB-CCB0-6088-A1B8-D08E1BF57BD3}"/>
                </a:ext>
              </a:extLst>
            </p:cNvPr>
            <p:cNvSpPr txBox="1"/>
            <p:nvPr/>
          </p:nvSpPr>
          <p:spPr>
            <a:xfrm>
              <a:off x="2304637" y="41375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4</a:t>
              </a:r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036D3F5-594F-5CBB-F384-A5890BFD0BD4}"/>
                </a:ext>
              </a:extLst>
            </p:cNvPr>
            <p:cNvSpPr txBox="1"/>
            <p:nvPr/>
          </p:nvSpPr>
          <p:spPr>
            <a:xfrm>
              <a:off x="1413990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6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BD00482-BB1F-C700-0CAC-ADE410F2EE4C}"/>
                </a:ext>
              </a:extLst>
            </p:cNvPr>
            <p:cNvSpPr txBox="1"/>
            <p:nvPr/>
          </p:nvSpPr>
          <p:spPr>
            <a:xfrm>
              <a:off x="3180824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7</a:t>
              </a:r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A7E8E89-666D-1CB2-768C-5D94F697051F}"/>
                </a:ext>
              </a:extLst>
            </p:cNvPr>
            <p:cNvSpPr txBox="1"/>
            <p:nvPr/>
          </p:nvSpPr>
          <p:spPr>
            <a:xfrm>
              <a:off x="945854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A4A09F9-8FF4-EC3A-5F0E-B9DE4AC8841A}"/>
                </a:ext>
              </a:extLst>
            </p:cNvPr>
            <p:cNvSpPr txBox="1"/>
            <p:nvPr/>
          </p:nvSpPr>
          <p:spPr>
            <a:xfrm>
              <a:off x="1929297" y="57460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8</a:t>
              </a:r>
              <a:endParaRPr lang="en-US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5492C7-2503-F055-D241-BAE833ED7E4F}"/>
              </a:ext>
            </a:extLst>
          </p:cNvPr>
          <p:cNvGrpSpPr/>
          <p:nvPr/>
        </p:nvGrpSpPr>
        <p:grpSpPr>
          <a:xfrm>
            <a:off x="4427027" y="2110681"/>
            <a:ext cx="2761705" cy="2093358"/>
            <a:chOff x="4633986" y="2110681"/>
            <a:chExt cx="2761705" cy="209335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897575B-5793-B511-1332-0EF470255DB3}"/>
                </a:ext>
              </a:extLst>
            </p:cNvPr>
            <p:cNvGrpSpPr/>
            <p:nvPr/>
          </p:nvGrpSpPr>
          <p:grpSpPr>
            <a:xfrm>
              <a:off x="4633986" y="2110681"/>
              <a:ext cx="2761705" cy="2093358"/>
              <a:chOff x="846212" y="4064806"/>
              <a:chExt cx="2761705" cy="209335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FA4DFEFA-0048-D687-AA44-DF2DB67E6E61}"/>
                  </a:ext>
                </a:extLst>
              </p:cNvPr>
              <p:cNvGrpSpPr/>
              <p:nvPr/>
            </p:nvGrpSpPr>
            <p:grpSpPr>
              <a:xfrm>
                <a:off x="846212" y="4064806"/>
                <a:ext cx="2761705" cy="2093358"/>
                <a:chOff x="7676713" y="1622300"/>
                <a:chExt cx="2761705" cy="2093358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CC946B9F-2949-7CBA-D180-D95D3D56CA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57190" y="1622300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9AA7E96F-E907-A23E-FDBE-DD7405A72D4B}"/>
                    </a:ext>
                  </a:extLst>
                </p:cNvPr>
                <p:cNvCxnSpPr>
                  <a:cxnSpLocks/>
                  <a:stCxn id="59" idx="3"/>
                  <a:endCxn id="80" idx="0"/>
                </p:cNvCxnSpPr>
                <p:nvPr/>
              </p:nvCxnSpPr>
              <p:spPr>
                <a:xfrm flipH="1">
                  <a:off x="8403454" y="2035841"/>
                  <a:ext cx="724689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BE4BB613-A0C7-5D6B-6931-DA5B041A0FA8}"/>
                    </a:ext>
                  </a:extLst>
                </p:cNvPr>
                <p:cNvGrpSpPr/>
                <p:nvPr/>
              </p:nvGrpSpPr>
              <p:grpSpPr>
                <a:xfrm>
                  <a:off x="7676713" y="2460926"/>
                  <a:ext cx="1452731" cy="1254732"/>
                  <a:chOff x="7676713" y="2460926"/>
                  <a:chExt cx="1452731" cy="1254732"/>
                </a:xfrm>
              </p:grpSpPr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745D425E-ED7B-5C03-7084-99E8C11614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161207" y="2460926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DE631CA4-F1CC-2AFD-2861-4D27A48D43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676713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C934162C-F4A7-3BEF-6BF4-A39381D4B0B6}"/>
                      </a:ext>
                    </a:extLst>
                  </p:cNvPr>
                  <p:cNvCxnSpPr>
                    <a:cxnSpLocks/>
                    <a:stCxn id="80" idx="3"/>
                    <a:endCxn id="100" idx="0"/>
                  </p:cNvCxnSpPr>
                  <p:nvPr/>
                </p:nvCxnSpPr>
                <p:spPr>
                  <a:xfrm flipH="1">
                    <a:off x="7918960" y="2874467"/>
                    <a:ext cx="313200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84AE8924-12EB-6794-A14A-D20DA3C963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644950" y="3231164"/>
                    <a:ext cx="484494" cy="484494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1F4230C9-17F8-585F-2B5E-00F23ED280DD}"/>
                      </a:ext>
                    </a:extLst>
                  </p:cNvPr>
                  <p:cNvCxnSpPr>
                    <a:cxnSpLocks/>
                    <a:stCxn id="80" idx="5"/>
                    <a:endCxn id="102" idx="0"/>
                  </p:cNvCxnSpPr>
                  <p:nvPr/>
                </p:nvCxnSpPr>
                <p:spPr>
                  <a:xfrm>
                    <a:off x="8574748" y="2874467"/>
                    <a:ext cx="312449" cy="35669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7AABED36-B38C-2AB4-BD45-B58EB62FAE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53924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94FBBD87-69BB-6038-0463-44770371B95B}"/>
                    </a:ext>
                  </a:extLst>
                </p:cNvPr>
                <p:cNvCxnSpPr>
                  <a:cxnSpLocks/>
                  <a:stCxn id="59" idx="5"/>
                  <a:endCxn id="73" idx="0"/>
                </p:cNvCxnSpPr>
                <p:nvPr/>
              </p:nvCxnSpPr>
              <p:spPr>
                <a:xfrm>
                  <a:off x="9470731" y="2035841"/>
                  <a:ext cx="725440" cy="42508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07FEF09-97FE-0180-0934-3E5EA295150F}"/>
                  </a:ext>
                </a:extLst>
              </p:cNvPr>
              <p:cNvSpPr txBox="1"/>
              <p:nvPr/>
            </p:nvSpPr>
            <p:spPr>
              <a:xfrm>
                <a:off x="2304637" y="41375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>
                    <a:solidFill>
                      <a:srgbClr val="FF0000"/>
                    </a:solidFill>
                  </a:rPr>
                  <a:t>8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D59E36-EA68-81A8-1787-FFEB787C9209}"/>
                  </a:ext>
                </a:extLst>
              </p:cNvPr>
              <p:cNvSpPr txBox="1"/>
              <p:nvPr/>
            </p:nvSpPr>
            <p:spPr>
              <a:xfrm>
                <a:off x="1413990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6</a:t>
                </a:r>
                <a:endParaRPr lang="en-US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9187E0A-2887-C0BF-05CB-44300BDB1380}"/>
                  </a:ext>
                </a:extLst>
              </p:cNvPr>
              <p:cNvSpPr txBox="1"/>
              <p:nvPr/>
            </p:nvSpPr>
            <p:spPr>
              <a:xfrm>
                <a:off x="3180824" y="4961522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7</a:t>
                </a:r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7F5422D-C478-C348-06C3-D296221652CE}"/>
                  </a:ext>
                </a:extLst>
              </p:cNvPr>
              <p:cNvSpPr txBox="1"/>
              <p:nvPr/>
            </p:nvSpPr>
            <p:spPr>
              <a:xfrm>
                <a:off x="945854" y="5745740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9</a:t>
                </a:r>
                <a:endParaRPr 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F24B4D-B3C2-0FB6-3036-77AAB943E072}"/>
                  </a:ext>
                </a:extLst>
              </p:cNvPr>
              <p:cNvSpPr txBox="1"/>
              <p:nvPr/>
            </p:nvSpPr>
            <p:spPr>
              <a:xfrm>
                <a:off x="1929297" y="5746068"/>
                <a:ext cx="267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8</a:t>
                </a:r>
                <a:endParaRPr lang="en-US" dirty="0"/>
              </a:p>
            </p:txBody>
          </p: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A5E2A56-C6EA-790E-0DA9-30B4C20B3A31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70" y="3669168"/>
              <a:ext cx="614200" cy="4838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5D91DDC-5A66-A41C-2735-ABEB1755D1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4290" y="3690022"/>
              <a:ext cx="637280" cy="5060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E2B3954-658F-4F8D-B78E-4910060E4CC7}"/>
              </a:ext>
            </a:extLst>
          </p:cNvPr>
          <p:cNvGrpSpPr/>
          <p:nvPr/>
        </p:nvGrpSpPr>
        <p:grpSpPr>
          <a:xfrm>
            <a:off x="8592095" y="2110681"/>
            <a:ext cx="2761705" cy="2093358"/>
            <a:chOff x="846212" y="4064806"/>
            <a:chExt cx="2761705" cy="2093358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FF9DBBD-2432-3A92-47BF-6F0B14772BA4}"/>
                </a:ext>
              </a:extLst>
            </p:cNvPr>
            <p:cNvGrpSpPr/>
            <p:nvPr/>
          </p:nvGrpSpPr>
          <p:grpSpPr>
            <a:xfrm>
              <a:off x="846212" y="4064806"/>
              <a:ext cx="2761705" cy="2093358"/>
              <a:chOff x="7676713" y="1622300"/>
              <a:chExt cx="2761705" cy="2093358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9C59875-419A-D3DD-AE07-D167348CC8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57190" y="1622300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E1227F1F-9DD8-6C69-9AAB-BBF4BA6E76A2}"/>
                  </a:ext>
                </a:extLst>
              </p:cNvPr>
              <p:cNvCxnSpPr>
                <a:cxnSpLocks/>
                <a:stCxn id="113" idx="3"/>
                <a:endCxn id="118" idx="0"/>
              </p:cNvCxnSpPr>
              <p:nvPr/>
            </p:nvCxnSpPr>
            <p:spPr>
              <a:xfrm flipH="1">
                <a:off x="8403454" y="2035841"/>
                <a:ext cx="724689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EC4B40C-2BA4-1519-FA41-D1CD32A36D37}"/>
                  </a:ext>
                </a:extLst>
              </p:cNvPr>
              <p:cNvGrpSpPr/>
              <p:nvPr/>
            </p:nvGrpSpPr>
            <p:grpSpPr>
              <a:xfrm>
                <a:off x="7676713" y="2460926"/>
                <a:ext cx="968988" cy="1254732"/>
                <a:chOff x="7676713" y="2460926"/>
                <a:chExt cx="968988" cy="1254732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F281A9F8-C169-30A8-2B33-ACD32F7CF6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1207" y="2460926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EBDC49B6-4376-AD07-2941-6241F22E52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76713" y="3231164"/>
                  <a:ext cx="484494" cy="484494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B2F95688-AC28-0A35-B693-EE7CA142520C}"/>
                    </a:ext>
                  </a:extLst>
                </p:cNvPr>
                <p:cNvCxnSpPr>
                  <a:cxnSpLocks/>
                  <a:stCxn id="118" idx="3"/>
                  <a:endCxn id="119" idx="0"/>
                </p:cNvCxnSpPr>
                <p:nvPr/>
              </p:nvCxnSpPr>
              <p:spPr>
                <a:xfrm flipH="1">
                  <a:off x="7918960" y="2874467"/>
                  <a:ext cx="313200" cy="35669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93429F0-C7BA-ED33-85F6-30A293C150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53924" y="2460926"/>
                <a:ext cx="484494" cy="48449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36DFFC9-BF32-1B43-5995-9C676F9BCF5A}"/>
                  </a:ext>
                </a:extLst>
              </p:cNvPr>
              <p:cNvCxnSpPr>
                <a:cxnSpLocks/>
                <a:stCxn id="113" idx="5"/>
                <a:endCxn id="116" idx="0"/>
              </p:cNvCxnSpPr>
              <p:nvPr/>
            </p:nvCxnSpPr>
            <p:spPr>
              <a:xfrm>
                <a:off x="9470731" y="2035841"/>
                <a:ext cx="725440" cy="4250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8AC4F4A-E97B-846A-3E25-0696B50AFA43}"/>
                </a:ext>
              </a:extLst>
            </p:cNvPr>
            <p:cNvSpPr txBox="1"/>
            <p:nvPr/>
          </p:nvSpPr>
          <p:spPr>
            <a:xfrm>
              <a:off x="2304637" y="4137568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6</a:t>
              </a:r>
              <a:endParaRPr 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702C2B2-1E24-92BE-BCE5-83255E71745F}"/>
                </a:ext>
              </a:extLst>
            </p:cNvPr>
            <p:cNvSpPr txBox="1"/>
            <p:nvPr/>
          </p:nvSpPr>
          <p:spPr>
            <a:xfrm>
              <a:off x="1413990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8C581B1-E1C1-52BA-344A-3377DB71D6F2}"/>
                </a:ext>
              </a:extLst>
            </p:cNvPr>
            <p:cNvSpPr txBox="1"/>
            <p:nvPr/>
          </p:nvSpPr>
          <p:spPr>
            <a:xfrm>
              <a:off x="3180824" y="4961522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7</a:t>
              </a:r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8A3825-AF23-BEC9-B294-F43824669FC0}"/>
                </a:ext>
              </a:extLst>
            </p:cNvPr>
            <p:cNvSpPr txBox="1"/>
            <p:nvPr/>
          </p:nvSpPr>
          <p:spPr>
            <a:xfrm>
              <a:off x="945854" y="5745740"/>
              <a:ext cx="267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/>
                <a:t>9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1012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8AE1-6C4E-020B-2052-1E3838B4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189D-A325-8D35-0309-705A51CD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Removal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A03C8-DCEA-B18E-6810-DCC26815B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step of the “bubbling down” does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work (comparisons to children)</a:t>
                </a:r>
              </a:p>
              <a:p>
                <a:r>
                  <a:rPr lang="en-US" dirty="0"/>
                  <a:t>Since at most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nodes are visited, at worst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 is done, and so it is: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worst-case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time to remove the min of a heap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A03C8-DCEA-B18E-6810-DCC26815B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5789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9CB05-8DAE-4820-6283-264D1888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9A27-B7AD-39B1-CF34-95FE9B10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with a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09AAE-A9C4-6AAC-4185-5E1F657D8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Algorithm </a:t>
            </a:r>
            <a:r>
              <a:rPr lang="en-CA" dirty="0" err="1"/>
              <a:t>PriorityQueueSort</a:t>
            </a:r>
            <a:r>
              <a:rPr lang="en-CA" dirty="0"/>
              <a:t>(</a:t>
            </a:r>
            <a:r>
              <a:rPr lang="en-CA" i="1" dirty="0"/>
              <a:t>L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PQ = </a:t>
            </a:r>
            <a:r>
              <a:rPr lang="en-CA" dirty="0" err="1"/>
              <a:t>makeEmptyPriorityQueue</a:t>
            </a:r>
            <a:r>
              <a:rPr lang="en-CA" dirty="0"/>
              <a:t>()</a:t>
            </a:r>
          </a:p>
          <a:p>
            <a:pPr marL="0" indent="0">
              <a:buNone/>
            </a:pPr>
            <a:r>
              <a:rPr lang="en-CA" b="1" dirty="0"/>
              <a:t>for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 // </a:t>
            </a:r>
            <a:r>
              <a:rPr lang="en-CA" dirty="0"/>
              <a:t>add all items to queue</a:t>
            </a:r>
          </a:p>
          <a:p>
            <a:pPr marL="457200" lvl="1" indent="0">
              <a:buNone/>
            </a:pPr>
            <a:r>
              <a:rPr lang="en-CA" dirty="0" err="1"/>
              <a:t>PQ.insert</a:t>
            </a:r>
            <a:r>
              <a:rPr lang="en-CA" dirty="0"/>
              <a:t>(L[</a:t>
            </a:r>
            <a:r>
              <a:rPr lang="en-CA" dirty="0" err="1"/>
              <a:t>i</a:t>
            </a:r>
            <a:r>
              <a:rPr lang="en-CA" dirty="0"/>
              <a:t>])</a:t>
            </a:r>
          </a:p>
          <a:p>
            <a:pPr marL="0" indent="0">
              <a:buNone/>
            </a:pPr>
            <a:r>
              <a:rPr lang="en-CA" b="1" dirty="0"/>
              <a:t>end</a:t>
            </a:r>
          </a:p>
          <a:p>
            <a:pPr marL="0" indent="0">
              <a:buNone/>
            </a:pPr>
            <a:r>
              <a:rPr lang="en-CA" b="1" dirty="0"/>
              <a:t>for</a:t>
            </a:r>
            <a:r>
              <a:rPr lang="en-CA" dirty="0"/>
              <a:t> </a:t>
            </a:r>
            <a:r>
              <a:rPr lang="en-CA" dirty="0" err="1"/>
              <a:t>i</a:t>
            </a:r>
            <a:r>
              <a:rPr lang="en-CA" dirty="0"/>
              <a:t> = 0 to </a:t>
            </a:r>
            <a:r>
              <a:rPr lang="en-CA" b="1" dirty="0" err="1"/>
              <a:t>len</a:t>
            </a:r>
            <a:r>
              <a:rPr lang="en-CA" dirty="0"/>
              <a:t>(L) – 1 </a:t>
            </a:r>
            <a:r>
              <a:rPr lang="en-CA" b="1" dirty="0"/>
              <a:t>do  //</a:t>
            </a:r>
            <a:r>
              <a:rPr lang="en-CA" dirty="0"/>
              <a:t> read all items back into L</a:t>
            </a:r>
          </a:p>
          <a:p>
            <a:pPr marL="457200" lvl="1" indent="0">
              <a:buNone/>
            </a:pPr>
            <a:r>
              <a:rPr lang="en-CA" dirty="0"/>
              <a:t>L[</a:t>
            </a:r>
            <a:r>
              <a:rPr lang="en-CA" dirty="0" err="1"/>
              <a:t>i</a:t>
            </a:r>
            <a:r>
              <a:rPr lang="en-CA" dirty="0"/>
              <a:t>] = </a:t>
            </a:r>
            <a:r>
              <a:rPr lang="en-CA" dirty="0" err="1"/>
              <a:t>PQ.min</a:t>
            </a:r>
            <a:r>
              <a:rPr lang="en-CA" dirty="0"/>
              <a:t>()</a:t>
            </a:r>
          </a:p>
          <a:p>
            <a:pPr marL="457200" lvl="1" indent="0">
              <a:buNone/>
            </a:pPr>
            <a:r>
              <a:rPr lang="en-CA" dirty="0" err="1"/>
              <a:t>PQ.remove_min</a:t>
            </a:r>
            <a:r>
              <a:rPr lang="en-CA" dirty="0"/>
              <a:t>()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end</a:t>
            </a:r>
            <a:endParaRPr lang="en-C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4A14C-9AC5-B8A6-1CBE-8B9C38C052DA}"/>
              </a:ext>
            </a:extLst>
          </p:cNvPr>
          <p:cNvSpPr txBox="1"/>
          <p:nvPr/>
        </p:nvSpPr>
        <p:spPr>
          <a:xfrm>
            <a:off x="7496071" y="340235"/>
            <a:ext cx="460214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Algorithm performance</a:t>
            </a:r>
            <a:endParaRPr lang="en-US" dirty="0"/>
          </a:p>
          <a:p>
            <a:pPr algn="ctr"/>
            <a:r>
              <a:rPr lang="en-US" dirty="0"/>
              <a:t>N * (cost of insert) + N * (cost of min/remove)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1D7EE9-DB44-BE04-C48C-30DD0C9EBA1B}"/>
                  </a:ext>
                </a:extLst>
              </p:cNvPr>
              <p:cNvSpPr txBox="1"/>
              <p:nvPr/>
            </p:nvSpPr>
            <p:spPr>
              <a:xfrm>
                <a:off x="3356151" y="3328517"/>
                <a:ext cx="2582425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Heap</a:t>
                </a:r>
                <a:r>
                  <a:rPr lang="en-US" dirty="0"/>
                  <a:t>: insert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1D7EE9-DB44-BE04-C48C-30DD0C9EB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151" y="3328517"/>
                <a:ext cx="2582425" cy="369332"/>
              </a:xfrm>
              <a:prstGeom prst="rect">
                <a:avLst/>
              </a:prstGeom>
              <a:blipFill>
                <a:blip r:embed="rId2"/>
                <a:stretch>
                  <a:fillRect l="-196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4D9E62-18B5-3880-B4EF-40A4F5CEA4DC}"/>
                  </a:ext>
                </a:extLst>
              </p:cNvPr>
              <p:cNvSpPr txBox="1"/>
              <p:nvPr/>
            </p:nvSpPr>
            <p:spPr>
              <a:xfrm>
                <a:off x="3840147" y="5016075"/>
                <a:ext cx="3243941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Heap</a:t>
                </a:r>
                <a:r>
                  <a:rPr lang="en-US" dirty="0"/>
                  <a:t>: removing min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4D9E62-18B5-3880-B4EF-40A4F5CE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147" y="5016075"/>
                <a:ext cx="3243941" cy="369332"/>
              </a:xfrm>
              <a:prstGeom prst="rect">
                <a:avLst/>
              </a:prstGeom>
              <a:blipFill>
                <a:blip r:embed="rId3"/>
                <a:stretch>
                  <a:fillRect l="-1563" t="-10345" r="-391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5325A-6075-F98F-502D-7D6E9DF30606}"/>
                  </a:ext>
                </a:extLst>
              </p:cNvPr>
              <p:cNvSpPr txBox="1"/>
              <p:nvPr/>
            </p:nvSpPr>
            <p:spPr>
              <a:xfrm>
                <a:off x="8496299" y="1352129"/>
                <a:ext cx="3350707" cy="92955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Algorithm performance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CA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func>
                            <m:funcPr>
                              <m:ctrlP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en-CA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5325A-6075-F98F-502D-7D6E9DF30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299" y="1352129"/>
                <a:ext cx="3350707" cy="929550"/>
              </a:xfrm>
              <a:prstGeom prst="rect">
                <a:avLst/>
              </a:prstGeom>
              <a:blipFill>
                <a:blip r:embed="rId4"/>
                <a:stretch>
                  <a:fillRect t="-2703"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1951E-BE7A-E525-645C-DF9F46907AF4}"/>
                  </a:ext>
                </a:extLst>
              </p:cNvPr>
              <p:cNvSpPr txBox="1"/>
              <p:nvPr/>
            </p:nvSpPr>
            <p:spPr>
              <a:xfrm>
                <a:off x="9004160" y="3408734"/>
                <a:ext cx="3094055" cy="175432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This algorithm is called </a:t>
                </a:r>
                <a:r>
                  <a:rPr lang="en-US" b="1" dirty="0">
                    <a:solidFill>
                      <a:schemeClr val="tx1"/>
                    </a:solidFill>
                  </a:rPr>
                  <a:t>heapsort</a:t>
                </a:r>
                <a:r>
                  <a:rPr lang="en-US" dirty="0">
                    <a:solidFill>
                      <a:schemeClr val="tx1"/>
                    </a:solidFill>
                  </a:rPr>
                  <a:t>, and in the worst-case runs in </a:t>
                </a:r>
                <a14:m>
                  <m:oMath xmlns:m="http://schemas.openxmlformats.org/officeDocument/2006/math"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fName>
                          <m:e>
                            <m:r>
                              <a:rPr lang="en-CA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CA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time: </a:t>
                </a:r>
                <a:r>
                  <a:rPr lang="en-US" b="1" dirty="0">
                    <a:solidFill>
                      <a:schemeClr val="tx1"/>
                    </a:solidFill>
                  </a:rPr>
                  <a:t>much</a:t>
                </a:r>
                <a:r>
                  <a:rPr lang="en-US" dirty="0">
                    <a:solidFill>
                      <a:schemeClr val="tx1"/>
                    </a:solidFill>
                  </a:rPr>
                  <a:t> better than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CA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worst-case time  for insertion sort and selection sort.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1951E-BE7A-E525-645C-DF9F46907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160" y="3408734"/>
                <a:ext cx="3094055" cy="1754326"/>
              </a:xfrm>
              <a:prstGeom prst="rect">
                <a:avLst/>
              </a:prstGeom>
              <a:blipFill>
                <a:blip r:embed="rId5"/>
                <a:stretch>
                  <a:fillRect l="-408" t="-1439" r="-244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049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1092-0377-BE30-DF38-97E8838C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Implementations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D9282-9C18-B425-73DF-86C55FBC41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6484734"/>
                  </p:ext>
                </p:extLst>
              </p:nvPr>
            </p:nvGraphicFramePr>
            <p:xfrm>
              <a:off x="2471894" y="2540861"/>
              <a:ext cx="6561574" cy="2173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6092">
                      <a:extLst>
                        <a:ext uri="{9D8B030D-6E8A-4147-A177-3AD203B41FA5}">
                          <a16:colId xmlns:a16="http://schemas.microsoft.com/office/drawing/2014/main" val="191705911"/>
                        </a:ext>
                      </a:extLst>
                    </a:gridCol>
                    <a:gridCol w="1816836">
                      <a:extLst>
                        <a:ext uri="{9D8B030D-6E8A-4147-A177-3AD203B41FA5}">
                          <a16:colId xmlns:a16="http://schemas.microsoft.com/office/drawing/2014/main" val="3882505728"/>
                        </a:ext>
                      </a:extLst>
                    </a:gridCol>
                    <a:gridCol w="1760790">
                      <a:extLst>
                        <a:ext uri="{9D8B030D-6E8A-4147-A177-3AD203B41FA5}">
                          <a16:colId xmlns:a16="http://schemas.microsoft.com/office/drawing/2014/main" val="142166743"/>
                        </a:ext>
                      </a:extLst>
                    </a:gridCol>
                    <a:gridCol w="1687856">
                      <a:extLst>
                        <a:ext uri="{9D8B030D-6E8A-4147-A177-3AD203B41FA5}">
                          <a16:colId xmlns:a16="http://schemas.microsoft.com/office/drawing/2014/main" val="3390547193"/>
                        </a:ext>
                      </a:extLst>
                    </a:gridCol>
                  </a:tblGrid>
                  <a:tr h="3358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Heap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6481387"/>
                      </a:ext>
                    </a:extLst>
                  </a:tr>
                  <a:tr h="33580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insert(x)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777065"/>
                      </a:ext>
                    </a:extLst>
                  </a:tr>
                  <a:tr h="33580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/>
                            <a:t>removeMin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CA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8357838"/>
                      </a:ext>
                    </a:extLst>
                  </a:tr>
                  <a:tr h="107641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Resulting sort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Selection sort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Worst case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Insertion Sort</a:t>
                          </a:r>
                        </a:p>
                        <a:p>
                          <a:pPr algn="ctr"/>
                          <a:r>
                            <a:rPr lang="en-US" dirty="0"/>
                            <a:t>Worst case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Heapsort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Worst case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CA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638018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D9282-9C18-B425-73DF-86C55FBC41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6484734"/>
                  </p:ext>
                </p:extLst>
              </p:nvPr>
            </p:nvGraphicFramePr>
            <p:xfrm>
              <a:off x="2471894" y="2540861"/>
              <a:ext cx="6561574" cy="2173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6092">
                      <a:extLst>
                        <a:ext uri="{9D8B030D-6E8A-4147-A177-3AD203B41FA5}">
                          <a16:colId xmlns:a16="http://schemas.microsoft.com/office/drawing/2014/main" val="191705911"/>
                        </a:ext>
                      </a:extLst>
                    </a:gridCol>
                    <a:gridCol w="1816836">
                      <a:extLst>
                        <a:ext uri="{9D8B030D-6E8A-4147-A177-3AD203B41FA5}">
                          <a16:colId xmlns:a16="http://schemas.microsoft.com/office/drawing/2014/main" val="3882505728"/>
                        </a:ext>
                      </a:extLst>
                    </a:gridCol>
                    <a:gridCol w="1760790">
                      <a:extLst>
                        <a:ext uri="{9D8B030D-6E8A-4147-A177-3AD203B41FA5}">
                          <a16:colId xmlns:a16="http://schemas.microsoft.com/office/drawing/2014/main" val="142166743"/>
                        </a:ext>
                      </a:extLst>
                    </a:gridCol>
                    <a:gridCol w="1687856">
                      <a:extLst>
                        <a:ext uri="{9D8B030D-6E8A-4147-A177-3AD203B41FA5}">
                          <a16:colId xmlns:a16="http://schemas.microsoft.com/office/drawing/2014/main" val="339054719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Heap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64813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insert(x)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528" t="-110345" r="-190278" b="-3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7698" t="-110345" r="-97122" b="-3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0226" t="-110345" r="-1504" b="-396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7770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/>
                            <a:t>removeMin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528" t="-210345" r="-190278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7698" t="-210345" r="-97122" b="-2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0226" t="-210345" r="-1504" b="-296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357838"/>
                      </a:ext>
                    </a:extLst>
                  </a:tr>
                  <a:tr h="107641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Resulting sort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528" t="-105882" r="-190278" b="-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7698" t="-105882" r="-97122" b="-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0226" t="-105882" r="-1504" b="-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38018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459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2750</Words>
  <Application>Microsoft Macintosh PowerPoint</Application>
  <PresentationFormat>Widescreen</PresentationFormat>
  <Paragraphs>609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Consolas</vt:lpstr>
      <vt:lpstr>Office Theme</vt:lpstr>
      <vt:lpstr>Heaps and Priority Queues</vt:lpstr>
      <vt:lpstr>Keys</vt:lpstr>
      <vt:lpstr>Priority Queue</vt:lpstr>
      <vt:lpstr>Priority Queue ADT (abstract data type)</vt:lpstr>
      <vt:lpstr>Sorting with a Priority Queue</vt:lpstr>
      <vt:lpstr>Implementing with an unsorted list</vt:lpstr>
      <vt:lpstr>Sorting with a Priority Queue</vt:lpstr>
      <vt:lpstr>Implementing with a sorted list</vt:lpstr>
      <vt:lpstr>Sorting with a Priority Queue</vt:lpstr>
      <vt:lpstr>Sorting with a Priority Queue</vt:lpstr>
      <vt:lpstr>The Heap Data Structure</vt:lpstr>
      <vt:lpstr>Heap-order Property (for a min heap)</vt:lpstr>
      <vt:lpstr>Complete Binary Trees</vt:lpstr>
      <vt:lpstr>Some Not Complete Binary Trees</vt:lpstr>
      <vt:lpstr>Complete Binary Trees</vt:lpstr>
      <vt:lpstr>Heap-order Property (for a min heap)</vt:lpstr>
      <vt:lpstr>Heap-Order Property</vt:lpstr>
      <vt:lpstr>Heap-Order Property</vt:lpstr>
      <vt:lpstr>Heap-Order Property</vt:lpstr>
      <vt:lpstr>Heap-Order Property</vt:lpstr>
      <vt:lpstr>Height of a Heap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Insertion</vt:lpstr>
      <vt:lpstr>Heap Removal</vt:lpstr>
      <vt:lpstr>Heap Removal</vt:lpstr>
      <vt:lpstr>Heap Removal</vt:lpstr>
      <vt:lpstr>Heap Removal</vt:lpstr>
      <vt:lpstr>Sorting with a Priority Queue</vt:lpstr>
      <vt:lpstr>Priority Queue Implementations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2026-06-16T02:59:55Z</dcterms:modified>
</cp:coreProperties>
</file>