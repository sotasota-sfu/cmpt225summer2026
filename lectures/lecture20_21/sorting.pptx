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D2DAD8-E89F-AC41-B3EB-40B243B3DD5F}" v="506" dt="2026-07-02T20:16:05.6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26"/>
    <p:restoredTop sz="96301"/>
  </p:normalViewPr>
  <p:slideViewPr>
    <p:cSldViewPr snapToGrid="0">
      <p:cViewPr varScale="1">
        <p:scale>
          <a:sx n="88" d="100"/>
          <a:sy n="88" d="100"/>
        </p:scale>
        <p:origin x="184" y="1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">
      <pc:chgData name="Toby Donaldson" userId="2e6e5431-bb17-4c41-9985-d39c50d83c73" providerId="ADAL" clId="{F31BC264-820E-54C4-A6D1-F92AF9CC222E}" dt="2026-07-02T20:16:05.663" v="12008"/>
      <pc:docMkLst>
        <pc:docMk/>
      </pc:docMkLst>
      <pc:sldChg chg="modSp mod">
        <pc:chgData name="Toby Donaldson" userId="2e6e5431-bb17-4c41-9985-d39c50d83c73" providerId="ADAL" clId="{F31BC264-820E-54C4-A6D1-F92AF9CC222E}" dt="2026-07-01T02:37:19.481" v="455" actId="20577"/>
        <pc:sldMkLst>
          <pc:docMk/>
          <pc:sldMk cId="3913951393" sldId="256"/>
        </pc:sldMkLst>
        <pc:spChg chg="mod">
          <ac:chgData name="Toby Donaldson" userId="2e6e5431-bb17-4c41-9985-d39c50d83c73" providerId="ADAL" clId="{F31BC264-820E-54C4-A6D1-F92AF9CC222E}" dt="2026-07-01T02:35:34.701" v="437" actId="20577"/>
          <ac:spMkLst>
            <pc:docMk/>
            <pc:sldMk cId="3913951393" sldId="256"/>
            <ac:spMk id="2" creationId="{CC8A3A52-9C4F-676A-549D-DDD6E2B61E8C}"/>
          </ac:spMkLst>
        </pc:spChg>
        <pc:spChg chg="mod">
          <ac:chgData name="Toby Donaldson" userId="2e6e5431-bb17-4c41-9985-d39c50d83c73" providerId="ADAL" clId="{F31BC264-820E-54C4-A6D1-F92AF9CC222E}" dt="2026-07-01T02:37:19.481" v="455" actId="20577"/>
          <ac:spMkLst>
            <pc:docMk/>
            <pc:sldMk cId="3913951393" sldId="256"/>
            <ac:spMk id="3" creationId="{205107A4-06A5-9E02-14AC-D09083368118}"/>
          </ac:spMkLst>
        </pc:spChg>
      </pc:sldChg>
      <pc:sldChg chg="modSp mod">
        <pc:chgData name="Toby Donaldson" userId="2e6e5431-bb17-4c41-9985-d39c50d83c73" providerId="ADAL" clId="{F31BC264-820E-54C4-A6D1-F92AF9CC222E}" dt="2026-07-02T16:53:55.920" v="11819" actId="20577"/>
        <pc:sldMkLst>
          <pc:docMk/>
          <pc:sldMk cId="4218742454" sldId="257"/>
        </pc:sldMkLst>
        <pc:spChg chg="mod">
          <ac:chgData name="Toby Donaldson" userId="2e6e5431-bb17-4c41-9985-d39c50d83c73" providerId="ADAL" clId="{F31BC264-820E-54C4-A6D1-F92AF9CC222E}" dt="2026-07-02T16:53:55.920" v="11819" actId="20577"/>
          <ac:spMkLst>
            <pc:docMk/>
            <pc:sldMk cId="4218742454" sldId="257"/>
            <ac:spMk id="3" creationId="{AD5AA14A-0A73-A031-2FCF-8946584D64B9}"/>
          </ac:spMkLst>
        </pc:sp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111845022" sldId="258"/>
        </pc:sldMkLst>
      </pc:sldChg>
      <pc:sldChg chg="addSp modSp new mod">
        <pc:chgData name="Toby Donaldson" userId="2e6e5431-bb17-4c41-9985-d39c50d83c73" providerId="ADAL" clId="{F31BC264-820E-54C4-A6D1-F92AF9CC222E}" dt="2026-07-01T02:48:05.176" v="1704" actId="5793"/>
        <pc:sldMkLst>
          <pc:docMk/>
          <pc:sldMk cId="3806433123" sldId="258"/>
        </pc:sldMkLst>
        <pc:spChg chg="mod">
          <ac:chgData name="Toby Donaldson" userId="2e6e5431-bb17-4c41-9985-d39c50d83c73" providerId="ADAL" clId="{F31BC264-820E-54C4-A6D1-F92AF9CC222E}" dt="2026-07-01T02:39:05.407" v="631" actId="20577"/>
          <ac:spMkLst>
            <pc:docMk/>
            <pc:sldMk cId="3806433123" sldId="258"/>
            <ac:spMk id="2" creationId="{70DBDBE3-E9D2-AA76-23FE-471857484EB3}"/>
          </ac:spMkLst>
        </pc:spChg>
        <pc:spChg chg="mod">
          <ac:chgData name="Toby Donaldson" userId="2e6e5431-bb17-4c41-9985-d39c50d83c73" providerId="ADAL" clId="{F31BC264-820E-54C4-A6D1-F92AF9CC222E}" dt="2026-07-01T02:48:05.176" v="1704" actId="5793"/>
          <ac:spMkLst>
            <pc:docMk/>
            <pc:sldMk cId="3806433123" sldId="258"/>
            <ac:spMk id="3" creationId="{BE4DD939-2C37-032A-41BD-4BD139CC43B0}"/>
          </ac:spMkLst>
        </pc:spChg>
        <pc:spChg chg="add mod">
          <ac:chgData name="Toby Donaldson" userId="2e6e5431-bb17-4c41-9985-d39c50d83c73" providerId="ADAL" clId="{F31BC264-820E-54C4-A6D1-F92AF9CC222E}" dt="2026-07-01T02:43:50.828" v="1231" actId="12788"/>
          <ac:spMkLst>
            <pc:docMk/>
            <pc:sldMk cId="3806433123" sldId="258"/>
            <ac:spMk id="4" creationId="{0B213BB1-2493-4A19-7BC3-440528639154}"/>
          </ac:spMkLst>
        </pc:spChg>
        <pc:spChg chg="add mod">
          <ac:chgData name="Toby Donaldson" userId="2e6e5431-bb17-4c41-9985-d39c50d83c73" providerId="ADAL" clId="{F31BC264-820E-54C4-A6D1-F92AF9CC222E}" dt="2026-07-01T02:43:50.828" v="1231" actId="12788"/>
          <ac:spMkLst>
            <pc:docMk/>
            <pc:sldMk cId="3806433123" sldId="258"/>
            <ac:spMk id="5" creationId="{5ADC2E3E-67CA-EA3C-7607-9588E4C5844F}"/>
          </ac:spMkLst>
        </pc:spChg>
      </pc:sldChg>
      <pc:sldChg chg="addSp modSp new mod">
        <pc:chgData name="Toby Donaldson" userId="2e6e5431-bb17-4c41-9985-d39c50d83c73" providerId="ADAL" clId="{F31BC264-820E-54C4-A6D1-F92AF9CC222E}" dt="2026-07-02T17:09:56.192" v="11821"/>
        <pc:sldMkLst>
          <pc:docMk/>
          <pc:sldMk cId="3199184259" sldId="259"/>
        </pc:sldMkLst>
        <pc:spChg chg="mod">
          <ac:chgData name="Toby Donaldson" userId="2e6e5431-bb17-4c41-9985-d39c50d83c73" providerId="ADAL" clId="{F31BC264-820E-54C4-A6D1-F92AF9CC222E}" dt="2026-07-01T02:48:29.450" v="1719" actId="20577"/>
          <ac:spMkLst>
            <pc:docMk/>
            <pc:sldMk cId="3199184259" sldId="259"/>
            <ac:spMk id="2" creationId="{96FAFDC1-3114-729C-FB8B-93E2E6C0A022}"/>
          </ac:spMkLst>
        </pc:spChg>
        <pc:spChg chg="mod">
          <ac:chgData name="Toby Donaldson" userId="2e6e5431-bb17-4c41-9985-d39c50d83c73" providerId="ADAL" clId="{F31BC264-820E-54C4-A6D1-F92AF9CC222E}" dt="2026-07-02T17:09:32.879" v="11820" actId="20577"/>
          <ac:spMkLst>
            <pc:docMk/>
            <pc:sldMk cId="3199184259" sldId="259"/>
            <ac:spMk id="3" creationId="{00CD6EAB-8659-A93A-BD43-54D24368D8C0}"/>
          </ac:spMkLst>
        </pc:spChg>
        <pc:spChg chg="add mod">
          <ac:chgData name="Toby Donaldson" userId="2e6e5431-bb17-4c41-9985-d39c50d83c73" providerId="ADAL" clId="{F31BC264-820E-54C4-A6D1-F92AF9CC222E}" dt="2026-07-01T02:53:02.172" v="2119" actId="14100"/>
          <ac:spMkLst>
            <pc:docMk/>
            <pc:sldMk cId="3199184259" sldId="259"/>
            <ac:spMk id="4" creationId="{5853FBAF-A0EB-A3B6-AC5F-D2D7B3173D9D}"/>
          </ac:spMkLst>
        </pc:spChg>
        <pc:spChg chg="add mod">
          <ac:chgData name="Toby Donaldson" userId="2e6e5431-bb17-4c41-9985-d39c50d83c73" providerId="ADAL" clId="{F31BC264-820E-54C4-A6D1-F92AF9CC222E}" dt="2026-07-01T02:53:05.478" v="2120" actId="1076"/>
          <ac:spMkLst>
            <pc:docMk/>
            <pc:sldMk cId="3199184259" sldId="259"/>
            <ac:spMk id="5" creationId="{501B31A4-E32D-23F2-27FC-22FB143A34FA}"/>
          </ac:spMkLst>
        </pc:spChg>
        <pc:spChg chg="add mod">
          <ac:chgData name="Toby Donaldson" userId="2e6e5431-bb17-4c41-9985-d39c50d83c73" providerId="ADAL" clId="{F31BC264-820E-54C4-A6D1-F92AF9CC222E}" dt="2026-07-01T02:53:13.211" v="2123" actId="1076"/>
          <ac:spMkLst>
            <pc:docMk/>
            <pc:sldMk cId="3199184259" sldId="259"/>
            <ac:spMk id="6" creationId="{E2E6D642-9832-012A-A75E-4E5B741B2B90}"/>
          </ac:spMkLst>
        </pc:spChg>
        <pc:spChg chg="add mod">
          <ac:chgData name="Toby Donaldson" userId="2e6e5431-bb17-4c41-9985-d39c50d83c73" providerId="ADAL" clId="{F31BC264-820E-54C4-A6D1-F92AF9CC222E}" dt="2026-07-01T02:53:37.111" v="2127" actId="14100"/>
          <ac:spMkLst>
            <pc:docMk/>
            <pc:sldMk cId="3199184259" sldId="259"/>
            <ac:spMk id="7" creationId="{10FEBEAA-A27A-015F-15CF-F184F5F18392}"/>
          </ac:spMkLst>
        </pc:spChg>
        <pc:spChg chg="add mod">
          <ac:chgData name="Toby Donaldson" userId="2e6e5431-bb17-4c41-9985-d39c50d83c73" providerId="ADAL" clId="{F31BC264-820E-54C4-A6D1-F92AF9CC222E}" dt="2026-07-01T02:53:46.010" v="2130" actId="14100"/>
          <ac:spMkLst>
            <pc:docMk/>
            <pc:sldMk cId="3199184259" sldId="259"/>
            <ac:spMk id="8" creationId="{CDC37316-ADDC-7CF4-4F6E-77B7899621D6}"/>
          </ac:spMkLst>
        </pc:spChg>
        <pc:spChg chg="add mod">
          <ac:chgData name="Toby Donaldson" userId="2e6e5431-bb17-4c41-9985-d39c50d83c73" providerId="ADAL" clId="{F31BC264-820E-54C4-A6D1-F92AF9CC222E}" dt="2026-07-01T02:53:58.597" v="2148" actId="1076"/>
          <ac:spMkLst>
            <pc:docMk/>
            <pc:sldMk cId="3199184259" sldId="259"/>
            <ac:spMk id="9" creationId="{ECF141FA-BE38-30FF-FD1C-9F58E976074E}"/>
          </ac:spMkLst>
        </pc:spChg>
        <pc:spChg chg="add mod">
          <ac:chgData name="Toby Donaldson" userId="2e6e5431-bb17-4c41-9985-d39c50d83c73" providerId="ADAL" clId="{F31BC264-820E-54C4-A6D1-F92AF9CC222E}" dt="2026-07-01T02:54:07.274" v="2158" actId="20577"/>
          <ac:spMkLst>
            <pc:docMk/>
            <pc:sldMk cId="3199184259" sldId="259"/>
            <ac:spMk id="10" creationId="{B03753AD-A4CC-85B2-71B7-2CF0DCBD7922}"/>
          </ac:spMkLst>
        </pc:spChg>
        <pc:spChg chg="add mod">
          <ac:chgData name="Toby Donaldson" userId="2e6e5431-bb17-4c41-9985-d39c50d83c73" providerId="ADAL" clId="{F31BC264-820E-54C4-A6D1-F92AF9CC222E}" dt="2026-07-01T02:57:16.112" v="2344" actId="1076"/>
          <ac:spMkLst>
            <pc:docMk/>
            <pc:sldMk cId="3199184259" sldId="259"/>
            <ac:spMk id="11" creationId="{A843A808-4C44-B2A6-1D03-68B3CBFEC5DB}"/>
          </ac:spMkLst>
        </pc:spChg>
        <pc:spChg chg="add mod">
          <ac:chgData name="Toby Donaldson" userId="2e6e5431-bb17-4c41-9985-d39c50d83c73" providerId="ADAL" clId="{F31BC264-820E-54C4-A6D1-F92AF9CC222E}" dt="2026-07-02T17:09:56.192" v="11821"/>
          <ac:spMkLst>
            <pc:docMk/>
            <pc:sldMk cId="3199184259" sldId="259"/>
            <ac:spMk id="12" creationId="{AF18A5DB-52C9-140A-305B-AABC71F73A62}"/>
          </ac:spMkLst>
        </pc:sp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878808988" sldId="259"/>
        </pc:sldMkLst>
      </pc:sldChg>
      <pc:sldChg chg="modSp new mod">
        <pc:chgData name="Toby Donaldson" userId="2e6e5431-bb17-4c41-9985-d39c50d83c73" providerId="ADAL" clId="{F31BC264-820E-54C4-A6D1-F92AF9CC222E}" dt="2026-07-01T03:00:45.221" v="3047" actId="20577"/>
        <pc:sldMkLst>
          <pc:docMk/>
          <pc:sldMk cId="90117088" sldId="260"/>
        </pc:sldMkLst>
        <pc:spChg chg="mod">
          <ac:chgData name="Toby Donaldson" userId="2e6e5431-bb17-4c41-9985-d39c50d83c73" providerId="ADAL" clId="{F31BC264-820E-54C4-A6D1-F92AF9CC222E}" dt="2026-07-01T02:57:48.409" v="2383" actId="20577"/>
          <ac:spMkLst>
            <pc:docMk/>
            <pc:sldMk cId="90117088" sldId="260"/>
            <ac:spMk id="2" creationId="{8221B8F8-294D-3D05-0109-C1E9BAA44FBA}"/>
          </ac:spMkLst>
        </pc:spChg>
        <pc:spChg chg="mod">
          <ac:chgData name="Toby Donaldson" userId="2e6e5431-bb17-4c41-9985-d39c50d83c73" providerId="ADAL" clId="{F31BC264-820E-54C4-A6D1-F92AF9CC222E}" dt="2026-07-01T03:00:45.221" v="3047" actId="20577"/>
          <ac:spMkLst>
            <pc:docMk/>
            <pc:sldMk cId="90117088" sldId="260"/>
            <ac:spMk id="3" creationId="{BDEAE933-443C-15A0-E0DC-A9AE4BEE1E81}"/>
          </ac:spMkLst>
        </pc:sp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1155849756" sldId="260"/>
        </pc:sldMkLst>
      </pc:sldChg>
      <pc:sldChg chg="modSp new mod">
        <pc:chgData name="Toby Donaldson" userId="2e6e5431-bb17-4c41-9985-d39c50d83c73" providerId="ADAL" clId="{F31BC264-820E-54C4-A6D1-F92AF9CC222E}" dt="2026-07-02T17:10:32.103" v="11825" actId="20577"/>
        <pc:sldMkLst>
          <pc:docMk/>
          <pc:sldMk cId="290959236" sldId="261"/>
        </pc:sldMkLst>
        <pc:spChg chg="mod">
          <ac:chgData name="Toby Donaldson" userId="2e6e5431-bb17-4c41-9985-d39c50d83c73" providerId="ADAL" clId="{F31BC264-820E-54C4-A6D1-F92AF9CC222E}" dt="2026-07-01T03:00:55.711" v="3065" actId="20577"/>
          <ac:spMkLst>
            <pc:docMk/>
            <pc:sldMk cId="290959236" sldId="261"/>
            <ac:spMk id="2" creationId="{64DCAD0D-9E3E-56A2-0B5A-888CC01FEC59}"/>
          </ac:spMkLst>
        </pc:spChg>
        <pc:spChg chg="mod">
          <ac:chgData name="Toby Donaldson" userId="2e6e5431-bb17-4c41-9985-d39c50d83c73" providerId="ADAL" clId="{F31BC264-820E-54C4-A6D1-F92AF9CC222E}" dt="2026-07-02T17:10:32.103" v="11825" actId="20577"/>
          <ac:spMkLst>
            <pc:docMk/>
            <pc:sldMk cId="290959236" sldId="261"/>
            <ac:spMk id="3" creationId="{1CF60CFC-6019-BC41-A7BF-E01AF92EF4FD}"/>
          </ac:spMkLst>
        </pc:sp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445462456" sldId="261"/>
        </pc:sldMkLst>
      </pc:sldChg>
      <pc:sldChg chg="modSp new mod">
        <pc:chgData name="Toby Donaldson" userId="2e6e5431-bb17-4c41-9985-d39c50d83c73" providerId="ADAL" clId="{F31BC264-820E-54C4-A6D1-F92AF9CC222E}" dt="2026-07-02T17:11:18.406" v="11829" actId="20577"/>
        <pc:sldMkLst>
          <pc:docMk/>
          <pc:sldMk cId="829845940" sldId="262"/>
        </pc:sldMkLst>
        <pc:spChg chg="mod">
          <ac:chgData name="Toby Donaldson" userId="2e6e5431-bb17-4c41-9985-d39c50d83c73" providerId="ADAL" clId="{F31BC264-820E-54C4-A6D1-F92AF9CC222E}" dt="2026-07-01T03:06:43.890" v="3900" actId="20577"/>
          <ac:spMkLst>
            <pc:docMk/>
            <pc:sldMk cId="829845940" sldId="262"/>
            <ac:spMk id="2" creationId="{9C8F417D-DA04-852C-B7C0-C5BB95CFB003}"/>
          </ac:spMkLst>
        </pc:spChg>
        <pc:spChg chg="mod">
          <ac:chgData name="Toby Donaldson" userId="2e6e5431-bb17-4c41-9985-d39c50d83c73" providerId="ADAL" clId="{F31BC264-820E-54C4-A6D1-F92AF9CC222E}" dt="2026-07-02T17:11:18.406" v="11829" actId="20577"/>
          <ac:spMkLst>
            <pc:docMk/>
            <pc:sldMk cId="829845940" sldId="262"/>
            <ac:spMk id="3" creationId="{D936222D-23FE-0179-3D55-0AC6903D5AFF}"/>
          </ac:spMkLst>
        </pc:sp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4026371980" sldId="262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2274768566" sldId="263"/>
        </pc:sldMkLst>
      </pc:sldChg>
      <pc:sldChg chg="addSp delSp modSp new mod">
        <pc:chgData name="Toby Donaldson" userId="2e6e5431-bb17-4c41-9985-d39c50d83c73" providerId="ADAL" clId="{F31BC264-820E-54C4-A6D1-F92AF9CC222E}" dt="2026-07-02T19:38:48.784" v="12001" actId="20577"/>
        <pc:sldMkLst>
          <pc:docMk/>
          <pc:sldMk cId="2317800348" sldId="263"/>
        </pc:sldMkLst>
        <pc:spChg chg="mod">
          <ac:chgData name="Toby Donaldson" userId="2e6e5431-bb17-4c41-9985-d39c50d83c73" providerId="ADAL" clId="{F31BC264-820E-54C4-A6D1-F92AF9CC222E}" dt="2026-07-01T03:39:31.249" v="5884" actId="1076"/>
          <ac:spMkLst>
            <pc:docMk/>
            <pc:sldMk cId="2317800348" sldId="263"/>
            <ac:spMk id="2" creationId="{D0E4681D-A92A-3F3F-D8D4-2FF3A52D2CE2}"/>
          </ac:spMkLst>
        </pc:spChg>
        <pc:spChg chg="mod">
          <ac:chgData name="Toby Donaldson" userId="2e6e5431-bb17-4c41-9985-d39c50d83c73" providerId="ADAL" clId="{F31BC264-820E-54C4-A6D1-F92AF9CC222E}" dt="2026-07-02T19:38:48.784" v="12001" actId="20577"/>
          <ac:spMkLst>
            <pc:docMk/>
            <pc:sldMk cId="2317800348" sldId="263"/>
            <ac:spMk id="3" creationId="{704D09BA-AF3A-FF77-D615-8B824004353B}"/>
          </ac:spMkLst>
        </pc:spChg>
        <pc:spChg chg="add mod">
          <ac:chgData name="Toby Donaldson" userId="2e6e5431-bb17-4c41-9985-d39c50d83c73" providerId="ADAL" clId="{F31BC264-820E-54C4-A6D1-F92AF9CC222E}" dt="2026-07-01T03:39:37.054" v="5885" actId="1076"/>
          <ac:spMkLst>
            <pc:docMk/>
            <pc:sldMk cId="2317800348" sldId="263"/>
            <ac:spMk id="4" creationId="{EBDE94DA-AE2D-79C0-20E0-2364A7AB46BF}"/>
          </ac:spMkLst>
        </pc:spChg>
        <pc:spChg chg="add del mod">
          <ac:chgData name="Toby Donaldson" userId="2e6e5431-bb17-4c41-9985-d39c50d83c73" providerId="ADAL" clId="{F31BC264-820E-54C4-A6D1-F92AF9CC222E}" dt="2026-07-01T03:31:02.451" v="4920" actId="21"/>
          <ac:spMkLst>
            <pc:docMk/>
            <pc:sldMk cId="2317800348" sldId="263"/>
            <ac:spMk id="5" creationId="{BDE10225-E66E-565C-4598-FDE3446BCA08}"/>
          </ac:spMkLst>
        </pc:spChg>
      </pc:sldChg>
      <pc:sldChg chg="addSp del">
        <pc:chgData name="Toby Donaldson" userId="2e6e5431-bb17-4c41-9985-d39c50d83c73" providerId="ADAL" clId="{F31BC264-820E-54C4-A6D1-F92AF9CC222E}" dt="2026-07-01T02:38:43.500" v="623" actId="2696"/>
        <pc:sldMkLst>
          <pc:docMk/>
          <pc:sldMk cId="1410276536" sldId="264"/>
        </pc:sldMkLst>
      </pc:sldChg>
      <pc:sldChg chg="addSp delSp modSp new mod">
        <pc:chgData name="Toby Donaldson" userId="2e6e5431-bb17-4c41-9985-d39c50d83c73" providerId="ADAL" clId="{F31BC264-820E-54C4-A6D1-F92AF9CC222E}" dt="2026-07-02T19:55:40.531" v="12002"/>
        <pc:sldMkLst>
          <pc:docMk/>
          <pc:sldMk cId="1936074923" sldId="264"/>
        </pc:sldMkLst>
        <pc:spChg chg="mod">
          <ac:chgData name="Toby Donaldson" userId="2e6e5431-bb17-4c41-9985-d39c50d83c73" providerId="ADAL" clId="{F31BC264-820E-54C4-A6D1-F92AF9CC222E}" dt="2026-07-01T03:15:07.749" v="4564" actId="1076"/>
          <ac:spMkLst>
            <pc:docMk/>
            <pc:sldMk cId="1936074923" sldId="264"/>
            <ac:spMk id="2" creationId="{3457CA89-2628-5FF8-E0ED-31E3655A35EC}"/>
          </ac:spMkLst>
        </pc:spChg>
        <pc:spChg chg="mod">
          <ac:chgData name="Toby Donaldson" userId="2e6e5431-bb17-4c41-9985-d39c50d83c73" providerId="ADAL" clId="{F31BC264-820E-54C4-A6D1-F92AF9CC222E}" dt="2026-07-02T17:13:32.844" v="11868" actId="20577"/>
          <ac:spMkLst>
            <pc:docMk/>
            <pc:sldMk cId="1936074923" sldId="264"/>
            <ac:spMk id="3" creationId="{E4CEA471-517A-11A8-F832-A6EB09211925}"/>
          </ac:spMkLst>
        </pc:spChg>
        <pc:spChg chg="add mod">
          <ac:chgData name="Toby Donaldson" userId="2e6e5431-bb17-4c41-9985-d39c50d83c73" providerId="ADAL" clId="{F31BC264-820E-54C4-A6D1-F92AF9CC222E}" dt="2026-07-01T03:23:29.440" v="4653"/>
          <ac:spMkLst>
            <pc:docMk/>
            <pc:sldMk cId="1936074923" sldId="264"/>
            <ac:spMk id="4" creationId="{AEE6565D-C2AE-B2AE-CB41-BB325C854449}"/>
          </ac:spMkLst>
        </pc:spChg>
        <pc:spChg chg="add mod">
          <ac:chgData name="Toby Donaldson" userId="2e6e5431-bb17-4c41-9985-d39c50d83c73" providerId="ADAL" clId="{F31BC264-820E-54C4-A6D1-F92AF9CC222E}" dt="2026-07-01T03:26:02.363" v="4828" actId="14100"/>
          <ac:spMkLst>
            <pc:docMk/>
            <pc:sldMk cId="1936074923" sldId="264"/>
            <ac:spMk id="5" creationId="{3E062EBD-77E6-F2F4-9558-B72B2BCD1B2D}"/>
          </ac:spMkLst>
        </pc:spChg>
        <pc:spChg chg="add del mod">
          <ac:chgData name="Toby Donaldson" userId="2e6e5431-bb17-4c41-9985-d39c50d83c73" providerId="ADAL" clId="{F31BC264-820E-54C4-A6D1-F92AF9CC222E}" dt="2026-07-01T03:26:51.769" v="4840"/>
          <ac:spMkLst>
            <pc:docMk/>
            <pc:sldMk cId="1936074923" sldId="264"/>
            <ac:spMk id="6" creationId="{1EC1A5C2-8ECB-5E79-48C7-534687AA60AD}"/>
          </ac:spMkLst>
        </pc:spChg>
        <pc:spChg chg="add mod">
          <ac:chgData name="Toby Donaldson" userId="2e6e5431-bb17-4c41-9985-d39c50d83c73" providerId="ADAL" clId="{F31BC264-820E-54C4-A6D1-F92AF9CC222E}" dt="2026-07-01T03:26:20.652" v="4834" actId="1076"/>
          <ac:spMkLst>
            <pc:docMk/>
            <pc:sldMk cId="1936074923" sldId="264"/>
            <ac:spMk id="7" creationId="{2B70BA13-A82E-B8D8-0B70-828724949FAA}"/>
          </ac:spMkLst>
        </pc:spChg>
        <pc:spChg chg="add mod">
          <ac:chgData name="Toby Donaldson" userId="2e6e5431-bb17-4c41-9985-d39c50d83c73" providerId="ADAL" clId="{F31BC264-820E-54C4-A6D1-F92AF9CC222E}" dt="2026-07-01T03:27:20.919" v="4845" actId="1076"/>
          <ac:spMkLst>
            <pc:docMk/>
            <pc:sldMk cId="1936074923" sldId="264"/>
            <ac:spMk id="8" creationId="{AEB5776F-8C9B-0FE9-C630-6B50252EE568}"/>
          </ac:spMkLst>
        </pc:spChg>
        <pc:spChg chg="add mod">
          <ac:chgData name="Toby Donaldson" userId="2e6e5431-bb17-4c41-9985-d39c50d83c73" providerId="ADAL" clId="{F31BC264-820E-54C4-A6D1-F92AF9CC222E}" dt="2026-07-01T03:27:11.484" v="4844" actId="1076"/>
          <ac:spMkLst>
            <pc:docMk/>
            <pc:sldMk cId="1936074923" sldId="264"/>
            <ac:spMk id="9" creationId="{30A59DD6-E96B-A5CB-E1E2-22E010C2D118}"/>
          </ac:spMkLst>
        </pc:spChg>
        <pc:spChg chg="add mod">
          <ac:chgData name="Toby Donaldson" userId="2e6e5431-bb17-4c41-9985-d39c50d83c73" providerId="ADAL" clId="{F31BC264-820E-54C4-A6D1-F92AF9CC222E}" dt="2026-07-01T03:27:59.099" v="4854" actId="1076"/>
          <ac:spMkLst>
            <pc:docMk/>
            <pc:sldMk cId="1936074923" sldId="264"/>
            <ac:spMk id="10" creationId="{6305A249-8861-427C-00DF-42FB07D9D406}"/>
          </ac:spMkLst>
        </pc:spChg>
        <pc:spChg chg="add mod">
          <ac:chgData name="Toby Donaldson" userId="2e6e5431-bb17-4c41-9985-d39c50d83c73" providerId="ADAL" clId="{F31BC264-820E-54C4-A6D1-F92AF9CC222E}" dt="2026-07-01T03:27:59.099" v="4854" actId="1076"/>
          <ac:spMkLst>
            <pc:docMk/>
            <pc:sldMk cId="1936074923" sldId="264"/>
            <ac:spMk id="11" creationId="{8961999A-B927-F15D-F67A-C538811B3274}"/>
          </ac:spMkLst>
        </pc:spChg>
        <pc:spChg chg="add mod">
          <ac:chgData name="Toby Donaldson" userId="2e6e5431-bb17-4c41-9985-d39c50d83c73" providerId="ADAL" clId="{F31BC264-820E-54C4-A6D1-F92AF9CC222E}" dt="2026-07-01T03:27:59.099" v="4854" actId="1076"/>
          <ac:spMkLst>
            <pc:docMk/>
            <pc:sldMk cId="1936074923" sldId="264"/>
            <ac:spMk id="12" creationId="{004A614D-7BA5-5E6E-6991-9288F27ADE37}"/>
          </ac:spMkLst>
        </pc:spChg>
        <pc:spChg chg="add mod">
          <ac:chgData name="Toby Donaldson" userId="2e6e5431-bb17-4c41-9985-d39c50d83c73" providerId="ADAL" clId="{F31BC264-820E-54C4-A6D1-F92AF9CC222E}" dt="2026-07-01T03:27:59.099" v="4854" actId="1076"/>
          <ac:spMkLst>
            <pc:docMk/>
            <pc:sldMk cId="1936074923" sldId="264"/>
            <ac:spMk id="13" creationId="{32921D2F-7337-720B-16A1-3AA5C428CE91}"/>
          </ac:spMkLst>
        </pc:spChg>
        <pc:spChg chg="add del mod">
          <ac:chgData name="Toby Donaldson" userId="2e6e5431-bb17-4c41-9985-d39c50d83c73" providerId="ADAL" clId="{F31BC264-820E-54C4-A6D1-F92AF9CC222E}" dt="2026-07-01T03:28:42.689" v="4863" actId="21"/>
          <ac:spMkLst>
            <pc:docMk/>
            <pc:sldMk cId="1936074923" sldId="264"/>
            <ac:spMk id="14" creationId="{A8B64775-1AE8-B113-C6D6-A79B93B29251}"/>
          </ac:spMkLst>
        </pc:spChg>
        <pc:spChg chg="add mod">
          <ac:chgData name="Toby Donaldson" userId="2e6e5431-bb17-4c41-9985-d39c50d83c73" providerId="ADAL" clId="{F31BC264-820E-54C4-A6D1-F92AF9CC222E}" dt="2026-07-01T03:29:04.680" v="4868" actId="1076"/>
          <ac:spMkLst>
            <pc:docMk/>
            <pc:sldMk cId="1936074923" sldId="264"/>
            <ac:spMk id="15" creationId="{70599261-7D5A-39F7-DC7D-1E91FB69D1B1}"/>
          </ac:spMkLst>
        </pc:spChg>
        <pc:spChg chg="add del mod">
          <ac:chgData name="Toby Donaldson" userId="2e6e5431-bb17-4c41-9985-d39c50d83c73" providerId="ADAL" clId="{F31BC264-820E-54C4-A6D1-F92AF9CC222E}" dt="2026-07-01T03:28:16.849" v="4858" actId="21"/>
          <ac:spMkLst>
            <pc:docMk/>
            <pc:sldMk cId="1936074923" sldId="264"/>
            <ac:spMk id="16" creationId="{5374C735-6D86-23D5-C825-5E7B7BB6B998}"/>
          </ac:spMkLst>
        </pc:spChg>
        <pc:spChg chg="add del mod">
          <ac:chgData name="Toby Donaldson" userId="2e6e5431-bb17-4c41-9985-d39c50d83c73" providerId="ADAL" clId="{F31BC264-820E-54C4-A6D1-F92AF9CC222E}" dt="2026-07-01T03:28:16.849" v="4858" actId="21"/>
          <ac:spMkLst>
            <pc:docMk/>
            <pc:sldMk cId="1936074923" sldId="264"/>
            <ac:spMk id="17" creationId="{E3D5CD73-3498-AD59-7D2C-2B2F2C23D4D7}"/>
          </ac:spMkLst>
        </pc:spChg>
        <pc:spChg chg="add del mod">
          <ac:chgData name="Toby Donaldson" userId="2e6e5431-bb17-4c41-9985-d39c50d83c73" providerId="ADAL" clId="{F31BC264-820E-54C4-A6D1-F92AF9CC222E}" dt="2026-07-01T03:28:57.671" v="4867" actId="21"/>
          <ac:spMkLst>
            <pc:docMk/>
            <pc:sldMk cId="1936074923" sldId="264"/>
            <ac:spMk id="18" creationId="{AD6FC2F2-95E1-3E59-09C5-96F0C181E055}"/>
          </ac:spMkLst>
        </pc:spChg>
        <pc:spChg chg="add mod">
          <ac:chgData name="Toby Donaldson" userId="2e6e5431-bb17-4c41-9985-d39c50d83c73" providerId="ADAL" clId="{F31BC264-820E-54C4-A6D1-F92AF9CC222E}" dt="2026-07-01T03:28:54.397" v="4866" actId="14100"/>
          <ac:spMkLst>
            <pc:docMk/>
            <pc:sldMk cId="1936074923" sldId="264"/>
            <ac:spMk id="19" creationId="{126FD0F3-37E7-49E4-06EA-F4634F181AF4}"/>
          </ac:spMkLst>
        </pc:spChg>
        <pc:spChg chg="add mod">
          <ac:chgData name="Toby Donaldson" userId="2e6e5431-bb17-4c41-9985-d39c50d83c73" providerId="ADAL" clId="{F31BC264-820E-54C4-A6D1-F92AF9CC222E}" dt="2026-07-01T03:29:47.494" v="4874" actId="12788"/>
          <ac:spMkLst>
            <pc:docMk/>
            <pc:sldMk cId="1936074923" sldId="264"/>
            <ac:spMk id="20" creationId="{2312B586-B69F-CE6E-167A-0090C1CA4C41}"/>
          </ac:spMkLst>
        </pc:spChg>
        <pc:spChg chg="add mod">
          <ac:chgData name="Toby Donaldson" userId="2e6e5431-bb17-4c41-9985-d39c50d83c73" providerId="ADAL" clId="{F31BC264-820E-54C4-A6D1-F92AF9CC222E}" dt="2026-07-01T03:29:47.494" v="4874" actId="12788"/>
          <ac:spMkLst>
            <pc:docMk/>
            <pc:sldMk cId="1936074923" sldId="264"/>
            <ac:spMk id="21" creationId="{87814182-97E5-60D2-69A1-129651ECC368}"/>
          </ac:spMkLst>
        </pc:spChg>
        <pc:spChg chg="add mod">
          <ac:chgData name="Toby Donaldson" userId="2e6e5431-bb17-4c41-9985-d39c50d83c73" providerId="ADAL" clId="{F31BC264-820E-54C4-A6D1-F92AF9CC222E}" dt="2026-07-01T03:34:59.831" v="5584" actId="20577"/>
          <ac:spMkLst>
            <pc:docMk/>
            <pc:sldMk cId="1936074923" sldId="264"/>
            <ac:spMk id="22" creationId="{D81E0D23-5C5F-E736-E5AD-7BDCC52D41C0}"/>
          </ac:spMkLst>
        </pc:spChg>
        <pc:spChg chg="add mod">
          <ac:chgData name="Toby Donaldson" userId="2e6e5431-bb17-4c41-9985-d39c50d83c73" providerId="ADAL" clId="{F31BC264-820E-54C4-A6D1-F92AF9CC222E}" dt="2026-07-01T03:34:56.529" v="5583" actId="1076"/>
          <ac:spMkLst>
            <pc:docMk/>
            <pc:sldMk cId="1936074923" sldId="264"/>
            <ac:spMk id="23" creationId="{D09BB153-8C7A-F349-D095-B6865A509AB9}"/>
          </ac:spMkLst>
        </pc:spChg>
        <pc:inkChg chg="add">
          <ac:chgData name="Toby Donaldson" userId="2e6e5431-bb17-4c41-9985-d39c50d83c73" providerId="ADAL" clId="{F31BC264-820E-54C4-A6D1-F92AF9CC222E}" dt="2026-07-02T19:55:40.531" v="12002"/>
          <ac:inkMkLst>
            <pc:docMk/>
            <pc:sldMk cId="1936074923" sldId="264"/>
            <ac:inkMk id="6" creationId="{7941A223-86BC-3DB0-7A3E-7108999E783C}"/>
          </ac:inkMkLst>
        </pc:ink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2470219808" sldId="265"/>
        </pc:sldMkLst>
      </pc:sldChg>
      <pc:sldChg chg="modSp new mod">
        <pc:chgData name="Toby Donaldson" userId="2e6e5431-bb17-4c41-9985-d39c50d83c73" providerId="ADAL" clId="{F31BC264-820E-54C4-A6D1-F92AF9CC222E}" dt="2026-07-02T17:15:06.647" v="11887"/>
        <pc:sldMkLst>
          <pc:docMk/>
          <pc:sldMk cId="4179708731" sldId="265"/>
        </pc:sldMkLst>
        <pc:spChg chg="mod">
          <ac:chgData name="Toby Donaldson" userId="2e6e5431-bb17-4c41-9985-d39c50d83c73" providerId="ADAL" clId="{F31BC264-820E-54C4-A6D1-F92AF9CC222E}" dt="2026-07-01T03:32:46.398" v="5109" actId="20577"/>
          <ac:spMkLst>
            <pc:docMk/>
            <pc:sldMk cId="4179708731" sldId="265"/>
            <ac:spMk id="2" creationId="{D3EE93E0-2F43-8159-0979-0B213E46D104}"/>
          </ac:spMkLst>
        </pc:spChg>
        <pc:spChg chg="mod">
          <ac:chgData name="Toby Donaldson" userId="2e6e5431-bb17-4c41-9985-d39c50d83c73" providerId="ADAL" clId="{F31BC264-820E-54C4-A6D1-F92AF9CC222E}" dt="2026-07-02T17:15:06.647" v="11887"/>
          <ac:spMkLst>
            <pc:docMk/>
            <pc:sldMk cId="4179708731" sldId="265"/>
            <ac:spMk id="3" creationId="{77733675-322B-E1ED-E2DF-2A94284EC1D3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7-01T03:44:17.434" v="6251" actId="20577"/>
        <pc:sldMkLst>
          <pc:docMk/>
          <pc:sldMk cId="646174241" sldId="266"/>
        </pc:sldMkLst>
        <pc:spChg chg="mod">
          <ac:chgData name="Toby Donaldson" userId="2e6e5431-bb17-4c41-9985-d39c50d83c73" providerId="ADAL" clId="{F31BC264-820E-54C4-A6D1-F92AF9CC222E}" dt="2026-07-01T03:40:08.831" v="5917" actId="20577"/>
          <ac:spMkLst>
            <pc:docMk/>
            <pc:sldMk cId="646174241" sldId="266"/>
            <ac:spMk id="2" creationId="{0BB3819D-9861-8CE3-C342-BB1FC5FC5176}"/>
          </ac:spMkLst>
        </pc:spChg>
        <pc:spChg chg="del">
          <ac:chgData name="Toby Donaldson" userId="2e6e5431-bb17-4c41-9985-d39c50d83c73" providerId="ADAL" clId="{F31BC264-820E-54C4-A6D1-F92AF9CC222E}" dt="2026-07-01T03:41:36.584" v="5919" actId="21"/>
          <ac:spMkLst>
            <pc:docMk/>
            <pc:sldMk cId="646174241" sldId="266"/>
            <ac:spMk id="3" creationId="{4B0F4CEB-2205-EAD7-2EE8-31EDC335289D}"/>
          </ac:spMkLst>
        </pc:spChg>
        <pc:spChg chg="add mod">
          <ac:chgData name="Toby Donaldson" userId="2e6e5431-bb17-4c41-9985-d39c50d83c73" providerId="ADAL" clId="{F31BC264-820E-54C4-A6D1-F92AF9CC222E}" dt="2026-07-01T03:44:17.434" v="6251" actId="20577"/>
          <ac:spMkLst>
            <pc:docMk/>
            <pc:sldMk cId="646174241" sldId="266"/>
            <ac:spMk id="5" creationId="{582C376E-38D7-2C3C-0568-6BF824E67E2F}"/>
          </ac:spMkLst>
        </pc:spChg>
        <pc:picChg chg="add mod">
          <ac:chgData name="Toby Donaldson" userId="2e6e5431-bb17-4c41-9985-d39c50d83c73" providerId="ADAL" clId="{F31BC264-820E-54C4-A6D1-F92AF9CC222E}" dt="2026-07-01T03:41:48.166" v="5921" actId="1076"/>
          <ac:picMkLst>
            <pc:docMk/>
            <pc:sldMk cId="646174241" sldId="266"/>
            <ac:picMk id="4" creationId="{7295A067-4DDE-25C7-B39E-B0CFFAD491D1}"/>
          </ac:picMkLst>
        </pc:pic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2763712372" sldId="266"/>
        </pc:sldMkLst>
      </pc:sldChg>
      <pc:sldChg chg="modSp new mod">
        <pc:chgData name="Toby Donaldson" userId="2e6e5431-bb17-4c41-9985-d39c50d83c73" providerId="ADAL" clId="{F31BC264-820E-54C4-A6D1-F92AF9CC222E}" dt="2026-07-01T03:48:14.313" v="6937" actId="5793"/>
        <pc:sldMkLst>
          <pc:docMk/>
          <pc:sldMk cId="1293477072" sldId="267"/>
        </pc:sldMkLst>
        <pc:spChg chg="mod">
          <ac:chgData name="Toby Donaldson" userId="2e6e5431-bb17-4c41-9985-d39c50d83c73" providerId="ADAL" clId="{F31BC264-820E-54C4-A6D1-F92AF9CC222E}" dt="2026-07-01T03:44:41.788" v="6261" actId="20577"/>
          <ac:spMkLst>
            <pc:docMk/>
            <pc:sldMk cId="1293477072" sldId="267"/>
            <ac:spMk id="2" creationId="{035FA886-8B4C-C6AC-AB3B-4CA31ABAE798}"/>
          </ac:spMkLst>
        </pc:spChg>
        <pc:spChg chg="mod">
          <ac:chgData name="Toby Donaldson" userId="2e6e5431-bb17-4c41-9985-d39c50d83c73" providerId="ADAL" clId="{F31BC264-820E-54C4-A6D1-F92AF9CC222E}" dt="2026-07-01T03:48:14.313" v="6937" actId="5793"/>
          <ac:spMkLst>
            <pc:docMk/>
            <pc:sldMk cId="1293477072" sldId="267"/>
            <ac:spMk id="3" creationId="{182181C5-2E9E-D958-DDAA-B9D19CEDF223}"/>
          </ac:spMkLst>
        </pc:spChg>
      </pc:sldChg>
      <pc:sldChg chg="addSp 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562035336" sldId="267"/>
        </pc:sldMkLst>
      </pc:sldChg>
      <pc:sldChg chg="addSp modSp del mod">
        <pc:chgData name="Toby Donaldson" userId="2e6e5431-bb17-4c41-9985-d39c50d83c73" providerId="ADAL" clId="{F31BC264-820E-54C4-A6D1-F92AF9CC222E}" dt="2026-07-01T02:38:43.500" v="623" actId="2696"/>
        <pc:sldMkLst>
          <pc:docMk/>
          <pc:sldMk cId="1281296652" sldId="268"/>
        </pc:sldMkLst>
      </pc:sldChg>
      <pc:sldChg chg="addSp modSp new mod">
        <pc:chgData name="Toby Donaldson" userId="2e6e5431-bb17-4c41-9985-d39c50d83c73" providerId="ADAL" clId="{F31BC264-820E-54C4-A6D1-F92AF9CC222E}" dt="2026-07-02T17:16:11.685" v="11889" actId="113"/>
        <pc:sldMkLst>
          <pc:docMk/>
          <pc:sldMk cId="2956004562" sldId="268"/>
        </pc:sldMkLst>
        <pc:spChg chg="mod">
          <ac:chgData name="Toby Donaldson" userId="2e6e5431-bb17-4c41-9985-d39c50d83c73" providerId="ADAL" clId="{F31BC264-820E-54C4-A6D1-F92AF9CC222E}" dt="2026-07-01T03:48:24.904" v="6947" actId="20577"/>
          <ac:spMkLst>
            <pc:docMk/>
            <pc:sldMk cId="2956004562" sldId="268"/>
            <ac:spMk id="2" creationId="{0C6FD926-4261-5A63-596A-351D36932123}"/>
          </ac:spMkLst>
        </pc:spChg>
        <pc:spChg chg="mod">
          <ac:chgData name="Toby Donaldson" userId="2e6e5431-bb17-4c41-9985-d39c50d83c73" providerId="ADAL" clId="{F31BC264-820E-54C4-A6D1-F92AF9CC222E}" dt="2026-07-02T17:16:11.685" v="11889" actId="113"/>
          <ac:spMkLst>
            <pc:docMk/>
            <pc:sldMk cId="2956004562" sldId="268"/>
            <ac:spMk id="3" creationId="{000C1640-3B9D-9E80-E6CC-97D28FF45CC3}"/>
          </ac:spMkLst>
        </pc:spChg>
        <pc:spChg chg="add mod">
          <ac:chgData name="Toby Donaldson" userId="2e6e5431-bb17-4c41-9985-d39c50d83c73" providerId="ADAL" clId="{F31BC264-820E-54C4-A6D1-F92AF9CC222E}" dt="2026-07-01T03:53:26.880" v="7644" actId="1076"/>
          <ac:spMkLst>
            <pc:docMk/>
            <pc:sldMk cId="2956004562" sldId="268"/>
            <ac:spMk id="6" creationId="{5DDD25B8-590C-2CD1-8405-DDCD801C3C6B}"/>
          </ac:spMkLst>
        </pc:spChg>
        <pc:cxnChg chg="add mod">
          <ac:chgData name="Toby Donaldson" userId="2e6e5431-bb17-4c41-9985-d39c50d83c73" providerId="ADAL" clId="{F31BC264-820E-54C4-A6D1-F92AF9CC222E}" dt="2026-07-01T03:52:23.331" v="7536" actId="692"/>
          <ac:cxnSpMkLst>
            <pc:docMk/>
            <pc:sldMk cId="2956004562" sldId="268"/>
            <ac:cxnSpMk id="5" creationId="{35311637-D1A7-165A-8FD9-7B35E6E16BB4}"/>
          </ac:cxnSpMkLst>
        </pc:cxnChg>
      </pc:sldChg>
      <pc:sldChg chg="modSp del mod">
        <pc:chgData name="Toby Donaldson" userId="2e6e5431-bb17-4c41-9985-d39c50d83c73" providerId="ADAL" clId="{F31BC264-820E-54C4-A6D1-F92AF9CC222E}" dt="2026-07-01T02:38:43.500" v="623" actId="2696"/>
        <pc:sldMkLst>
          <pc:docMk/>
          <pc:sldMk cId="2491235032" sldId="269"/>
        </pc:sldMkLst>
      </pc:sldChg>
      <pc:sldChg chg="addSp modSp new mod">
        <pc:chgData name="Toby Donaldson" userId="2e6e5431-bb17-4c41-9985-d39c50d83c73" providerId="ADAL" clId="{F31BC264-820E-54C4-A6D1-F92AF9CC222E}" dt="2026-07-02T20:14:03.995" v="12007" actId="20577"/>
        <pc:sldMkLst>
          <pc:docMk/>
          <pc:sldMk cId="3011741837" sldId="269"/>
        </pc:sldMkLst>
        <pc:spChg chg="mod">
          <ac:chgData name="Toby Donaldson" userId="2e6e5431-bb17-4c41-9985-d39c50d83c73" providerId="ADAL" clId="{F31BC264-820E-54C4-A6D1-F92AF9CC222E}" dt="2026-07-01T03:54:14.282" v="7654" actId="20577"/>
          <ac:spMkLst>
            <pc:docMk/>
            <pc:sldMk cId="3011741837" sldId="269"/>
            <ac:spMk id="2" creationId="{2E0366A5-DED8-F693-3D02-4089C875C6C5}"/>
          </ac:spMkLst>
        </pc:spChg>
        <pc:spChg chg="mod">
          <ac:chgData name="Toby Donaldson" userId="2e6e5431-bb17-4c41-9985-d39c50d83c73" providerId="ADAL" clId="{F31BC264-820E-54C4-A6D1-F92AF9CC222E}" dt="2026-07-02T20:14:03.995" v="12007" actId="20577"/>
          <ac:spMkLst>
            <pc:docMk/>
            <pc:sldMk cId="3011741837" sldId="269"/>
            <ac:spMk id="3" creationId="{F35E98CC-37C6-5C2C-80AD-E2993785D695}"/>
          </ac:spMkLst>
        </pc:spChg>
        <pc:spChg chg="add mod">
          <ac:chgData name="Toby Donaldson" userId="2e6e5431-bb17-4c41-9985-d39c50d83c73" providerId="ADAL" clId="{F31BC264-820E-54C4-A6D1-F92AF9CC222E}" dt="2026-07-02T17:16:59.646" v="11891" actId="1076"/>
          <ac:spMkLst>
            <pc:docMk/>
            <pc:sldMk cId="3011741837" sldId="269"/>
            <ac:spMk id="4" creationId="{20066896-B762-94D3-2C9F-A37E7A2E4C0F}"/>
          </ac:spMkLst>
        </pc:spChg>
        <pc:spChg chg="add mod">
          <ac:chgData name="Toby Donaldson" userId="2e6e5431-bb17-4c41-9985-d39c50d83c73" providerId="ADAL" clId="{F31BC264-820E-54C4-A6D1-F92AF9CC222E}" dt="2026-07-02T17:17:14.151" v="11895" actId="692"/>
          <ac:spMkLst>
            <pc:docMk/>
            <pc:sldMk cId="3011741837" sldId="269"/>
            <ac:spMk id="5" creationId="{4C96CBCE-517F-8F94-6E2F-BE58FD93C3B3}"/>
          </ac:spMkLst>
        </pc:spChg>
        <pc:spChg chg="add mod">
          <ac:chgData name="Toby Donaldson" userId="2e6e5431-bb17-4c41-9985-d39c50d83c73" providerId="ADAL" clId="{F31BC264-820E-54C4-A6D1-F92AF9CC222E}" dt="2026-07-02T17:17:26.529" v="11897" actId="1076"/>
          <ac:spMkLst>
            <pc:docMk/>
            <pc:sldMk cId="3011741837" sldId="269"/>
            <ac:spMk id="6" creationId="{AB5F44AE-DA8E-CB91-605C-8EFEC4986426}"/>
          </ac:spMkLst>
        </pc:spChg>
        <pc:spChg chg="add mod">
          <ac:chgData name="Toby Donaldson" userId="2e6e5431-bb17-4c41-9985-d39c50d83c73" providerId="ADAL" clId="{F31BC264-820E-54C4-A6D1-F92AF9CC222E}" dt="2026-07-02T17:18:22.239" v="11912" actId="1076"/>
          <ac:spMkLst>
            <pc:docMk/>
            <pc:sldMk cId="3011741837" sldId="269"/>
            <ac:spMk id="7" creationId="{05104D77-40E6-F6EA-FC58-6606F909BCBD}"/>
          </ac:spMkLst>
        </pc:spChg>
        <pc:spChg chg="add mod">
          <ac:chgData name="Toby Donaldson" userId="2e6e5431-bb17-4c41-9985-d39c50d83c73" providerId="ADAL" clId="{F31BC264-820E-54C4-A6D1-F92AF9CC222E}" dt="2026-07-02T17:18:22.239" v="11912" actId="1076"/>
          <ac:spMkLst>
            <pc:docMk/>
            <pc:sldMk cId="3011741837" sldId="269"/>
            <ac:spMk id="8" creationId="{3806EE62-44D5-530D-3D00-EEBC02B6F8FF}"/>
          </ac:spMkLst>
        </pc:spChg>
        <pc:inkChg chg="add">
          <ac:chgData name="Toby Donaldson" userId="2e6e5431-bb17-4c41-9985-d39c50d83c73" providerId="ADAL" clId="{F31BC264-820E-54C4-A6D1-F92AF9CC222E}" dt="2026-07-02T20:13:56.979" v="12003"/>
          <ac:inkMkLst>
            <pc:docMk/>
            <pc:sldMk cId="3011741837" sldId="269"/>
            <ac:inkMk id="9" creationId="{F791F199-4178-0658-0B12-A2FDF00F21DA}"/>
          </ac:inkMkLst>
        </pc:inkChg>
      </pc:sldChg>
      <pc:sldChg chg="addSp modSp del">
        <pc:chgData name="Toby Donaldson" userId="2e6e5431-bb17-4c41-9985-d39c50d83c73" providerId="ADAL" clId="{F31BC264-820E-54C4-A6D1-F92AF9CC222E}" dt="2026-07-01T02:38:43.500" v="623" actId="2696"/>
        <pc:sldMkLst>
          <pc:docMk/>
          <pc:sldMk cId="1384467579" sldId="270"/>
        </pc:sldMkLst>
      </pc:sldChg>
      <pc:sldChg chg="addSp modSp new mod">
        <pc:chgData name="Toby Donaldson" userId="2e6e5431-bb17-4c41-9985-d39c50d83c73" providerId="ADAL" clId="{F31BC264-820E-54C4-A6D1-F92AF9CC222E}" dt="2026-07-02T20:16:05.663" v="12008"/>
        <pc:sldMkLst>
          <pc:docMk/>
          <pc:sldMk cId="3791056666" sldId="270"/>
        </pc:sldMkLst>
        <pc:spChg chg="mod">
          <ac:chgData name="Toby Donaldson" userId="2e6e5431-bb17-4c41-9985-d39c50d83c73" providerId="ADAL" clId="{F31BC264-820E-54C4-A6D1-F92AF9CC222E}" dt="2026-07-01T03:56:14.585" v="7701" actId="20577"/>
          <ac:spMkLst>
            <pc:docMk/>
            <pc:sldMk cId="3791056666" sldId="270"/>
            <ac:spMk id="2" creationId="{0006AC2E-4E39-072C-00CC-766EAF8BCEC8}"/>
          </ac:spMkLst>
        </pc:spChg>
        <pc:spChg chg="mod">
          <ac:chgData name="Toby Donaldson" userId="2e6e5431-bb17-4c41-9985-d39c50d83c73" providerId="ADAL" clId="{F31BC264-820E-54C4-A6D1-F92AF9CC222E}" dt="2026-07-02T17:20:08.646" v="11968" actId="20577"/>
          <ac:spMkLst>
            <pc:docMk/>
            <pc:sldMk cId="3791056666" sldId="270"/>
            <ac:spMk id="3" creationId="{6632159F-1075-6B25-4F96-6160A02B8859}"/>
          </ac:spMkLst>
        </pc:spChg>
        <pc:spChg chg="add mod">
          <ac:chgData name="Toby Donaldson" userId="2e6e5431-bb17-4c41-9985-d39c50d83c73" providerId="ADAL" clId="{F31BC264-820E-54C4-A6D1-F92AF9CC222E}" dt="2026-07-02T17:20:22.057" v="11969" actId="20577"/>
          <ac:spMkLst>
            <pc:docMk/>
            <pc:sldMk cId="3791056666" sldId="270"/>
            <ac:spMk id="4" creationId="{86799631-B965-645E-6D1C-B39D662AA496}"/>
          </ac:spMkLst>
        </pc:spChg>
        <pc:spChg chg="add mod">
          <ac:chgData name="Toby Donaldson" userId="2e6e5431-bb17-4c41-9985-d39c50d83c73" providerId="ADAL" clId="{F31BC264-820E-54C4-A6D1-F92AF9CC222E}" dt="2026-07-02T17:20:52.456" v="11980" actId="20577"/>
          <ac:spMkLst>
            <pc:docMk/>
            <pc:sldMk cId="3791056666" sldId="270"/>
            <ac:spMk id="9" creationId="{A1429E76-AFC6-1A60-DEF3-FD8D5953FA55}"/>
          </ac:spMkLst>
        </pc:spChg>
        <pc:inkChg chg="add">
          <ac:chgData name="Toby Donaldson" userId="2e6e5431-bb17-4c41-9985-d39c50d83c73" providerId="ADAL" clId="{F31BC264-820E-54C4-A6D1-F92AF9CC222E}" dt="2026-07-02T20:16:05.663" v="12008"/>
          <ac:inkMkLst>
            <pc:docMk/>
            <pc:sldMk cId="3791056666" sldId="270"/>
            <ac:inkMk id="5" creationId="{A9CF8751-CC47-1321-C74E-71EA38474989}"/>
          </ac:inkMkLst>
        </pc:inkChg>
        <pc:cxnChg chg="add mod">
          <ac:chgData name="Toby Donaldson" userId="2e6e5431-bb17-4c41-9985-d39c50d83c73" providerId="ADAL" clId="{F31BC264-820E-54C4-A6D1-F92AF9CC222E}" dt="2026-07-01T03:58:16.969" v="7877" actId="14100"/>
          <ac:cxnSpMkLst>
            <pc:docMk/>
            <pc:sldMk cId="3791056666" sldId="270"/>
            <ac:cxnSpMk id="6" creationId="{926A1830-7393-D3F0-87C1-B745CF0ADB05}"/>
          </ac:cxnSpMkLst>
        </pc:cxnChg>
      </pc:sldChg>
      <pc:sldChg chg="modSp new mod">
        <pc:chgData name="Toby Donaldson" userId="2e6e5431-bb17-4c41-9985-d39c50d83c73" providerId="ADAL" clId="{F31BC264-820E-54C4-A6D1-F92AF9CC222E}" dt="2026-07-02T17:21:44.399" v="11990" actId="113"/>
        <pc:sldMkLst>
          <pc:docMk/>
          <pc:sldMk cId="3014209956" sldId="271"/>
        </pc:sldMkLst>
        <pc:spChg chg="mod">
          <ac:chgData name="Toby Donaldson" userId="2e6e5431-bb17-4c41-9985-d39c50d83c73" providerId="ADAL" clId="{F31BC264-820E-54C4-A6D1-F92AF9CC222E}" dt="2026-07-01T04:02:36.666" v="8106" actId="20577"/>
          <ac:spMkLst>
            <pc:docMk/>
            <pc:sldMk cId="3014209956" sldId="271"/>
            <ac:spMk id="2" creationId="{EE8CB795-7A3E-69ED-EB05-4D48DD538440}"/>
          </ac:spMkLst>
        </pc:spChg>
        <pc:spChg chg="mod">
          <ac:chgData name="Toby Donaldson" userId="2e6e5431-bb17-4c41-9985-d39c50d83c73" providerId="ADAL" clId="{F31BC264-820E-54C4-A6D1-F92AF9CC222E}" dt="2026-07-02T17:21:44.399" v="11990" actId="113"/>
          <ac:spMkLst>
            <pc:docMk/>
            <pc:sldMk cId="3014209956" sldId="271"/>
            <ac:spMk id="3" creationId="{79155D25-4C73-5910-7E06-BC0AEB2CB578}"/>
          </ac:spMkLst>
        </pc:spChg>
      </pc:sldChg>
      <pc:sldChg chg="modSp del mod">
        <pc:chgData name="Toby Donaldson" userId="2e6e5431-bb17-4c41-9985-d39c50d83c73" providerId="ADAL" clId="{F31BC264-820E-54C4-A6D1-F92AF9CC222E}" dt="2026-07-01T02:38:43.500" v="623" actId="2696"/>
        <pc:sldMkLst>
          <pc:docMk/>
          <pc:sldMk cId="106304998" sldId="272"/>
        </pc:sldMkLst>
      </pc:sldChg>
      <pc:sldChg chg="modSp new mod">
        <pc:chgData name="Toby Donaldson" userId="2e6e5431-bb17-4c41-9985-d39c50d83c73" providerId="ADAL" clId="{F31BC264-820E-54C4-A6D1-F92AF9CC222E}" dt="2026-07-02T17:22:42.224" v="11999" actId="20577"/>
        <pc:sldMkLst>
          <pc:docMk/>
          <pc:sldMk cId="1685373950" sldId="272"/>
        </pc:sldMkLst>
        <pc:spChg chg="mod">
          <ac:chgData name="Toby Donaldson" userId="2e6e5431-bb17-4c41-9985-d39c50d83c73" providerId="ADAL" clId="{F31BC264-820E-54C4-A6D1-F92AF9CC222E}" dt="2026-07-01T04:07:22.906" v="8839" actId="20577"/>
          <ac:spMkLst>
            <pc:docMk/>
            <pc:sldMk cId="1685373950" sldId="272"/>
            <ac:spMk id="2" creationId="{5C8A4546-5DBE-BBDC-2D51-D3C8649783D9}"/>
          </ac:spMkLst>
        </pc:spChg>
        <pc:spChg chg="mod">
          <ac:chgData name="Toby Donaldson" userId="2e6e5431-bb17-4c41-9985-d39c50d83c73" providerId="ADAL" clId="{F31BC264-820E-54C4-A6D1-F92AF9CC222E}" dt="2026-07-02T17:22:42.224" v="11999" actId="20577"/>
          <ac:spMkLst>
            <pc:docMk/>
            <pc:sldMk cId="1685373950" sldId="272"/>
            <ac:spMk id="3" creationId="{082326EE-E76B-E593-ABE1-657377F6BD7F}"/>
          </ac:spMkLst>
        </pc:spChg>
      </pc:sldChg>
      <pc:sldChg chg="modSp new mod">
        <pc:chgData name="Toby Donaldson" userId="2e6e5431-bb17-4c41-9985-d39c50d83c73" providerId="ADAL" clId="{F31BC264-820E-54C4-A6D1-F92AF9CC222E}" dt="2026-07-01T05:47:59.526" v="10422" actId="20577"/>
        <pc:sldMkLst>
          <pc:docMk/>
          <pc:sldMk cId="1093187361" sldId="273"/>
        </pc:sldMkLst>
        <pc:spChg chg="mod">
          <ac:chgData name="Toby Donaldson" userId="2e6e5431-bb17-4c41-9985-d39c50d83c73" providerId="ADAL" clId="{F31BC264-820E-54C4-A6D1-F92AF9CC222E}" dt="2026-07-01T04:19:13.962" v="10329" actId="20577"/>
          <ac:spMkLst>
            <pc:docMk/>
            <pc:sldMk cId="1093187361" sldId="273"/>
            <ac:spMk id="2" creationId="{EAC68A1B-2721-DD0F-DF11-CA22E26D19E8}"/>
          </ac:spMkLst>
        </pc:spChg>
        <pc:spChg chg="mod">
          <ac:chgData name="Toby Donaldson" userId="2e6e5431-bb17-4c41-9985-d39c50d83c73" providerId="ADAL" clId="{F31BC264-820E-54C4-A6D1-F92AF9CC222E}" dt="2026-07-01T05:47:59.526" v="10422" actId="20577"/>
          <ac:spMkLst>
            <pc:docMk/>
            <pc:sldMk cId="1093187361" sldId="273"/>
            <ac:spMk id="3" creationId="{9A407617-B827-61A8-1B9F-409844A54B7B}"/>
          </ac:spMkLst>
        </pc:spChg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2271822588" sldId="273"/>
        </pc:sldMkLst>
      </pc:sldChg>
      <pc:sldChg chg="modSp new mod">
        <pc:chgData name="Toby Donaldson" userId="2e6e5431-bb17-4c41-9985-d39c50d83c73" providerId="ADAL" clId="{F31BC264-820E-54C4-A6D1-F92AF9CC222E}" dt="2026-07-01T06:03:21.484" v="11104" actId="20577"/>
        <pc:sldMkLst>
          <pc:docMk/>
          <pc:sldMk cId="2077407770" sldId="274"/>
        </pc:sldMkLst>
        <pc:spChg chg="mod">
          <ac:chgData name="Toby Donaldson" userId="2e6e5431-bb17-4c41-9985-d39c50d83c73" providerId="ADAL" clId="{F31BC264-820E-54C4-A6D1-F92AF9CC222E}" dt="2026-07-01T05:55:35.126" v="10460" actId="20577"/>
          <ac:spMkLst>
            <pc:docMk/>
            <pc:sldMk cId="2077407770" sldId="274"/>
            <ac:spMk id="2" creationId="{3BDEC81F-9C97-8B6A-DD4C-D1CE0F79FF19}"/>
          </ac:spMkLst>
        </pc:spChg>
        <pc:spChg chg="mod">
          <ac:chgData name="Toby Donaldson" userId="2e6e5431-bb17-4c41-9985-d39c50d83c73" providerId="ADAL" clId="{F31BC264-820E-54C4-A6D1-F92AF9CC222E}" dt="2026-07-01T06:03:21.484" v="11104" actId="20577"/>
          <ac:spMkLst>
            <pc:docMk/>
            <pc:sldMk cId="2077407770" sldId="274"/>
            <ac:spMk id="3" creationId="{7BE93CA6-71B3-BA40-A3DA-8BA2CF2A247B}"/>
          </ac:spMkLst>
        </pc:spChg>
      </pc:sldChg>
      <pc:sldChg chg="modSp new mod">
        <pc:chgData name="Toby Donaldson" userId="2e6e5431-bb17-4c41-9985-d39c50d83c73" providerId="ADAL" clId="{F31BC264-820E-54C4-A6D1-F92AF9CC222E}" dt="2026-07-02T18:49:58.272" v="12000" actId="20577"/>
        <pc:sldMkLst>
          <pc:docMk/>
          <pc:sldMk cId="401732496" sldId="275"/>
        </pc:sldMkLst>
        <pc:spChg chg="mod">
          <ac:chgData name="Toby Donaldson" userId="2e6e5431-bb17-4c41-9985-d39c50d83c73" providerId="ADAL" clId="{F31BC264-820E-54C4-A6D1-F92AF9CC222E}" dt="2026-07-01T06:04:00.231" v="11122" actId="20577"/>
          <ac:spMkLst>
            <pc:docMk/>
            <pc:sldMk cId="401732496" sldId="275"/>
            <ac:spMk id="2" creationId="{DCDC432B-8A34-311D-B75D-EEA501B086A7}"/>
          </ac:spMkLst>
        </pc:spChg>
        <pc:spChg chg="mod">
          <ac:chgData name="Toby Donaldson" userId="2e6e5431-bb17-4c41-9985-d39c50d83c73" providerId="ADAL" clId="{F31BC264-820E-54C4-A6D1-F92AF9CC222E}" dt="2026-07-02T18:49:58.272" v="12000" actId="20577"/>
          <ac:spMkLst>
            <pc:docMk/>
            <pc:sldMk cId="401732496" sldId="275"/>
            <ac:spMk id="3" creationId="{FBF6737E-4E69-3E1E-E478-DF3955E446F5}"/>
          </ac:spMkLst>
        </pc:spChg>
      </pc:sldChg>
      <pc:sldChg chg="addSp 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066134520" sldId="275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854757483" sldId="276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2121839065" sldId="277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353740293" sldId="278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146959954" sldId="279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1757667076" sldId="280"/>
        </pc:sldMkLst>
      </pc:sldChg>
      <pc:sldChg chg="addSp modSp del mod">
        <pc:chgData name="Toby Donaldson" userId="2e6e5431-bb17-4c41-9985-d39c50d83c73" providerId="ADAL" clId="{F31BC264-820E-54C4-A6D1-F92AF9CC222E}" dt="2026-07-01T02:38:43.500" v="623" actId="2696"/>
        <pc:sldMkLst>
          <pc:docMk/>
          <pc:sldMk cId="3429542438" sldId="281"/>
        </pc:sldMkLst>
      </pc:sldChg>
      <pc:sldChg chg="addSp 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533994448" sldId="282"/>
        </pc:sldMkLst>
      </pc:sldChg>
      <pc:sldChg chg="addSp 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911934222" sldId="283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336308892" sldId="284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659387094" sldId="285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3102504299" sldId="286"/>
        </pc:sldMkLst>
      </pc:sldChg>
      <pc:sldChg chg="del">
        <pc:chgData name="Toby Donaldson" userId="2e6e5431-bb17-4c41-9985-d39c50d83c73" providerId="ADAL" clId="{F31BC264-820E-54C4-A6D1-F92AF9CC222E}" dt="2026-07-01T02:38:43.500" v="623" actId="2696"/>
        <pc:sldMkLst>
          <pc:docMk/>
          <pc:sldMk cId="200806696" sldId="287"/>
        </pc:sldMkLst>
      </pc:sldChg>
      <pc:sldChg chg="add del">
        <pc:chgData name="Toby Donaldson" userId="2e6e5431-bb17-4c41-9985-d39c50d83c73" providerId="ADAL" clId="{F31BC264-820E-54C4-A6D1-F92AF9CC222E}" dt="2026-07-01T02:38:43.500" v="623" actId="2696"/>
        <pc:sldMkLst>
          <pc:docMk/>
          <pc:sldMk cId="195942236" sldId="288"/>
        </pc:sldMkLst>
      </pc:sldChg>
      <pc:sldChg chg="modSp new del mod">
        <pc:chgData name="Toby Donaldson" userId="2e6e5431-bb17-4c41-9985-d39c50d83c73" providerId="ADAL" clId="{F31BC264-820E-54C4-A6D1-F92AF9CC222E}" dt="2026-07-01T02:38:43.500" v="623" actId="2696"/>
        <pc:sldMkLst>
          <pc:docMk/>
          <pc:sldMk cId="1826432439" sldId="289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2T19:48:28.80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2558 4568 24575,'35'0'0,"-5"0"0,7 0 0,5 0 0,6 0 0,-1 0 0,-7 0 0,0 0 0,1 0-428,0 0 1,3 0 0,0 0-1,-4 0 428,-3 0 0,-3 0 0,1 0 66,3 0 0,0 0 0,-1 0-66,10 0 0,-2 0 183,-4 0 1,-3 0-184,-11 0 0,-3 0 0,11 0 0,0 0 430,-10 0 1,1 0-431,9 0 0,1 0 142,1 0 0,0 0-142,5 0 0,3 0 0,-7 0 0,2 0 0,-1 0 0,-4 1 0,0-1 0,1-1 0,9-3 0,3-2 0,-2 1-184,-7 3 1,-1 2 0,-1-2 183,-2-2 0,1-2 0,-1 0 0,0 1 0,0-1 0,0 2 0,5 2 0,1 2 0,0-2 0,1-8 0,-1-2 0,1 2 0,0 7 0,0 4 0,0-3 0,-1-3 0,0-1 0,-2 2 0,11 4 0,-2 0 0,-13-5 0,0-1 0,-1 1 0,16 3 0,-2 0 0,-4-6 0,2 0 0,-2 7 0,3 2 0,-4-1 0,-2 0 0,0 0 0,-3 0 0,3 0 0,-2 0 0,4 0 0,0 0 0,2 0 0,0 0 0,-4 0 0,0 0 0,10 0 0,-2 0 0,-15 0 0,-1 0 0,9 0 0,2 0 0,-1 0 0,0 0 0,-8 0 0,1 0 0,-1 0 0,12 0 0,0 0 0,-12 0 0,0 0 0,-3 0 0,-4 0 0,-1 0 0,7 0 0,-1 0 0,6 0 0,2 8 0,0 0 550,2-4-550,2 4 0,0 0 0,-3-8 0,-10 2 0,9 3 0,2 0 0,-7-2 0,1-1 0,1 0 0,6 5 0,8 2 0,1 0 0,-6-2 0,3-6 0,-2 2 0,-9 5 0,2 4 0,0-1 0,2-4 0,0-1 0,-3 0 0,1 4 0,-2 0 0,6 6 0,4-1 0,-1-8 0,4-2 0,-7 3 0,-9 9 0,3 1 0,-2-10 0,9-2 0,5-1 0,1-1 0,-4 2 0,-8 1 0,-4 4 0,-5 1 0,4 0 0,7-4 0,8-2 0,2 0 0,-2 1 0,-9 1 0,-6 4 0,-5 1 0,1-3 0,7-2 0,1-2 0,-2 0 0,8 2 0,-4 0 0,-13-1 0,-1 1 0,15 2 0,-2 0 0,4 10 0,-11-12 0,0-1 0,2 9 0,1-12 0,-12 11 0,3 1 0,0-14 0,1 0 0,-1 14 0,0-1 0,7-12 0,-1-2 0,-6 7 0,1 0 0,18-7 0,2-2 0,-9 1 0,-2 0 0,2 0 0,1 0 0,10 0 0,-2 0 0,-1 0 0,2 0 0,0 0 0,-10 0 0,-8 0 0,5 0 0,6 0 0,5 0 0,-3 0 0,0 0 0,2 0 0,-2 0 0,6 0 0,0 0 0,-6 0 0,6 0 0,-4 0 0,-8 0 0,0 0 0,0 0 0,-3 0 0,-1 0 0,-1 0 0,11 0 0,2 0 0,-10 0 0,3 0 0,1 0 0,-2 0 0,7 0 0,-2 0 0,2 0-321,-5 0 1,2 0-1,0 0 1,-1 0 320,7 1 0,-1 0 0,-3-3 0,-9-3 0,-2-1 0,1 1 0,1 4 0,0 1 0,-3-3 0,-3-5 0,-3 1 0,9 7 0,-4 0 0,-11 0 0,15 0 1282,0-16-1282,-4 13 0,5 2 0,-3-4 0,2-1 0,3 2 0,8 2 0,3 3 0,1 0 0,-12-1 0,0 0 0,0 0 0,1 0 0,4 0 0,1 0 0,-1 0 0,-3 0 0,-3 0 0,-3 0 0,1 0 0,15 0 0,2 0 0,-5 0 0,-6 0 0,-3 0 0,5 0 0,0 0 0,-9 1 0,-2-2 0,-5-7 0,1 0 0,5 6 0,3 2 0,-3-2 0,-2-6 0,1 0 0,2 7 0,3 3 0,-2-3 0,1-6 0,0-1 0,11 6 0,4 0 0,-12-5 0,4-2 0,1 0 0,-1 2 0,-5 5 0,0 1 0,0 2 0,1-3 0,1-1 0,2-2 0,-1 1 0,-4 1 0,-1 2 0,-3 1 0,0 1 0,17 0 0,-2-2 0,-5-7 0,1 0 0,-9 7 0,1 1 0,0-3 0,2-6 0,0-4 0,-4 4 0,-4 6 0,-1 2 0,5-6 0,-1-2 0,2-7 0,0 13 0,0-13 0,1 16 0,-1 0 0,-10 0 0,1 0 0,13 0 0,-13 1 0,-1-2 0,10-15 0,1 12 0,-1-11 0,-16 15 0,13-16 0,-13 12 0,1-12 0,27 1 0,-31 11 0,22-5 0,4 2 0,-7 7 0,14 0 0,0 0 0,-6 0 0,-2-7 0,1-2 0,-15 8 0,1-2 0,4-6 0,3-3 0,0 2 0,4 8 0,0 0 0,5-14 0,-2 1 0,-6 13 0,-5 0 0,-8-14 0,24 16 0,-43 0 0,28 0 0,3-15 0,12 11 0,-13-5 0,1 2 0,-4 6 0,0 2 0,6-1 0,-3 0 0,5 0 0,8 0 0,-43 0 0,12 0 0</inkml:trace>
  <inkml:trace contextRef="#ctx0" brushRef="#br0" timeOffset="12031">4233 7938 24575,'26'0'0,"8"0"0,6 0 0,7 0 0,0 0 0,1 0 0,-2 0 0,-3 0 0,-3 0 0,-14 0 0,-1 0 0,1 0 0,3 0 0,12 0 0,4 0 0,-11 0 0,1 0 0,2 0-414,4 0 0,1 1 0,0-2 414,1-4 0,1-1 0,2 1 0,-1 3 0,4 2 0,-1 0 0,-3-2 0,-1-3 0,-2-1 0,1 1 0,-5 4 0,1 1 0,0 1 0,-2-1-10,-1 0 0,-2 0 1,-2 0 9,5 0 0,0 0 0,6 0 0,0 0 0,0-1 0,1 2 0,-7 4 0,2 1 0,-2-1 0,12-4 0,-2 2 0,-10 6 0,1 4 0,-3-4 0,1-6 0,-1-2 0,0 7 0,0 0 0,0-8 0,1 0 0,7 7 0,0 1 0,-6-6 0,0 0 620,7 7 0,-1-2-620,-7-6 0,-2-2 15,-6 1 1,-1 0-16,7 0 0,-1 0 0,14 0 0,-21 0 0,1 0 0,2 0 0,1 0 0,-3 0 0,0 0 0,8 0 0,1 0 0,7 0 0,0 0 0,-6 0 0,1 0 0,-1 0 0,4 0 0,-2 0 0,9 0 0,-2 0 0,-11 0 0,1 0 0,-1 0 0,0 0 0,-1 0 0,-1 0 0,5 0 0,-1 0 0,2 0 0,0 0 0,-4 0 0,-1 0 0,-3 0 0,0 0 0,4 0 0,1 0 0,0 0 0,-2 0 0,-6 0 0,-1 0 0,7 0 0,-1 0 0,-6 0 0,1 0 0,6 0 0,2 0 0,-1 0 0,1 0 0,7 0 0,0 0 0,-6 0 0,1 0 0,-5 0 0,2 0 0,-2 0 0,9 0 0,-1 0 0,3 0 0,0 0 0,-5 0 0,0 0 0,5 0 0,-1 0 0,-6 0 0,0 0 0,6 0 0,0 0 0,-7 0 0,-1 0 0,0 0 0,0 0 0,1 0 0,-1 0 0,0 0 0,1 0 0,-1 0 0,0 0 0,0 0 0,1 0 0,0 0 0,-2 0 0,13 0 0,-13 0 0,-11 0 0,-19 0 0,27 0 0,-27 0 0,28 0 0,-13 0 0,17 0 0,-17 0 0,-3 0 0,-16 0 0,-16 0 0,12 0 0,-11 0 0</inkml:trace>
  <inkml:trace contextRef="#ctx0" brushRef="#br0" timeOffset="14415">15893 16969 24575,'35'19'0,"4"-9"0,4-4 0,-6-5 0,5-2-820,-2 1 1,7 0 0,2 0 0,-1 0 561,-5 0 1,-1 0-1,1 0 1,5 0 257,-5 0 0,5 0 0,2 0 0,2 0 0,-1 0 0,-2 0 0,-3 0 0,3 0 0,-4 0 0,-1 0 0,2 0 0,2 0-351,-4 0 1,2 0-1,3 0 1,-1 0-1,0 0 1,-1 0-1,-4 0 351,2 0 0,-2 0 0,-2 0 0,1 0 0,1 0 0,4 0 0,0 1 0,2-1 0,-1 0 0,0-1-109,-2-1 1,1-2 0,-1 0-1,0 1 1,0 0 108,-2 2 0,1 0 0,-1 1 0,-1 0 0,0-2-325,7-1 0,-2-2 1,1 1-1,-2 1 325,0 2 0,0 2 0,-1-1 0,-1 0 0,-4-4 0,-2 0 0,1-1 0,0 2 0,3 2 0,1 1 0,-1 0 0,0-3 0,-5-3 0,0-3 0,-1 0 0,3 2 0,6 1 0,2 2 0,0 0 0,0-2 0,-1-2 0,0-1 0,0 0 0,0 0 0,2 0 0,0 0 0,0 0 0,0 1 0,-1-2 0,1 1 0,-1 0 0,-1 1 0,-2 2 0,-1 1 0,0 1 0,-1 0 0,-4-1 0,-1 1 0,0 0 0,0 1 179,1 2 1,0 1-1,0 1 1,-1-1-180,7 0 0,-1 0 0,0 0 0,3 0 0,1 0 0,-1 0 0,-5 0 0,0 0 0,-1 0 704,0 0 1,0 0 0,-2 0-705,-2 0 0,-2 0 0,-1 0 0,12 0 0,-2 0 1109,-4 0 1,-1 0-1110,4 0 0,-2 0 925,-15 0 1,-1 0-926,1 0 0,-1 0 1149,6 0-1149,-27 16 551,12-12-551,-16 11 0,0-15 0,0 16 0,0-12 0,0 12 0,0-1 0,0-11 0,-16 12 0,12-1 0,-27-11 0,27 28 0,-12-28 0,1 27 0,11-27 0,-12 27 0,16-42 0,0 22 0,0-58 0,0 8-656,0 4 1,0 0-1,0-5 1,0 9 0</inkml:trace>
  <inkml:trace contextRef="#ctx0" brushRef="#br0" timeOffset="32385">4163 9049 24575,'35'0'0,"8"-16"0,-6 12 0,-16-11 0,2-1 0,11 6 0,-2 0 0,-4-9 0,3 9 0,0 4 0,-11 6 0,0 0 0,11 0 0,-27 0 0,27-16 0,-27 12 0,27-11 0,-11 15 0,15 0 0,1 0 0,-11-8 0,1 0 0,13 4 0,-9-5 0,6-4 0,-4 4 0,15 5 0,-16-6 0,5-2 0,-5 2 0,8 6 0,-10-11 0,1-1 0,7 12 0,6-11 0,-8 15 0,-9 0 0,-1 0 0,15 0 0,-8-8 0,2 0 0,-6 6 0,-1 0 0,7-6 0,3 0 0,-4 8 0,3 1 0,-3-2 0,-2-6 0,0-1 0,20 6 0,-4 0 0,-8-14 0,-5 16 0,-1 0 0,6-16 0,-13 14 0,-1 0 0,11-13 0,7 15 0,-6 0 0,6 0 0,-8 0 0,-9 0 0,-1 0 0,14 0 0,-6 0 0,1 0 0,-7 0 0,1 0 0,14 0 0,2 0 0,-6 0 0,-1 0 0,-2 0 0,0 0 0,0 0 0,-3 0 0,7 0 0,-13 0 0,-1 0 0,10 0 0,1 0 0,-1 0 0,0 0 0,0 0 0,1 0 0,-9 0 0,22 0 0,-11 0 0,2 0 0,-1 0 0,1 0 0,-6-1 0,1 0 0,-2 3 0,3 5 0,-2 1 0,2-6 0,-1 0 0,0 6 0,0 0 0,0-8 0,1 0 0,6 8 0,2 0 0,-9-7 0,1 0 0,-1 1 0,8 6 0,0-1 0,8-6 0,-2-2 0,-17 0 0,-1 2 0,5 7 0,-1 0 0,-8-6 0,0 0 0,7 6 0,-1 0 0,-5-8 0,-1 0 0,0 0 0,1 0 0,-2 0 0,-1 0 0,10 0 0,-15 0 0,11 0 0,-27 0 0,12 0 0,-1 0 0,21 0 0,3 0 0,-7-2 0,2 4 0,-6 5 0,-1 1 0,9-6 0,-1 0 0,-7 6 0,-1 0 0,8-8 0,-4 0 0,-19 0 0,21 0 0,-21 15 0,20-11 0,-29 12 0,29-16 0,-13 0 0,17 16 0,-10-15 0,-1 2 0,-2 12 0,24-15 0,-43 0 0,12 0 0,-16 0 0,0 0 0</inkml:trace>
  <inkml:trace contextRef="#ctx0" brushRef="#br0" timeOffset="45047">4251 9843 24575,'35'0'0,"1"0"0,-1 0 0,0 0 0,0 0 0,1 0 0,7 0 0,0 0 0,-7 0 0,2 0 0,1 0 0,2 0 0,-3 0 0,-6 0 0,-1 0 0,13 0 0,-6 0 0,-18 0 0,-5 0 0,-15 15 0,0-11 0,0 12 0,0-16 0</inkml:trace>
  <inkml:trace contextRef="#ctx0" brushRef="#br0" timeOffset="62698">3916 11906 24575,'35'0'0,"0"0"0,-7 0 0,-1 0 0,-1 0 0,-1 0 0,1 0 0,-1 0 0,14 0 0,-9 0 0,-1 0 0,8 0 0,7 0 0,-9 16 0,-16-12 0,13 12 0,-28-16 0,11 0 0,1 0 0,-12 0 0,27 0 0,-11 0 0,15 0 0,0 0 0,1 0 0,-1 0 0,0 0 0,1 0 0,-1 0 0,-16 0 0,13 0 0,-28 0 0,11 0 0,1 0 0,4 0 0,15 0 0,0 0 0,1 0 0,-1 0 0,-10 0 0,1 0 0,13 0 0,-13 0 0,-1 0 0,2 0 0,7 0 0,-7 0 0,8 15 0,-9-13 0,-1 0 0,15 14 0,-15-15 0,1-2 0,-1 1 0,0 0 0,15 0 0,0 0 0,2 0 0,-13-1 0,1 2 0,12 6 0,2 1 0,-8-6 0,-1 0 0,0 6 0,0 0 0,1-7 0,-1-2 0,-7 1 0,-1 0 0,-2 0 0,1 0 0,17 0 0,-6 0 0,-8 8 0,1 0 0,9-4 0,-13 4 0,-1-1 0,-6-7 0,13 0 0,-28 0 0,27 0 0,-6 8 0,1 0 0,17-4 0,-9 4 0,-1 0 0,2-8 0,-10 0 0,1 0 0,13 0 0,-5 0 0,-1 0 0,6 0 0,-13 0 0,-1 0 0,10 0 0,1 0 0,-1 0 0,0 0 0,0 0 0,1 0 0,-8 7 0,2 1 0,-1-6 0,-1 0 0,3 6 0,1 0 0,2-7 0,-1-2 0,6 1 0,-13 0 0,-1 0 0,-6 0 0,-3 16 0,0-12 0,-12 11 0,11-15 0,-15 0 0,0 0 0,0 16 0,0-12 0,0 11 0,0-15 0,0 0 0</inkml:trace>
  <inkml:trace contextRef="#ctx0" brushRef="#br0" timeOffset="76017">5821 13617 24575,'35'0'0,"0"0"0,9 0 0,-1 0 0,-11 0 0,2 0 0,3 0 0,5 0 0,2 0 0,-4 0 0,-2 0 0,-1 0 0,2 0-483,2 0 0,4 0 0,0 0 0,-4 0 483,-3 0 0,-3 0 0,-2 0 311,3 0 1,-2 0-312,1 0 0,-3 0 319,7 0-319,-12 0 0,-3 0 0,-4 0 0,-4-15 990,-1 11-990,5-12 0,11 8 0,4 0 0,-10-1 0,1-1 0,6 3 0,3 0 0,-2 1 0,1-3 0,-1 2 0,3 8 0,-1-2 0,-9-6 0,-1-1 0,10 4 0,0-12 0,0 16 0,1 0 0,-1 0 0,-16 0 0,13 0 0,-13 0 0,5 0 0,3 0 0,8 0 0,1 0 0,1 0 0,0 0 0,0 0 0,-3 0 0,-8 0 0,-1 0 0,1 0 0,-1 0 0,6 0 0,18 0 0,-21 0 0,7 0 0,0 0 0,1 0 0,-1 0 0,-10 0 0,1 0 0,1 0 0,1 0 0,-1 0 0,1 0 0,5 0 0,0 0 0,-6 0 0,1 0 0,7 0 0,1 0 0,-8 0 0,-2 0 0,1 0 0,-3 0 0,12 0 0,-11 8 0,1 0 0,13-4 0,-13 3 0,-1 1 0,10 8 0,-15-12 0,11 12 0,-27-16 0,12 0 0,-1 0 0,-3 0 0,21 0 0,11 0 0,-5 0 0,3 0 0,-2 0 0,-13 0 0,8 7 0,-7 1 0,-24-4 0,12 12 0,-16 0 0,0-12 0,0 11 0,0-15 0,0 16 0,0-12 0,0 12 0,0-16 0,0 0 0,0 0 0</inkml:trace>
  <inkml:trace contextRef="#ctx0" brushRef="#br0" timeOffset="80564">4198 14817 24575,'27'0'0,"22"0"0,-11 0 0,7 0 0,-2 0 0,-8 0 0,-1 0 0,3 0-527,6 0 0,6 0 1,-1 0-1,-4 0 527,-5 0 0,-4 0 0,1 0 0,-1 0 0,1 0 0,-1 0 225,-1 0 1,0 0 0,-1 0-226,17 0 0,-2 0 0,-9 0 0,-1 0 174,0 0 0,-2 0-174,-9 0 0,-3 0 0,16 0 0,-14 0 0,-1 0 1082,-6 0-1082,12 0 0,-27 0 0,12-16 0,0 12 0,3-12 0,6 15 0,1 2 0,13-1 0,-12 0 0,-3 0 0,-4 0 0,27 0 0,-23 0 0,8 0 0,2 0 0,5 0 0,-13 0 0,-1 0 0,11 0 0,-17 0 0,13 0 0,-28 0 0,11 16 0,-15-12 0,0 12 0,0-16 0,0 0 0,0 0 0</inkml:trace>
  <inkml:trace contextRef="#ctx0" brushRef="#br0" timeOffset="167853">2417 6967 24575,'0'34'0,"0"-1"0,0 6 0,0 4 0,0-8 0,0 4 0,0 2 0,0-1-820,0 2 1,0 0 0,0 2 0,0 1 234,0-2 0,0 2 0,0 2 1,0-1-1,0 0 585,0-1 0,0-1 0,0 0 0,0 1 0,0 0 0,0 4 0,0 0 0,0 1 0,0-1 0,0-1 0,0-2 0,0-1 0,0 0 0,0-1 0,0 0-169,0 6 0,0-1 0,0-1 0,0 1 169,0-1 0,1-1 0,-1 0 0,-1-1 0,-3-7 0,0-1 0,-1-1 0,2 2 0,1 4 0,2 1 0,0 0 0,-2-1 84,-2-4 0,0-1 0,-1-1 1,2 2-85,2 4 0,1 1 0,1-1 0,-1 0 0,0 6 0,0-2 0,0 2 0,0-10 0,0 1 0,0-1 0,0-1-124,0 5 0,0-1 0,0-1 124,0-3 0,0 0 0,0-1 0,0-1 0,0-2 0,0 0 0,0 15 0,0 0 0,0-14 0,0 1 0,0-1 0,0 0 0,0 0 0,0 1 0,0 3 0,0 1 0,0 3 0,0 1 0,0 4 0,0 1 0,0-2 0,0-7 0,0-1 0,0 1 0,0 5-83,0-6 0,0 5 0,0 2 0,0 3 0,0-1 0,0 0 0,0-2 0,0-3 83,0 7 0,0-4 0,0-2 0,0 2 0,0 3 0,0-4 0,0 2 0,0 2 0,0 0 0,0 0 0,0-1 0,0-2 0,0 1 0,0 0 0,-1-2 0,1 0 0,0-1 0,1 1-149,2 5 1,0-1-1,1-1 1,-1 1-1,0 2 149,-2-5 0,-1 0 0,0 1 0,0 1 0,1 0 0,1-1 0,2 1 0,1 0 0,2 0 0,-1 0 0,-1-1 0,-1 0 0,-2-4 0,-2-1 0,0 0 0,0 0 0,0-1 0,2 2 0,2 1 0,2 1 0,0-1 0,0 1 0,-1 1 0,-1 0 0,-1-1 0,-3 0 0,1 1 0,-2 0 0,1 0 0,0 0 0,1-2 0,1 1 0,1-1 0,0-1 0,0 0 0,-1 1 0,1 1 0,0 0 0,-1 0 0,1 2 0,-1 0 0,0-1 0,0-1 0,0-2 0,-1 6 0,-1-2 0,-1-1 0,2-2 0,2 1-15,2-3 0,2 0 0,0-1 0,0-1 1,-2-1 14,-3 3 0,-2-2 0,0-1 0,2-1 42,3 1 0,1-1 0,-1-2-42,-4 0 0,-2-1 0,1-4 1583,-1-1 0,2-1-1583,6 13 0,1-2 3141,-4 0-3141,5-14 0,-2-1 1622,-7-6-1622,0 13 338,0-29-338,0 29 0,0 3 0,7-9 0,2 3 0,-7 4 0,-2 5 0,2 1 0,2 7 0,1 3 0,1-1 0,0-6 0,-1-1 0,0 1 0,-4 4 0,-1 0 0,3-5 0,5-3 0,-1-5 0,-6-5 0,-2-1 0,1-1 0,0-1 0,0 10 0,16 0 0,-12 1 0,4-11 0,0 1 0,-8 13 0,0-14 0,0 1 0,0 9 0,0 0 0,0-10 0,0 1 0,0 5 0,0 1 0,0 5 0,0-1 0,0 11 0,0 0 0,0-43 0,0 11 0,0-15 0,0 16 0,0-12 0,0 12 0,0-1 0,0-11 0,0 27 0,0-27 0,0 12 0</inkml:trace>
  <inkml:trace contextRef="#ctx0" brushRef="#br0" timeOffset="170532">17039 17727 24575,'34'0'0,"0"0"0,0 0 0,8 0 0,1 0 0,5 0 0,-5 0 0,4 0 0,2 0 0,2 0 0,0 0-469,-7 0 1,1 0 0,1 0 0,1 0 0,1 0 0,1 0 0,2 0 140,-9 0 0,1 0 0,0 0 1,2 0-1,0 0 0,0 0 1,2 0-1,-1 0 0,1 0 1,0 0 53,-2 0 1,-1 0 0,1 0 0,1 0 0,-1 0 0,2 0 0,-1 0 0,1 0 0,0 0 0,1 0 0,-1 0 0,1 0 25,0 0 1,0 0-1,1 0 1,0 0 0,1 0-1,0 0 1,-1 0 0,2 0-1,-1 0 1,0 0-1,0 0 1,1 0 0,-1 0 173,-2 0 1,0 0-1,0 0 1,0 0-1,0 0 1,0 0-1,0 0 1,1 0-1,-1 0 1,1 0-1,0 0 1,0 0-1,0 0 1,0 0 73,-1 0 0,0 0 0,0 0 0,1 0 0,-1 0 0,1 0 0,0 0 0,0 0 0,-1 0 0,1 0 0,0 0 0,-1 0 0,1 0 0,-1 0 0,0 0-152,2 0 1,0 0-1,0 0 1,-1 1-1,1-1 1,-1 0-1,0 0 1,1 0-1,-1 0 1,0 0-1,0 0 1,1 0-1,-1 0 1,0-1 151,0 0 0,-1 1 0,0-1 0,0 0 0,-1 1 0,1-1 0,0 0 0,0-1 0,0 1 0,1 0 0,0-1 0,0 1 0,1-1 0,1 0-11,-4 1 0,2-1 0,0 0 0,0 0 0,2 0 0,-1-1 0,1 1 0,1-1 0,-1 1 0,-1-1 0,1 1 0,-1-1 0,0 0 0,-2 0 0,0 0 0,-1 0 0,-1-1 11,7 0 0,-2 0 0,0-1 0,-2 1 0,0-1 0,-1 0 0,0 0 0,0 0 0,0 0 0,1 0 0,0 0 0,2 0 0,-4 1 0,1 0 0,1-1 0,1 1 0,0 0 0,0-1 0,0 1 0,-1-1 0,0 1 0,-1-1 0,-1 1 0,-1-1 0,-3 0 0,-1 1 0,9-3 0,-2 1 0,-2-1 0,-2 1 0,0-1 0,-2 1 0,1 0 0,0 0 108,5 0 0,-1 1 0,0 0 1,-1 0-1,0 0 0,0 1 0,-1-1-108,4-1 0,-1 0 0,0 0 0,0 0 0,-1 0 0,1 0 197,-3 0 0,0 1 1,0-1-1,-1 0 1,1 0-1,-1 0-197,-1 0 0,0 0 0,0 0 0,-1 1 0,0-1 0,0 0 0,5-1 0,0 0 0,-1 0 0,1-1 0,0 1 0,1 0 0,0-1 0,1 1 0,0 0 0,-1 1 0,-1 1 0,0 1 0,0 0 0,0 1 0,-1 0 397,-4-1 0,1 1 0,-2 0 0,0 0 0,1 0-397,-3 0 0,1-1 0,-1 1 0,0 0 0,-2 0 792,4 2 0,-2 0 0,0 1 0,-1-2-792,1-1 0,0-2 0,-1 1 0,-1 1 0,5 2 0,-2 1 0,0 1 934,1-1 0,-1 0 0,-2 0-934,3 0 0,-2 0 1413,3 0 1,-2 0-1414,-9 0 0,-1 0 1054,4 0 0,1 0-1054,6 0 0,2 0 0,0 0 0,2 0 138,-7 0 0,2 0 1,1 0-139,-1-1 0,1 0 0,0 3 0,5 2 0,0 2 0,0-1 0,-2-3 0,0-2 0,-2 2 0,-2 3 0,0 1 0,1-1 0,-3-4 0,3-1 0,-1-1 0,-2 1 0,-5 0 0,-1 0 0,2 0 0,4 0 0,5 0 0,-1 0 0,-5 0 0,2 0 0,-1 0 8,-1 0 0,3 0 0,-3 0-8,0 0 0,-1 0 0,5 0 0,2 0 0,-8 0 0,2 0 0,-2 0 0,4 0 0,0 0 0,-4 0 0,1 0 0,0 0 0,7 0 0,-2 0 0,-4 1 0,-2-2 0,0-7 0,-1 0 475,-2 6 0,1 0-475,1-6 0,0 1 0,2 6 0,1 2 0,-5-1 0,2 1 0,-1-2 0,11-7 0,0 0 82,-3 6 0,-2 0-82,-4-6 0,-3 0 0,10 8 0,-8-15 0,-15 11 0,-20-28 0,-4 28 0,-12-11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2T20:13:06.74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11906 6191 24575,'26'0'0,"-1"0"0,2 0 0,1 0 0,14 0 0,2 0 0,1 0 0,0 0 0,-10 0 0,1 0 0,-1 0 0,1 0 0,-1 0 0,0 0 0,11 0 0,-2 0 0,0 0 0,-1 0 0,-12 0 0,0 0 0,4-1 0,-1 2 0,-3 7 0,1 0 0,2-7 0,2 2 0,7 13 0,0-1 0,-5-13 0,-1 0 0,6 14 0,0-1 0,-7-13 0,-1 0 0,0 14 0,0 0 0,-7-15 0,-1 2 0,0 13 0,-3-1 0,-4-11 0,-5 12 0,-15-16 0,16 15 0,-12-11 0,12 12 0,-16-16 0,0 0 0</inkml:trace>
  <inkml:trace contextRef="#ctx0" brushRef="#br0" timeOffset="2865">20055 5239 24575,'34'0'0,"-1"0"0,-1 0 0,3 0 0,2 0 0,4 0 0,0 0-794,-2 0 1,-1 0-1,3 0 794,-4 0 0,3 0 0,0 0 0,0 0 0,0 0 0,0 0 0,0 0 0,0 0 0,0 0 0,1 0 0,-1 0 0,0 0 0,1 0 0,0 0 0,1 0 0,-1 0-359,-2 0 0,0 0 0,1 0 0,0 0 359,6 0 0,0 0 0,1 0 0,-1 0 0,-5 0 0,0 0 0,0 0 0,0 0 0,6 0 0,1-1 0,0 1 0,-3 1 0,5 1 0,-3 1 0,1 0-22,-7-3 0,2-1 0,-2 1 1,-1 3 21,4 4 0,-2 2 0,-1-2-54,-2-5 1,0-2 0,-3 2 53,9 6 0,-4 0 523,-5-8 0,-1 0-523,0-1 0,1 2 0,6 6 0,2 1 0,0-6 0,2 0 0,-11 3 0,0 1 0,1-1 401,-1-4 1,0-1 0,1-1-402,1 0 0,1 1 0,0 1 0,-2 3 0,-1 3 0,2-2 0,2-4 0,2 0 0,1-1 0,-3 2 0,1 2 0,-2 2 0,1-1 0,-2 0 0,1-1 0,1 0 0,0-1 0,0-2 0,0 0 0,0-1 0,-3 2 0,1 3 0,-1 1 0,1-1 0,-1-4 0,3-1 0,0-1 0,-2 1 0,2 0 0,-1 0 0,-2 0 0,12 0 0,-2 0 545,-1-2 1,-3 4-546,-15 5 0,-3 1 192,11-4-192,-15 12 0,27-16 0,-24 0 265,2 0 0,1 0-265,9 0 0,1 0 0,-11 0 0,1 0 0,13 0 0,-7 0 0,2 0 0,-6 0 0,-1 0 0,1 0 0,-1 0 0,16 0 0,6 0 0,-2 0 0,-7 0 0,7 0 0,-44 0 0,13 0 0,-16 0 0,-16 0 0,13 0 0,-13 0 0</inkml:trace>
  <inkml:trace contextRef="#ctx0" brushRef="#br0" timeOffset="19871">1905 6791 24575,'0'35'0,"0"-3"0,0 3 0,0 8 0,0 4-553,0-10 1,0 3-1,0 1 553,0-4 0,0 2 0,0 1 0,0-2-413,0 8 0,0-1 1,0 2 412,0-5 0,0 2 0,0 0 0,0-2 0,0 7 0,0-1 0,0 0 0,0-9 0,0 1 0,0-1 0,0 0 0,0 6 0,0-1 0,0 0 227,0 2 1,0 0 0,0 1-228,0-6 0,0 0 0,0 1 0,0-1 0,0 9 0,0 0 0,0-1 0,0 0 0,0 0 0,0-6 0,0-5 0,0-5 0,0 14 787,0-43-787,0 27 1426,0-27-1426,0 12 0,0-1 0,0-11 0,0 12 0,0-1 0,0 5 0,0 15 0,0-9 0,0-1 0,0 15 0,0-14 0,0-2 0,0 4 0,0 5 0,0-21 0,0 4 0,0-16 0,0 0 0</inkml:trace>
  <inkml:trace contextRef="#ctx0" brushRef="#br0" timeOffset="28606">2981 12823 24575,'35'0'0,"4"0"0,5 0 0,-12 0 0,1 0 0,3 0-820,5 0 1,2 0 0,3 0 0,-1 0 647,1 0 1,0 0 0,2 0 0,0 0-184,-4 1 1,2-1-1,0 1 1,0-1 0,-1-2 354,-1 0 0,-1 0 0,0-2 0,0 0 0,0 1 0,-2-1 0,0 0 0,0 0 0,0 0 0,-1 0-78,8 0 1,1-1-1,-2 1 1,-1-2 77,-7-2 0,-1-1 0,0 0 0,0 3-138,1 4 0,1 2 0,-1 1 0,0-4 138,9-6 0,-2-4 0,1 4 0,-5 6 0,-1 3 0,1-1 0,1-4 0,0-1 0,0 1 0,-1 5 0,-1 1 0,0-2 0,3-3 0,0-2 0,1 1 82,-7 3 0,2 3 0,-1-2 1,1-1-83,0-5 0,0-2 0,0 0 0,1 2 0,2 5 0,2 1 0,-1 2 0,0-3 0,-1-1 0,-1-2 0,0 1 0,0 1 0,-3 2 0,0 1 0,0 0 0,2 1 0,1-1 0,2 0 0,0 0 0,-1 0 0,-4 0 0,4 0 0,-3 0 0,3 0 0,1 0 0,5 0 0,-3 0 0,-5 0 1058,-3 0 1,-2 0-1059,3 0 0,2 0 0,-3 0 0,-6 1 0,-1-2 889,13-7 1,2 0-890,-11 6 0,-2 0 359,1-6 1,-1 1-360,1 6 0,3 2 0,12-1 0,0 0 0,-18 0 0,0 0 0,5 0 0,4 0 0,2 0 0,-5 0 0,2 0 0,0 0 0,-1 0 0,2-1 0,0 1 0,1 1 94,2 1 0,2 2 0,1 0 1,-3 1-95,-1 1 0,-1 0 0,-1 2 0,4 3 0,0 2 0,1-2 0,2-3 0,1-2 0,-2 0 0,-3 0 0,-2-1 0,1-1-174,-1-3 0,0-1 1,-2-1 173,-3 1 0,-1 0 0,0 0 0,0 0 0,1 0 0,-1 0 0,3 0 0,0 0 0,0 0 0,-2 0 0,-1 0 0,2 0 0,5 0 0,2-1 0,-1 2 0,-6 4 0,-2 1 0,3-1 0,6-3 0,2-2 0,1 2 0,-8 1 0,0 2 0,1 0 0,-1-2 0,6-2 0,-1-2 0,0 1 0,0 0 0,0 0 0,-3 0 0,4 0 0,-5 0 0,7 0 0,-21 0 0,-1 0 0,10 0 0,0 0 1240,-15 0-1240,11 0 556,-11 0-556,15 0 0,-4 0 0,5 0 0,1 0 0,5 0 0,0 0 0,2 0 0,0 0 0,1 0-207,-6 0 1,2 0 0,-2 0-1,-1 0 207,2 0 0,-2 0 0,-2 0 0,10 0 0,-4 0 0,-9-2 0,-3 4 0,5 13 0,-19-11 0,-16 12 0,0-16 0,0 0 0</inkml:trace>
  <inkml:trace contextRef="#ctx0" brushRef="#br0" timeOffset="34941">8661 14923 24575,'25'0'0,"1"0"0,0 0 0,3 0 0,13 0 0,2 0 0,-11 0 0,0 0 0,10 0 0,-1 0 0,-11 0 0,0 0 0,12 1 0,1-2 0,-8-7 0,2 0 0,-5 6 0,2 2 0,-1-2 0,11-6 0,0 0 0,-10 7 0,0 2 0,1-1 0,-1 0 0,1 0 0,-1 0 0,0 0 0,1 0 0,-1 0 0,14 0 0,0 0 0,-5 1 0,0-2 0,3-6 0,0-1 0,-9 6 0,-2 0 0,0-6 0,-1 0 0,-1 7 0,-1 2 0,-6-1 0,0 0 0,9 0 0,-1 0 0,-7 0 0,-1 0 0,-1 0 0,-1 0 0,10 0 0,0 0 0,-15 0 0,11 0 0,-11 0 0,15 0 0,1 0 0,-1 0 0,0 0 0,8 0 0,-6 0 0,7 0 0,-9 0 0,-10 0 0,1 0 0,13 0 0,-4 0 0,-3 0 0,-28 0 0,11 0 0,-15 0 0,0 0 0,0 0 0</inkml:trace>
  <inkml:trace contextRef="#ctx0" brushRef="#br0" timeOffset="42877">8555 16792 24575,'43'0'0,"0"0"0,-4 0 0,2 0 0,1 0 0,2 0 0,2 0 0,1 0-688,-8 0 0,1 0 0,0 0 0,0 0 688,10 0 0,-1 0 0,1 0 0,-3 0 0,-1 0 0,2 0 0,-10 0 0,1 0 0,1 0 0,-1 0 0,1 1 0,0-1 0,1 0 0,-1-1 0,2-2 0,0-1 0,0-1 0,1 2 0,0 2 0,1 2 0,0-2 0,-1-2 0,0-7 0,-1-4 0,0 1 0,0 3 0,-2 6 0,1 4 0,-1-1 0,-1-2 0,10-10 0,-2-2 0,-2 4 256,-8 8 0,-2 4 0,-1-1-256,11-4 0,-3 0 238,-5 5 1,-4-2-239,6-15 0,0 12 0,-37-12 1420,22 16-1420,-20 0 87,12 0-87,-16 0 0,15 0 0,-11 0 0,43 16 0,-8-12 0,-5 8 0,3 0 0,-1-12 0,-1 2 0,-7 9 0,-2 1 0,2-11 0,-5 2 0,-3 28 0,-4-27 0,-16 12 0,0-16 0,0 0 0,0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2T20:14:52.4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2840 6826 24575,'19'0'0,"13"0"0,-13 0 0,5 0 0,3 0 0,0 0 0,1 0 0,7 1 0,1-2 0,0-6 0,-2-1 0,-6 6 0,-1 0 0,3-6 0,-1 0 0,-3 7 0,1 2 0,4-1 0,1 0 0,-5 0 0,1 0 0,-2 0 0,-1 0 0,10 0 0,0 0 0,0 0 0,1 0 0,-17 0 0,13 0 0,-13 0 0,16 0 0,1 0 0,-1 0 0,0 0 0,1 0 0,-1 0 0,0 0 0,0 0 0,1 0 0,-11 0 0,1 0 0,13 0 0,-14 0 0,1 0 0,9 0 0,8 0 0,-6 0 0,7 0 0,-9 0 0,0 0 0,-15 0 0,11 0 0,-11 0 0,-1 0 0,13 0 0,-28 0 0,27 0 0,-27 0 0,27 0 0,-11 0 0,-1 0 0,13 0 0,-13 0 0,17 0 0,-1 16 0,0-12 0,0 11 0,-15-15 0,-4 0 0,-1 0 0,-11 0 0,12 0 0,0 0 0,3 0 0,7-1 0,-1 2 0,-1 15 0,23-12 0,-28 12 0,17-1 0,-1-11 0,-8 12 0,-9-16 0,6 0 0,-5 0 0,16 0 0,-15 0 0,11 0 0,-11 0 0,15 0 0,1 0 0,-17 15 0,12-11 0,-11 12 0,15-16 0,-9 0 0,-1 0 0,14 0 0,-5 0 0,-1 0 0,6 0 0,-13 0 0,-1 0 0,11 0 0,-1 0 0,0 0 0,0 16 0,1-12 0,-1 11 0,0-15 0,-9 0 0,-1 0 0,7 0 0,17 0 0,-22 0 0,8 0 0,1 0 0,-17 0 0,-3 16 0,-1-12 0,-11 12 0,12-16 0,-16 0 0,0 15 0,0-11 0,0 12 0,0-16 0</inkml:trace>
  <inkml:trace contextRef="#ctx0" brushRef="#br0" timeOffset="42283">3052 10178 24575,'35'0'0,"-11"0"0,3 0 0,7 0 0,2 0 0,-3 0 0,1 0 0,8-8 0,0 0 0,-10 6 0,-1 0 0,4-6 0,1 0 0,-1 8 0,0 0 0,0-7 0,1-1 0,-1 6 0,0 0 0,-7-6 0,-1 0 0,7 8 0,-1 0 0,6-16 0,-6 14 0,1 0 0,5-13 0,-6 13 0,0 4 0,7-2 0,-7 0 0,0 0 0,6 0 0,4 0 0,6 0 0,-17 0 0,1-8 0,0 0 0,7 4 0,-15-4 0,1 1 0,9 7 0,0 0 0,0 0 0,1 0 0,-17 0 0,13 0 0,-28 0 0,27 0 0,4 0 0,4 0 0,-13 0 0,-1 0 0,11 0 0,-11 0 0,1 0 0,13 0 0,-7 0 0,2 0 0,-6 0 0,-1 0 0,5 0 0,-1 0 0,-4-1 0,-1 2 0,4 6 0,-1 1 0,10-4 0,-6 12 0,1-1 0,-7-12 0,1-2 0,-1 8 0,0-2 0,-1-6 0,-1-2 0,11 1 0,-1 0 0,0 0 0,-10 0 0,1 0 0,13 0 0,-12 0 0,-3 0 0,-4 0 0,11 0 0,-11 0 0,15 0 0,0 0 0,-9 0 0,-1 0 0,15 0 0,-8 0 0,2 0 0,13 0 0,-21 0 0,1 0 0,3 0 0,-1 0 0,10 0 0,-14 8 0,1 0 0,0-6 0,-1 0 0,14 13 0,-14-14 0,1-2 0,0 1 0,-1 0 0,14 0 0,-14 8 0,1 0 0,0-6 0,-1 0 0,14 14 0,-14-15 0,1-2 0,0 1 0,-1 0 0,15 0 0,-8 0 0,2 0 0,-6 0 0,-1 0 0,5 0 0,-1 0 0,-5 0 0,1 0 0,2 0 0,1 0 0,5 0 0,0 0 0,-5 0 0,-1 0 0,4 0 0,1 0 0,-8 0 0,-2 0 0,16 0 0,-15 0 0,1 0 0,9 0 0,0 0 0,0 0 0,1 0 0,-17 0 0,13 0 0,-13 0 0,17 0 0,-11 0 0,1 0 0,13 0 0,-14 0 0,1 0 0,9 0 0,0 0 0,1 0 0,-9 0 0,-9 0 0,-11 0 0,-7 0 0,16 0 0,-12 0 0,12 0 0,-1 0 0,-11 0 0,12 15 0,-16-11 0,0 12 0,0-16 0</inkml:trace>
  <inkml:trace contextRef="#ctx0" brushRef="#br0" timeOffset="51832">3316 10777 24575,'0'26'0,"0"-1"0,0 12 0,0 5 0,0-3 0,0 3 0,0 0-990,0 3 1,0 0-1,0 2 990,0-5 0,0 1 0,0 1 0,0 0 0,0 0 0,0 0 0,0 1 0,0-2 0,0-1 0,0-2 0,0 1 0,0 1 0,0 3 0,0 1 0,0-1 0,0-1 0,0 5 0,0-2 0,0 0 0,0 3 0,0 0 0,0-1 67,0-6 1,1-2 0,-2 1-68,-1 3 0,-1 1 0,0 0 0,2-4 0,1 0 0,-1-1 0,-1 1 0,0 0 0,-2 0 0,-1 1 0,-1 1 0,2-2 0,2 5 0,0-2 327,-6 4 0,0-4-327,8-16 0,0-3 0,0 9 0,0-3 1496,0-28-1496,0 11 616,0-15-616,16 16 0,-12-12 0,19 12 0,11-1 0,-12-5 0,3 0 0,15 7 0,6 1 0,-7-6 0,2 0 0,0-1-385,1 1 1,1 0-1,2 0 385,-4-3 0,3 0 0,0-1 0,-1 1-449,-2 0 1,-2 0-1,1 0 1,1-1 448,4 2 0,1-1 0,1 0 0,-1-1 0,-1-3 0,-1 0 0,1-1 0,0 1 0,0 3 0,1 1 0,0-1 0,1-1 0,1-5 0,0-3 0,0 1 0,0 2 0,-2 5 0,-1 2 0,0 0 0,-1-2 0,-1-5 0,-1-1 0,0-2 0,0 3-207,-3 1 0,1 2 1,-2-1-1,0-1 207,2-2 0,-2-1 0,1-1-95,2 1 0,0 0 0,-1 0 95,6 0 0,-2 0 490,0 0 0,-2 0-490,-7 0 0,1 0 0,7 0 0,0 0 890,-6 0 0,0 0-890,10 0 0,0 0 0,-3 0 0,1 0 0,4 1 0,0-2 0,-5-6 0,2-1 0,-12 6 0,1 2 0,-2-2 0,4-6 0,0 0 0,-4 7 0,1 3 0,1-3 138,0-3 0,0-3 1,1 2-139,0 4 0,0 0 0,2 0 0,4-4 0,1-1 0,1 1-326,2-1 1,1 0 0,-1 2 325,0 3 0,-1 1 0,1-3 0,-7-3 0,1-2 0,-1-1 0,0 1 0,9 1 0,-2 2 0,1-3 0,1-3 0,-1-2 0,-1 2 0,-3 4 0,-2 1 0,1-1-198,1-3 1,1-1 0,-2 1 197,-5 3 0,-2 2 0,1-3 0,2-2 0,0-2 0,0-1 0,-3 2 0,0 0 0,0-2 0,1-3 0,-2-1 0,2-1 0,4 0 0,1 0 0,0-1 0,-5 1 0,0 0 0,1-1 0,-3 3 0,1-2 0,0 1 0,-1 2 0,3-1 0,0 1 0,-2-1 0,-1-7 0,-2-1 0,0 2 0,2 5 0,1 3 0,-4-2-84,3-10 0,-1 1 84,0 12 0,2 2 0,-1 0 0,4-7 0,-2 0 244,8 1 0,-1-1-244,-15 0 0,-2 1 648,1 6 1,-3 2-649,12-6 645,-17 15-645,-3 0 191,-16-16-191,-16 12 0,7-16 0,-1-7 0,-6 1 0,-4-3 0,-1-3 0,-2-3 0,1-4-622,7 3 1,1-4 0,1 0-1,-4-1 622,-1 7 0,-3 1 0,-1-1 0,0-1 0,3-1 0,2-4 0,3-3 0,0 0 0,0 1 0,-1 0 0,-2 4 0,-1-1 0,0 2 0,0 0 0,2 0 0,1-4 0,1 0 0,1 1 0,1 1-68,-4-3 1,1 1-1,2 3 68,3-7 0,3 4 0,2 12 0,2 3 0,2 0 0,2 1 0,-1-10 0,-16-1 2458,12 1-2458,-11-8 115,14 17 1,2-1-116,-1-4 0,0-1 0,0-3 0,0 0 0,0-1 0,0 1 0,1 6 0,-2 3 0,-15-9 0,12 4 0,-12 27 0,16-12 0,0 16 0,0-16 0,-15-3 0,11-17 0,-12 1 0,16 0 0,-16 15 0,12-11 0,-11 27 0,-1-12 0,-3 1 0,-17 11 0,1-12 0,10 7 0,-1 2 0,-13 3 0,13-4 0,1 1 0,-10 7 0,15 0 0,4 0 0,1 0 0,-5 0 0,-15 0 0,10-1 0,-1 2 0,-1 6 0,-1 1 0,-15 2 0,0 0 0,13 0 0,1 0 0,-13-1 0,2-3 0,0-6 0,-3 0 0,10 0 0,6 0 0,-9 0 0,1 0 0,0 0 0,9 0 0,1 0 0,-14 0 0,13 0 0,1 0 0,-1 0 0,1 0 0,-15 0 0,15 0 0,-1 0 0,-9 0 0,0 0 0,0 0 0,-1 0 0,11-1 0,-1 2 0,-13 15 0,6-14 0,0 0 0,-7 14 0,8-15 0,-2-2 0,-13 1 0,13 0 0,-1 0 0,-4 0 0,0 0 0,2 0 0,-1 0 0,5 0 0,-2 0 0,1 0 0,-3 0 0,0 0 0,-6 0 0,0 0 0,7 0 0,1 0 0,0 0 0,-1 0 0,1 0 0,0 0 0,0 0 0,-1 0 0,1 0 0,0 0 0,0 0 0,-1 0 0,-3 0 0,0 0 0,3 0 0,-1 0 0,-10-8 0,0 0 0,10 7 0,0-2 0,-6-13 0,0 1 0,-1 13 0,1 0 0,6-14 0,0 0 0,-6 14 0,0 0 0,7-13 0,1-1 0,0 13 0,0 2 0,-1-7 0,1 0 0,-1 8 0,1 0 0,3 0 0,2 0 0,3 1 0,1-2 0,-4-6 0,1-1 0,-10 4 0,5-12 0,1 1 0,-6 11 0,6-12 0,-1 0 0,7 14 0,-1 0 0,-7-13 0,0-1 0,7 13 0,1 2 0,-7-7 0,1 0 0,-6 8 0,14 0 0,-1 0 0,-9 0 0,0 0 0,-1 0 0,17 0 0,3 0 0,0 0 0,12 0 0,-27 0 0,-4 0 0,-12 16 0,12-15 0,1 2 0,10 12 0,1 1 0,-3-5 0,1-2 0,-10 11 0,15 11 0,-11-27 0,27 11 0,-12-15 0,16 0 0,-15 0 0,-5 16 0,-4-6 0,-3 0 0,0-1 0,-1 1 0,-6 6 0,-2 0 0,0-6 0,1-1 0,7 1 0,1 0 0,0-1 0,3-2 0,5-7 0,3 0 0,0 15 0,-19-11 0,9 10 0,-3 4 0,-9-1 0,-2 1 0,3 1 0,1 1 0,4-2 0,2-1 0,2 1 0,5-4 0,3-10 0,4 11 0,32-15 0,-12 0 0,12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BC33E-6421-001F-2552-FBAF73D1A7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ED2ED8-A083-8F2A-3C66-403F7DC558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25B92-BFEF-D62C-A5DA-8674CC528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48C5D5-2684-319E-E749-27B1743AC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062AA2-6E1F-B68B-3150-B61888C6B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47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CD87-76C7-FA9E-02B7-3F3C1DBC2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6808E-2A80-1C91-48C0-B79E8F291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06ADC8-458C-A579-07AA-936EA9505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422EF-184C-16F1-E414-B616182F6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0147E2-3C5A-631B-D342-6895C6254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296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EA0C2-FFE6-0288-4BE9-7F6C466C7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9FB25-0E6F-9B2E-F8A9-79AFE2892D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57A592-D52F-B6C3-F6A8-416192C50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11D570-B5F1-B133-018E-35216E739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D6505-E94B-0C65-7040-B917FAB49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59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81009-61EB-6DEE-F8B4-DCF27F2C7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712E4-0D21-5648-62D7-CBB444C91F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23169C-121C-B425-6209-E0BE1605B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C6878C-47C2-6E60-0672-9A89B23F1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1E3C7B-147F-809F-61C9-C0DB96AA3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8E4512-7284-EBAE-9691-2926A90A0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335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E75A1-8D74-A241-91DE-8A624AEF1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A351D9-4BCA-4069-1AFB-FA7E1708CD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412C2-4DF9-EDE2-0E9C-1148DDF23A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220E72-3299-6375-909F-DDD8186D95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667C14-5244-94F0-C9E8-639D1DAB24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6A688D-30E8-90FD-6CB4-BC25BD0B4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E055B7-119E-E057-5F1C-1EE11C126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E9155D-B0B9-8208-0A01-9480B9A56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705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2E1FD-A2FC-81FA-C453-C227FA7A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18D583-2377-3E13-AA19-AA3AC8835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C1B43F-48F2-B756-FA35-877D22695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EE54B9-6D8A-0E90-BD4F-409E9C125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113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B19D86-8E20-CD77-1F80-5651F9AD6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CFE015-D9E2-4DFF-1464-11881C1C6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120D0-097C-24AA-0161-A3AFB0E1B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722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06188-E448-A378-3AC0-2F067057B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C432D-A4AB-1FF7-5D58-E3886C916F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27735-57B3-7D20-790B-4611A43C91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8AC7E7-AA54-BF34-682B-7519C4BEB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283AE-DB60-D141-7E8C-6457CF1CF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358A39-A42E-E492-C19F-89D2F110D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238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5BC11-3AC6-9190-2648-7B1C97640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428340-EE3A-8C86-0703-D830078D55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5362A5-FC07-F961-0AC7-6705DE9E63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41C3B8-4F51-01DE-430F-63C4B2CE7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14129B-A642-B29F-647C-E4F70D0B6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DA4C7D-3B1E-CF9B-6ACC-72EE5B06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824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36E3F-7B29-B605-8FC4-02CD600B1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50EEF1-D245-9C75-3D2B-CFDEF53228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AB5F2-5ABD-A762-0078-9A426E9AF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884CE-AC4E-4BAC-D040-D008F301C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B9613B-67D6-7C5E-C635-819F01C90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897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AC8768-883D-DA07-6DE0-9F3209A02B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F65955-971F-7191-C3BA-F66519D5A2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328BE7-C91A-BEA1-6324-2B9B787C4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FD6B9-5BDF-22C6-5119-DFC1DBC9C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18872-35A8-9E25-1626-D4D440484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420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3A8239-DA68-EC19-D151-9A0867843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4E265B-06CC-F360-F6E0-DEE840D10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75655-A024-82FE-A710-7FBA3F09B1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B3F0-1EE5-4D45-9882-6059E7C6D02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BD266-8302-9CC8-B5FE-887D44F142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BE9A6-8B2E-C1B8-530A-D05A84B7C1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353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A3A52-9C4F-676A-549D-DDD6E2B61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5107A4-06A5-9E02-14AC-D090833681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Chp</a:t>
            </a:r>
            <a:r>
              <a:rPr lang="en-US" dirty="0"/>
              <a:t> 11.1, 11.2, 11.3 of textbook</a:t>
            </a:r>
          </a:p>
        </p:txBody>
      </p:sp>
    </p:spTree>
    <p:extLst>
      <p:ext uri="{BB962C8B-B14F-4D97-AF65-F5344CB8AC3E}">
        <p14:creationId xmlns:p14="http://schemas.microsoft.com/office/powerpoint/2010/main" val="3913951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E20EE-AE82-843D-CF1A-7293AA07E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AA14A-0A73-A031-2FCF-8946584D6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Simple but slow: insertion sort</a:t>
            </a:r>
          </a:p>
          <a:p>
            <a:r>
              <a:rPr lang="en-CA" dirty="0"/>
              <a:t>Clever and fast: heap sort</a:t>
            </a:r>
          </a:p>
          <a:p>
            <a:r>
              <a:rPr lang="en-CA" dirty="0"/>
              <a:t>Divide-and-conquer for sorting</a:t>
            </a:r>
          </a:p>
          <a:p>
            <a:r>
              <a:rPr lang="en-CA" dirty="0" err="1"/>
              <a:t>Mergesort</a:t>
            </a:r>
            <a:endParaRPr lang="en-CA" dirty="0"/>
          </a:p>
          <a:p>
            <a:r>
              <a:rPr lang="en-CA" dirty="0"/>
              <a:t>Quicksort</a:t>
            </a:r>
          </a:p>
          <a:p>
            <a:r>
              <a:rPr lang="en-CA" dirty="0"/>
              <a:t>Lower bounds for sorting</a:t>
            </a:r>
          </a:p>
          <a:p>
            <a:r>
              <a:rPr lang="en-CA" dirty="0"/>
              <a:t>Bucket sort and radix sort</a:t>
            </a:r>
          </a:p>
          <a:p>
            <a:endParaRPr lang="en-CA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742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BDBE3-E9D2-AA76-23FE-471857484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DD939-2C37-032A-41BD-4BD139CC4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Sorting</a:t>
            </a:r>
            <a:r>
              <a:rPr lang="en-US" dirty="0"/>
              <a:t> is the problem of permutation a list of number (or strings, or values that can be ordered) from smallest to biggest.</a:t>
            </a:r>
          </a:p>
          <a:p>
            <a:r>
              <a:rPr lang="en-US" b="1" dirty="0"/>
              <a:t>Sorted</a:t>
            </a:r>
            <a:r>
              <a:rPr lang="en-US" dirty="0"/>
              <a:t>: {}, {4}, {4, 9}, {3, 3, 3, 3}, {-2, 0, 5, 10, 14}, …</a:t>
            </a:r>
          </a:p>
          <a:p>
            <a:r>
              <a:rPr lang="en-US" b="1" dirty="0"/>
              <a:t>Unsorted</a:t>
            </a:r>
            <a:r>
              <a:rPr lang="en-US" dirty="0"/>
              <a:t>: {9, 4}, {1, 2, 3, 4, 0, 5}, 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practice, sorted data is </a:t>
            </a:r>
            <a:r>
              <a:rPr lang="en-US" b="1" dirty="0"/>
              <a:t>very</a:t>
            </a:r>
            <a:r>
              <a:rPr lang="en-US" dirty="0"/>
              <a:t> useful:</a:t>
            </a:r>
          </a:p>
          <a:p>
            <a:r>
              <a:rPr lang="en-US" dirty="0"/>
              <a:t>Binary search runs on it</a:t>
            </a:r>
          </a:p>
          <a:p>
            <a:r>
              <a:rPr lang="en-US" dirty="0"/>
              <a:t>Helps detect duplicates, make groups</a:t>
            </a:r>
          </a:p>
          <a:p>
            <a:r>
              <a:rPr lang="en-US" dirty="0"/>
              <a:t>Building blocks for other algorithms</a:t>
            </a:r>
          </a:p>
          <a:p>
            <a:r>
              <a:rPr lang="en-US" dirty="0"/>
              <a:t>Humans like things in sorted order</a:t>
            </a:r>
          </a:p>
          <a:p>
            <a:r>
              <a:rPr lang="en-US" dirty="0"/>
              <a:t>Databases, computer graphics, networking, …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213BB1-2493-4A19-7BC3-440528639154}"/>
              </a:ext>
            </a:extLst>
          </p:cNvPr>
          <p:cNvSpPr txBox="1"/>
          <p:nvPr/>
        </p:nvSpPr>
        <p:spPr>
          <a:xfrm>
            <a:off x="8638118" y="3223755"/>
            <a:ext cx="293412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we say </a:t>
            </a:r>
            <a:r>
              <a:rPr lang="en-US" b="1" dirty="0"/>
              <a:t>sorted order</a:t>
            </a:r>
            <a:r>
              <a:rPr lang="en-US" dirty="0"/>
              <a:t>, we always mean arranged from smallest to biggest.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DC2E3E-67CA-EA3C-7607-9588E4C5844F}"/>
              </a:ext>
            </a:extLst>
          </p:cNvPr>
          <p:cNvSpPr txBox="1"/>
          <p:nvPr/>
        </p:nvSpPr>
        <p:spPr>
          <a:xfrm>
            <a:off x="8524124" y="4531716"/>
            <a:ext cx="3162108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the values are ordered from biggest to smallest, they are in </a:t>
            </a:r>
            <a:r>
              <a:rPr lang="en-US" b="1" dirty="0"/>
              <a:t>reverse sorted order</a:t>
            </a:r>
            <a:r>
              <a:rPr lang="en-US" dirty="0"/>
              <a:t>. We will </a:t>
            </a:r>
            <a:r>
              <a:rPr lang="en-US" i="1" dirty="0"/>
              <a:t>always</a:t>
            </a:r>
            <a:r>
              <a:rPr lang="en-US" dirty="0"/>
              <a:t> explicitly say if we mean reverse sorted order.</a:t>
            </a:r>
          </a:p>
        </p:txBody>
      </p:sp>
    </p:spTree>
    <p:extLst>
      <p:ext uri="{BB962C8B-B14F-4D97-AF65-F5344CB8AC3E}">
        <p14:creationId xmlns:p14="http://schemas.microsoft.com/office/powerpoint/2010/main" val="3806433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AFDC1-3114-729C-FB8B-93E2E6C0A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Sorting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CD6EAB-8659-A93A-BD43-54D24368D8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7865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Insertion sort </a:t>
                </a:r>
                <a:r>
                  <a:rPr lang="en-US" dirty="0"/>
                  <a:t>is a well-know “simple” sorting algorithm. To sort array </a:t>
                </a:r>
                <a:r>
                  <a:rPr lang="en-US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arr</a:t>
                </a:r>
                <a:r>
                  <a:rPr lang="en-US" dirty="0"/>
                  <a:t>, do the following: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Pick the next unsorted element 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  <a:r>
                  <a:rPr lang="en-US" dirty="0"/>
                  <a:t> from </a:t>
                </a:r>
                <a:r>
                  <a:rPr lang="en-US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arr</a:t>
                </a:r>
                <a:r>
                  <a:rPr lang="en-US" dirty="0">
                    <a:cs typeface="Consolas" panose="020B0609020204030204" pitchFamily="49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Consolas" panose="020B0609020204030204" pitchFamily="49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Consolas" panose="020B0609020204030204" pitchFamily="49" charset="0"/>
                      </a:rPr>
                      <m:t>(1)</m:t>
                    </m:r>
                  </m:oMath>
                </a14:m>
                <a:r>
                  <a:rPr lang="en-US" dirty="0">
                    <a:cs typeface="Consolas" panose="020B0609020204030204" pitchFamily="49" charset="0"/>
                  </a:rPr>
                  <a:t> time)</a:t>
                </a: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Insert 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  <a:r>
                  <a:rPr lang="en-US" dirty="0"/>
                  <a:t> into position in the sorted part of </a:t>
                </a:r>
                <a:r>
                  <a:rPr lang="en-US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arr</a:t>
                </a:r>
                <a:r>
                  <a:rPr lang="en-US" dirty="0">
                    <a:cs typeface="Consolas" panose="020B0609020204030204" pitchFamily="49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cs typeface="Consolas" panose="020B0609020204030204" pitchFamily="49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  <a:cs typeface="Consolas" panose="020B0609020204030204" pitchFamily="49" charset="0"/>
                      </a:rPr>
                      <m:t>(</m:t>
                    </m:r>
                    <m:r>
                      <a:rPr lang="en-CA" b="0" i="1" dirty="0" smtClean="0">
                        <a:latin typeface="Cambria Math" panose="02040503050406030204" pitchFamily="18" charset="0"/>
                        <a:cs typeface="Consolas" panose="020B0609020204030204" pitchFamily="49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  <a:cs typeface="Consolas" panose="020B0609020204030204" pitchFamily="49" charset="0"/>
                      </a:rPr>
                      <m:t>)</m:t>
                    </m:r>
                  </m:oMath>
                </a14:m>
                <a:r>
                  <a:rPr lang="en-US" dirty="0">
                    <a:cs typeface="Consolas" panose="020B0609020204030204" pitchFamily="49" charset="0"/>
                  </a:rPr>
                  <a:t> time)</a:t>
                </a: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Stop if all elements sorted. Otherwise go to step 1.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CD6EAB-8659-A93A-BD43-54D24368D8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786568"/>
              </a:xfrm>
              <a:blipFill>
                <a:blip r:embed="rId2"/>
                <a:stretch>
                  <a:fillRect l="-1206" t="-36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853FBAF-A0EB-A3B6-AC5F-D2D7B3173D9D}"/>
              </a:ext>
            </a:extLst>
          </p:cNvPr>
          <p:cNvSpPr/>
          <p:nvPr/>
        </p:nvSpPr>
        <p:spPr>
          <a:xfrm>
            <a:off x="1105318" y="5144756"/>
            <a:ext cx="2180493" cy="6732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01B31A4-E32D-23F2-27FC-22FB143A34FA}"/>
              </a:ext>
            </a:extLst>
          </p:cNvPr>
          <p:cNvSpPr/>
          <p:nvPr/>
        </p:nvSpPr>
        <p:spPr>
          <a:xfrm>
            <a:off x="3285811" y="5144756"/>
            <a:ext cx="4381080" cy="6732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E6D642-9832-012A-A75E-4E5B741B2B90}"/>
              </a:ext>
            </a:extLst>
          </p:cNvPr>
          <p:cNvSpPr/>
          <p:nvPr/>
        </p:nvSpPr>
        <p:spPr>
          <a:xfrm>
            <a:off x="3285811" y="5144756"/>
            <a:ext cx="410308" cy="6732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10FEBEAA-A27A-015F-15CF-F184F5F18392}"/>
              </a:ext>
            </a:extLst>
          </p:cNvPr>
          <p:cNvSpPr/>
          <p:nvPr/>
        </p:nvSpPr>
        <p:spPr>
          <a:xfrm rot="16200000">
            <a:off x="1994598" y="5059345"/>
            <a:ext cx="401934" cy="218049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CDC37316-ADDC-7CF4-4F6E-77B7899621D6}"/>
              </a:ext>
            </a:extLst>
          </p:cNvPr>
          <p:cNvSpPr/>
          <p:nvPr/>
        </p:nvSpPr>
        <p:spPr>
          <a:xfrm rot="16200000">
            <a:off x="5285430" y="3959052"/>
            <a:ext cx="401934" cy="438108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F141FA-BE38-30FF-FD1C-9F58E976074E}"/>
              </a:ext>
            </a:extLst>
          </p:cNvPr>
          <p:cNvSpPr txBox="1"/>
          <p:nvPr/>
        </p:nvSpPr>
        <p:spPr>
          <a:xfrm>
            <a:off x="1537398" y="6418440"/>
            <a:ext cx="1295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Sorted part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753AD-A4CC-85B2-71B7-2CF0DCBD7922}"/>
              </a:ext>
            </a:extLst>
          </p:cNvPr>
          <p:cNvSpPr txBox="1"/>
          <p:nvPr/>
        </p:nvSpPr>
        <p:spPr>
          <a:xfrm>
            <a:off x="4838399" y="6418440"/>
            <a:ext cx="1562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Unsorted part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843A808-4C44-B2A6-1D03-68B3CBFEC5DB}"/>
              </a:ext>
            </a:extLst>
          </p:cNvPr>
          <p:cNvSpPr/>
          <p:nvPr/>
        </p:nvSpPr>
        <p:spPr>
          <a:xfrm>
            <a:off x="2003809" y="4531779"/>
            <a:ext cx="1487156" cy="612977"/>
          </a:xfrm>
          <a:custGeom>
            <a:avLst/>
            <a:gdLst>
              <a:gd name="csX0" fmla="*/ 1487156 w 1487156"/>
              <a:gd name="csY0" fmla="*/ 592880 h 612977"/>
              <a:gd name="csX1" fmla="*/ 592852 w 1487156"/>
              <a:gd name="csY1" fmla="*/ 27 h 612977"/>
              <a:gd name="csX2" fmla="*/ 0 w 1487156"/>
              <a:gd name="csY2" fmla="*/ 612977 h 6129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87156" h="612977">
                <a:moveTo>
                  <a:pt x="1487156" y="592880"/>
                </a:moveTo>
                <a:cubicBezTo>
                  <a:pt x="1163933" y="294778"/>
                  <a:pt x="840711" y="-3323"/>
                  <a:pt x="592852" y="27"/>
                </a:cubicBezTo>
                <a:cubicBezTo>
                  <a:pt x="344993" y="3377"/>
                  <a:pt x="172496" y="308177"/>
                  <a:pt x="0" y="612977"/>
                </a:cubicBezTo>
              </a:path>
            </a:pathLst>
          </a:custGeom>
          <a:noFill/>
          <a:ln>
            <a:solidFill>
              <a:srgbClr val="FF0000"/>
            </a:solidFill>
            <a:headEnd w="lg" len="med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18A5DB-52C9-140A-305B-AABC71F73A62}"/>
                  </a:ext>
                </a:extLst>
              </p:cNvPr>
              <p:cNvSpPr txBox="1"/>
              <p:nvPr/>
            </p:nvSpPr>
            <p:spPr>
              <a:xfrm>
                <a:off x="8715272" y="4431296"/>
                <a:ext cx="2934120" cy="175432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Insertion sort has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CA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worst-case running time </a:t>
                </a:r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must be inserted at an average of worst-case cost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each insertion.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18A5DB-52C9-140A-305B-AABC71F73A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5272" y="4431296"/>
                <a:ext cx="2934120" cy="1754326"/>
              </a:xfrm>
              <a:prstGeom prst="rect">
                <a:avLst/>
              </a:prstGeom>
              <a:blipFill>
                <a:blip r:embed="rId3"/>
                <a:stretch>
                  <a:fillRect l="-862" t="-1429" r="-2155" b="-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9184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1B8F8-294D-3D05-0109-C1E9BAA44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Simple Sorts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EAE933-443C-15A0-E0DC-A9AE4BEE1E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Selection sort</a:t>
                </a:r>
                <a:r>
                  <a:rPr lang="en-US" dirty="0"/>
                  <a:t>: like insertion sort, but repeatedly append the min element of the unsorted part to the end of the sorted part</a:t>
                </a:r>
              </a:p>
              <a:p>
                <a:r>
                  <a:rPr lang="en-US" b="1" dirty="0"/>
                  <a:t>Bubble sort</a:t>
                </a:r>
                <a:r>
                  <a:rPr lang="en-US" dirty="0"/>
                  <a:t>: repeatedly scan through the array and swap adjacent elements that are out of order</a:t>
                </a:r>
              </a:p>
              <a:p>
                <a:r>
                  <a:rPr lang="en-US" dirty="0"/>
                  <a:t>These are also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CA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in the worst case</a:t>
                </a:r>
                <a:r>
                  <a:rPr lang="en-US" dirty="0"/>
                  <a:t>, so not much better than insertion sort</a:t>
                </a:r>
              </a:p>
              <a:p>
                <a:r>
                  <a:rPr lang="en-US" dirty="0"/>
                  <a:t>But as we will see, insertion sort one some specific arrays can be very fast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EAE933-443C-15A0-E0DC-A9AE4BEE1E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117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CAD0D-9E3E-56A2-0B5A-888CC01FE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F60CFC-6019-BC41-A7BF-E01AF92EF4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Recall that if you implement a </a:t>
                </a:r>
                <a:r>
                  <a:rPr lang="en-US" b="1" dirty="0"/>
                  <a:t>priority queue </a:t>
                </a:r>
                <a:r>
                  <a:rPr lang="en-US" dirty="0"/>
                  <a:t>with heaps you have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insert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/>
                  <a:t>removeMin</a:t>
                </a:r>
                <a:r>
                  <a:rPr lang="en-US" dirty="0"/>
                  <a:t> operations</a:t>
                </a:r>
              </a:p>
              <a:p>
                <a:r>
                  <a:rPr lang="en-US" dirty="0"/>
                  <a:t>Heap sort work likes this:</a:t>
                </a:r>
              </a:p>
              <a:p>
                <a:pPr lvl="1"/>
                <a:r>
                  <a:rPr lang="en-US" dirty="0"/>
                  <a:t>Insert all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into the priority queue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insertions at a worst-case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per insertion, so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running time</a:t>
                </a:r>
              </a:p>
              <a:p>
                <a:pPr lvl="1"/>
                <a:r>
                  <a:rPr lang="en-US" dirty="0"/>
                  <a:t>Repeatedly remove the min element from the priority queue and put back into the array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min removals at a worst-case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per removal, so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running time</a:t>
                </a:r>
              </a:p>
              <a:p>
                <a:r>
                  <a:rPr lang="en-US" dirty="0"/>
                  <a:t>Total worst-case running time for heap sort is: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Compared to insertion sort, the details of heap sort are more sophisticated, but the it is much faster sorting algorithm in general</a:t>
                </a:r>
              </a:p>
              <a:p>
                <a:pPr lvl="2"/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F60CFC-6019-BC41-A7BF-E01AF92EF4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198" r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959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F417D-DA04-852C-B7C0-C5BB95CFB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Divide-and-Conquer for 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6222D-23FE-0179-3D55-0AC6903D5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Idea</a:t>
            </a:r>
            <a:r>
              <a:rPr lang="en-US" dirty="0"/>
              <a:t>: to solve a big problem, divide it into small problems, solve the small problems, then combine those solutions to solve the big problem.</a:t>
            </a:r>
          </a:p>
          <a:p>
            <a:pPr marL="0" indent="0">
              <a:buNone/>
            </a:pPr>
            <a:r>
              <a:rPr lang="en-US" b="1" dirty="0"/>
              <a:t>Applying divide and conquer to sorting</a:t>
            </a:r>
            <a:r>
              <a:rPr lang="en-US" dirty="0"/>
              <a:t>:</a:t>
            </a:r>
          </a:p>
          <a:p>
            <a:r>
              <a:rPr lang="en-US" dirty="0"/>
              <a:t>Split the array into smaller arrays </a:t>
            </a:r>
          </a:p>
          <a:p>
            <a:r>
              <a:rPr lang="en-US" dirty="0"/>
              <a:t>Sort those smaller arrays</a:t>
            </a:r>
          </a:p>
          <a:p>
            <a:r>
              <a:rPr lang="en-US" dirty="0"/>
              <a:t>Re-combine the sorted arrays </a:t>
            </a:r>
          </a:p>
        </p:txBody>
      </p:sp>
    </p:spTree>
    <p:extLst>
      <p:ext uri="{BB962C8B-B14F-4D97-AF65-F5344CB8AC3E}">
        <p14:creationId xmlns:p14="http://schemas.microsoft.com/office/powerpoint/2010/main" val="829845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4681D-A92A-3F3F-D8D4-2FF3A52D2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Mergesort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D09BA-AF3A-FF77-D615-8B8240043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CA" dirty="0"/>
              <a:t>function </a:t>
            </a:r>
            <a:r>
              <a:rPr lang="en-CA" dirty="0" err="1"/>
              <a:t>mergeSort</a:t>
            </a:r>
            <a:r>
              <a:rPr lang="en-CA" dirty="0"/>
              <a:t>(A):</a:t>
            </a:r>
          </a:p>
          <a:p>
            <a:pPr marL="0" indent="0">
              <a:buNone/>
            </a:pPr>
            <a:r>
              <a:rPr lang="en-CA" dirty="0"/>
              <a:t>    n = </a:t>
            </a:r>
            <a:r>
              <a:rPr lang="en-CA" dirty="0" err="1"/>
              <a:t>A.size</a:t>
            </a:r>
            <a:r>
              <a:rPr lang="en-CA" dirty="0"/>
              <a:t>()</a:t>
            </a:r>
          </a:p>
          <a:p>
            <a:pPr marL="0" indent="0">
              <a:buNone/>
            </a:pPr>
            <a:r>
              <a:rPr lang="en-CA" dirty="0"/>
              <a:t>    if n &lt;= 1:</a:t>
            </a:r>
          </a:p>
          <a:p>
            <a:pPr marL="0" indent="0">
              <a:buNone/>
            </a:pPr>
            <a:r>
              <a:rPr lang="en-CA" dirty="0"/>
              <a:t>        return A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    mid = n / 2</a:t>
            </a:r>
          </a:p>
          <a:p>
            <a:pPr marL="0" indent="0">
              <a:buNone/>
            </a:pPr>
            <a:r>
              <a:rPr lang="en-CA" dirty="0"/>
              <a:t>    left = A[0 .. mid-1]</a:t>
            </a:r>
          </a:p>
          <a:p>
            <a:pPr marL="0" indent="0">
              <a:buNone/>
            </a:pPr>
            <a:r>
              <a:rPr lang="en-CA" dirty="0"/>
              <a:t>    right = A[mid .. n-1]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    return merge(</a:t>
            </a:r>
            <a:r>
              <a:rPr lang="en-CA" dirty="0" err="1"/>
              <a:t>mergeSort</a:t>
            </a:r>
            <a:r>
              <a:rPr lang="en-CA" dirty="0"/>
              <a:t>(left), </a:t>
            </a:r>
            <a:r>
              <a:rPr lang="en-CA" dirty="0" err="1"/>
              <a:t>mergeSort</a:t>
            </a:r>
            <a:r>
              <a:rPr lang="en-CA" dirty="0"/>
              <a:t>(right))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E94DA-AE2D-79C0-20E0-2364A7AB46BF}"/>
              </a:ext>
            </a:extLst>
          </p:cNvPr>
          <p:cNvSpPr txBox="1"/>
          <p:nvPr/>
        </p:nvSpPr>
        <p:spPr>
          <a:xfrm>
            <a:off x="4796414" y="1825625"/>
            <a:ext cx="293412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 err="1"/>
              <a:t>Mergesort</a:t>
            </a:r>
            <a:r>
              <a:rPr lang="en-CA" dirty="0"/>
              <a:t> chops the array into two equal halves, sorts each half, and then recombines the sorting halves by merging them.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7800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7CA89-2628-5FF8-E0ED-31E3655A3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106" y="0"/>
            <a:ext cx="10515600" cy="1325563"/>
          </a:xfrm>
        </p:spPr>
        <p:txBody>
          <a:bodyPr/>
          <a:lstStyle/>
          <a:p>
            <a:r>
              <a:rPr lang="en-US" dirty="0"/>
              <a:t>Merge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EA471-517A-11A8-F832-A6EB092119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5318"/>
            <a:ext cx="6024824" cy="551654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CA" dirty="0"/>
              <a:t>function merge(A, B):</a:t>
            </a:r>
            <a:br>
              <a:rPr lang="en-CA" dirty="0"/>
            </a:br>
            <a:r>
              <a:rPr lang="en-CA" dirty="0"/>
              <a:t>   C = new array of size </a:t>
            </a:r>
            <a:r>
              <a:rPr lang="en-CA" dirty="0" err="1"/>
              <a:t>A.size</a:t>
            </a:r>
            <a:r>
              <a:rPr lang="en-CA" dirty="0"/>
              <a:t>() + </a:t>
            </a:r>
            <a:r>
              <a:rPr lang="en-CA" dirty="0" err="1"/>
              <a:t>B.size</a:t>
            </a:r>
            <a:r>
              <a:rPr lang="en-CA" dirty="0"/>
              <a:t>()</a:t>
            </a:r>
            <a:br>
              <a:rPr lang="en-CA" dirty="0"/>
            </a:br>
            <a:r>
              <a:rPr lang="en-CA" dirty="0"/>
              <a:t>   </a:t>
            </a:r>
            <a:r>
              <a:rPr lang="en-CA" dirty="0" err="1"/>
              <a:t>i</a:t>
            </a:r>
            <a:r>
              <a:rPr lang="en-CA" dirty="0"/>
              <a:t> = 0    // index into A</a:t>
            </a:r>
            <a:br>
              <a:rPr lang="en-CA" dirty="0"/>
            </a:br>
            <a:r>
              <a:rPr lang="en-CA" dirty="0"/>
              <a:t>   j = 0    // index into B</a:t>
            </a:r>
          </a:p>
          <a:p>
            <a:pPr marL="0" indent="0">
              <a:buNone/>
            </a:pPr>
            <a:br>
              <a:rPr lang="en-CA" dirty="0"/>
            </a:br>
            <a:r>
              <a:rPr lang="en-CA" dirty="0"/>
              <a:t>   for k = 0 to </a:t>
            </a:r>
            <a:r>
              <a:rPr lang="en-CA" dirty="0" err="1"/>
              <a:t>C.size</a:t>
            </a:r>
            <a:r>
              <a:rPr lang="en-CA" dirty="0"/>
              <a:t>() - 1:</a:t>
            </a:r>
          </a:p>
          <a:p>
            <a:pPr marL="0" indent="0">
              <a:buNone/>
            </a:pPr>
            <a:r>
              <a:rPr lang="en-CA" dirty="0"/>
              <a:t>      if </a:t>
            </a:r>
            <a:r>
              <a:rPr lang="en-CA" dirty="0" err="1"/>
              <a:t>i</a:t>
            </a:r>
            <a:r>
              <a:rPr lang="en-CA" dirty="0"/>
              <a:t> &gt;= </a:t>
            </a:r>
            <a:r>
              <a:rPr lang="en-CA" dirty="0" err="1"/>
              <a:t>A.size</a:t>
            </a:r>
            <a:r>
              <a:rPr lang="en-CA" dirty="0"/>
              <a:t>(): // A is exhausted</a:t>
            </a:r>
            <a:br>
              <a:rPr lang="en-CA" dirty="0"/>
            </a:br>
            <a:r>
              <a:rPr lang="en-CA" dirty="0"/>
              <a:t>         C[k] = B[j]</a:t>
            </a:r>
            <a:br>
              <a:rPr lang="en-CA" dirty="0"/>
            </a:br>
            <a:r>
              <a:rPr lang="en-CA" dirty="0"/>
              <a:t>         j = j + 1</a:t>
            </a:r>
          </a:p>
          <a:p>
            <a:pPr marL="0" indent="0">
              <a:buNone/>
            </a:pPr>
            <a:r>
              <a:rPr lang="en-CA" dirty="0"/>
              <a:t>      else if j &gt;= </a:t>
            </a:r>
            <a:r>
              <a:rPr lang="en-CA" dirty="0" err="1"/>
              <a:t>B.size</a:t>
            </a:r>
            <a:r>
              <a:rPr lang="en-CA" dirty="0"/>
              <a:t>(): // B is exhausted</a:t>
            </a:r>
            <a:br>
              <a:rPr lang="en-CA" dirty="0"/>
            </a:br>
            <a:r>
              <a:rPr lang="en-CA" dirty="0"/>
              <a:t>         C[k] = A[</a:t>
            </a:r>
            <a:r>
              <a:rPr lang="en-CA" dirty="0" err="1"/>
              <a:t>i</a:t>
            </a:r>
            <a:r>
              <a:rPr lang="en-CA" dirty="0"/>
              <a:t>]</a:t>
            </a:r>
            <a:br>
              <a:rPr lang="en-CA" dirty="0"/>
            </a:br>
            <a:r>
              <a:rPr lang="en-CA" dirty="0"/>
              <a:t>         </a:t>
            </a:r>
            <a:r>
              <a:rPr lang="en-CA" dirty="0" err="1"/>
              <a:t>i</a:t>
            </a:r>
            <a:r>
              <a:rPr lang="en-CA" dirty="0"/>
              <a:t> = </a:t>
            </a:r>
            <a:r>
              <a:rPr lang="en-CA" dirty="0" err="1"/>
              <a:t>i</a:t>
            </a:r>
            <a:r>
              <a:rPr lang="en-CA" dirty="0"/>
              <a:t> + 1</a:t>
            </a:r>
            <a:br>
              <a:rPr lang="en-CA" dirty="0"/>
            </a:br>
            <a:r>
              <a:rPr lang="en-CA" dirty="0"/>
              <a:t>      else if A[</a:t>
            </a:r>
            <a:r>
              <a:rPr lang="en-CA" dirty="0" err="1"/>
              <a:t>i</a:t>
            </a:r>
            <a:r>
              <a:rPr lang="en-CA" dirty="0"/>
              <a:t>] &lt;= B[j]: // pick from A</a:t>
            </a:r>
            <a:br>
              <a:rPr lang="en-CA" dirty="0"/>
            </a:br>
            <a:r>
              <a:rPr lang="en-CA" dirty="0"/>
              <a:t>         C[k] = A[</a:t>
            </a:r>
            <a:r>
              <a:rPr lang="en-CA" dirty="0" err="1"/>
              <a:t>i</a:t>
            </a:r>
            <a:r>
              <a:rPr lang="en-CA" dirty="0"/>
              <a:t>]</a:t>
            </a:r>
            <a:br>
              <a:rPr lang="en-CA" dirty="0"/>
            </a:br>
            <a:r>
              <a:rPr lang="en-CA" dirty="0"/>
              <a:t>         </a:t>
            </a:r>
            <a:r>
              <a:rPr lang="en-CA" dirty="0" err="1"/>
              <a:t>i</a:t>
            </a:r>
            <a:r>
              <a:rPr lang="en-CA" dirty="0"/>
              <a:t> = </a:t>
            </a:r>
            <a:r>
              <a:rPr lang="en-CA" dirty="0" err="1"/>
              <a:t>i</a:t>
            </a:r>
            <a:r>
              <a:rPr lang="en-CA" dirty="0"/>
              <a:t> + 1</a:t>
            </a:r>
            <a:br>
              <a:rPr lang="en-CA" dirty="0"/>
            </a:br>
            <a:r>
              <a:rPr lang="en-CA" dirty="0"/>
              <a:t>      else:                           // pick from B</a:t>
            </a:r>
            <a:br>
              <a:rPr lang="en-CA" dirty="0"/>
            </a:br>
            <a:r>
              <a:rPr lang="en-CA" dirty="0"/>
              <a:t>         C[k] = B[j]</a:t>
            </a:r>
            <a:br>
              <a:rPr lang="en-CA" dirty="0"/>
            </a:br>
            <a:r>
              <a:rPr lang="en-CA" dirty="0"/>
              <a:t>         j = j + 1</a:t>
            </a:r>
          </a:p>
          <a:p>
            <a:pPr marL="0" indent="0">
              <a:buNone/>
            </a:pPr>
            <a:r>
              <a:rPr lang="en-CA" dirty="0"/>
              <a:t>   return C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6565D-C2AE-B2AE-CB41-BB325C854449}"/>
              </a:ext>
            </a:extLst>
          </p:cNvPr>
          <p:cNvSpPr txBox="1"/>
          <p:nvPr/>
        </p:nvSpPr>
        <p:spPr>
          <a:xfrm>
            <a:off x="612949" y="1758462"/>
            <a:ext cx="184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062EBD-77E6-F2F4-9558-B72B2BCD1B2D}"/>
              </a:ext>
            </a:extLst>
          </p:cNvPr>
          <p:cNvSpPr/>
          <p:nvPr/>
        </p:nvSpPr>
        <p:spPr>
          <a:xfrm>
            <a:off x="8098971" y="868773"/>
            <a:ext cx="3254829" cy="6732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70BA13-A82E-B8D8-0B70-828724949FAA}"/>
              </a:ext>
            </a:extLst>
          </p:cNvPr>
          <p:cNvSpPr txBox="1"/>
          <p:nvPr/>
        </p:nvSpPr>
        <p:spPr>
          <a:xfrm>
            <a:off x="7301768" y="751169"/>
            <a:ext cx="59343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B5776F-8C9B-0FE9-C630-6B50252EE568}"/>
              </a:ext>
            </a:extLst>
          </p:cNvPr>
          <p:cNvSpPr txBox="1"/>
          <p:nvPr/>
        </p:nvSpPr>
        <p:spPr>
          <a:xfrm>
            <a:off x="8850889" y="1486450"/>
            <a:ext cx="3064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i</a:t>
            </a:r>
            <a:endParaRPr lang="en-US" sz="4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A59DD6-E96B-A5CB-E1E2-22E010C2D118}"/>
              </a:ext>
            </a:extLst>
          </p:cNvPr>
          <p:cNvSpPr/>
          <p:nvPr/>
        </p:nvSpPr>
        <p:spPr>
          <a:xfrm>
            <a:off x="8850889" y="876214"/>
            <a:ext cx="306494" cy="673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05A249-8861-427C-00DF-42FB07D9D406}"/>
              </a:ext>
            </a:extLst>
          </p:cNvPr>
          <p:cNvSpPr/>
          <p:nvPr/>
        </p:nvSpPr>
        <p:spPr>
          <a:xfrm>
            <a:off x="8098971" y="2660876"/>
            <a:ext cx="3254829" cy="6732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61999A-B927-F15D-F67A-C538811B3274}"/>
              </a:ext>
            </a:extLst>
          </p:cNvPr>
          <p:cNvSpPr txBox="1"/>
          <p:nvPr/>
        </p:nvSpPr>
        <p:spPr>
          <a:xfrm>
            <a:off x="7301768" y="2543272"/>
            <a:ext cx="6030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4A614D-7BA5-5E6E-6991-9288F27ADE37}"/>
              </a:ext>
            </a:extLst>
          </p:cNvPr>
          <p:cNvSpPr txBox="1"/>
          <p:nvPr/>
        </p:nvSpPr>
        <p:spPr>
          <a:xfrm>
            <a:off x="10036594" y="3271112"/>
            <a:ext cx="3064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j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921D2F-7337-720B-16A1-3AA5C428CE91}"/>
              </a:ext>
            </a:extLst>
          </p:cNvPr>
          <p:cNvSpPr/>
          <p:nvPr/>
        </p:nvSpPr>
        <p:spPr>
          <a:xfrm>
            <a:off x="10036594" y="2660876"/>
            <a:ext cx="306494" cy="673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599261-7D5A-39F7-DC7D-1E91FB69D1B1}"/>
              </a:ext>
            </a:extLst>
          </p:cNvPr>
          <p:cNvSpPr txBox="1"/>
          <p:nvPr/>
        </p:nvSpPr>
        <p:spPr>
          <a:xfrm>
            <a:off x="5583696" y="5246505"/>
            <a:ext cx="6639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C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6FD0F3-37E7-49E4-06EA-F4634F181AF4}"/>
              </a:ext>
            </a:extLst>
          </p:cNvPr>
          <p:cNvSpPr/>
          <p:nvPr/>
        </p:nvSpPr>
        <p:spPr>
          <a:xfrm>
            <a:off x="6354422" y="5371550"/>
            <a:ext cx="5613165" cy="6732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12B586-B69F-CE6E-167A-0090C1CA4C41}"/>
              </a:ext>
            </a:extLst>
          </p:cNvPr>
          <p:cNvSpPr txBox="1"/>
          <p:nvPr/>
        </p:nvSpPr>
        <p:spPr>
          <a:xfrm>
            <a:off x="9236756" y="6009471"/>
            <a:ext cx="4347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7814182-97E5-60D2-69A1-129651ECC368}"/>
              </a:ext>
            </a:extLst>
          </p:cNvPr>
          <p:cNvSpPr/>
          <p:nvPr/>
        </p:nvSpPr>
        <p:spPr>
          <a:xfrm>
            <a:off x="9300876" y="5371550"/>
            <a:ext cx="306494" cy="673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1E0D23-5C5F-E736-E5AD-7BDCC52D41C0}"/>
              </a:ext>
            </a:extLst>
          </p:cNvPr>
          <p:cNvSpPr txBox="1"/>
          <p:nvPr/>
        </p:nvSpPr>
        <p:spPr>
          <a:xfrm>
            <a:off x="6366756" y="3677772"/>
            <a:ext cx="293412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smaller of A[</a:t>
            </a:r>
            <a:r>
              <a:rPr lang="en-CA" dirty="0" err="1"/>
              <a:t>i</a:t>
            </a:r>
            <a:r>
              <a:rPr lang="en-CA" dirty="0"/>
              <a:t>] or A[j] is copied into C[k]. </a:t>
            </a:r>
            <a:r>
              <a:rPr lang="en-CA" dirty="0" err="1"/>
              <a:t>i</a:t>
            </a:r>
            <a:r>
              <a:rPr lang="en-CA" dirty="0"/>
              <a:t> or j is incremented (depending which was chosen), and then k is incremented.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9BB153-8C7A-F349-D095-B6865A509AB9}"/>
              </a:ext>
            </a:extLst>
          </p:cNvPr>
          <p:cNvSpPr txBox="1"/>
          <p:nvPr/>
        </p:nvSpPr>
        <p:spPr>
          <a:xfrm>
            <a:off x="2915778" y="603047"/>
            <a:ext cx="2934120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and B must sorted arrays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941A223-86BC-3DB0-7A3E-7108999E783C}"/>
                  </a:ext>
                </a:extLst>
              </p14:cNvPr>
              <p14:cNvContentPartPr/>
              <p14:nvPr/>
            </p14:nvContentPartPr>
            <p14:xfrm>
              <a:off x="856800" y="1593360"/>
              <a:ext cx="10193400" cy="47890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941A223-86BC-3DB0-7A3E-7108999E783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7440" y="1584000"/>
                <a:ext cx="10212120" cy="4807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36074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E93E0-2F43-8159-0979-0B213E46D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733675-322B-E1ED-E2DF-2A94284EC1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 arrays A and B must be </a:t>
                </a:r>
                <a:r>
                  <a:rPr lang="en-US" b="1" dirty="0"/>
                  <a:t>sorted</a:t>
                </a:r>
                <a:r>
                  <a:rPr lang="en-US" dirty="0"/>
                  <a:t> for merge to work</a:t>
                </a:r>
              </a:p>
              <a:p>
                <a:r>
                  <a:rPr lang="en-US" dirty="0"/>
                  <a:t>If A has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elements and B has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elements, then the total work to merge them is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in the worst case</a:t>
                </a:r>
                <a:r>
                  <a:rPr lang="en-US" dirty="0"/>
                  <a:t> because the loop runs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times and does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work each time</a:t>
                </a:r>
              </a:p>
              <a:p>
                <a:r>
                  <a:rPr lang="en-US" b="1" dirty="0"/>
                  <a:t>Merging can be implemented more efficiently than shown</a:t>
                </a:r>
                <a:r>
                  <a:rPr lang="en-US" dirty="0"/>
                  <a:t>, e.g. when an array is exhausted just copy the rest of the other array with no comparisons needed</a:t>
                </a:r>
              </a:p>
              <a:p>
                <a:r>
                  <a:rPr lang="en-US" b="1" dirty="0"/>
                  <a:t>Merging needs an extra array</a:t>
                </a:r>
                <a:r>
                  <a:rPr lang="en-US" dirty="0"/>
                  <a:t>, which could be a problem if your computer lacks memory: merging (and therefore </a:t>
                </a:r>
                <a:r>
                  <a:rPr lang="en-US" dirty="0" err="1"/>
                  <a:t>mergesort</a:t>
                </a:r>
                <a:r>
                  <a:rPr lang="en-US" dirty="0"/>
                  <a:t>) needs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space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733675-322B-E1ED-E2DF-2A94284EC1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448" b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97087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3819D-9861-8CE3-C342-BB1FC5FC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Mergesort</a:t>
            </a:r>
            <a:r>
              <a:rPr lang="en-US" dirty="0"/>
              <a:t> Performance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95A067-4DDE-25C7-B39E-B0CFFAD49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065" y="1521553"/>
            <a:ext cx="7772400" cy="50809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2C376E-38D7-2C3C-0568-6BF824E67E2F}"/>
                  </a:ext>
                </a:extLst>
              </p:cNvPr>
              <p:cNvSpPr txBox="1"/>
              <p:nvPr/>
            </p:nvSpPr>
            <p:spPr>
              <a:xfrm>
                <a:off x="8374464" y="1152221"/>
                <a:ext cx="3583073" cy="203132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b="1" dirty="0"/>
                  <a:t>Mergesort</a:t>
                </a:r>
                <a:r>
                  <a:rPr lang="en-CA" dirty="0"/>
                  <a:t> repeatedly splits the array in half, which conceptually forms a binary tree as shown. The height of the tree is at must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CA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CA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CA" dirty="0"/>
                  <a:t>, and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CA" dirty="0"/>
                  <a:t> work is done at each level, so the worst-case running is </a:t>
                </a:r>
                <a14:m>
                  <m:oMath xmlns:m="http://schemas.openxmlformats.org/officeDocument/2006/math">
                    <m:r>
                      <a:rPr lang="en-CA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CA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CA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CA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2C376E-38D7-2C3C-0568-6BF824E67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464" y="1152221"/>
                <a:ext cx="3583073" cy="2031325"/>
              </a:xfrm>
              <a:prstGeom prst="rect">
                <a:avLst/>
              </a:prstGeom>
              <a:blipFill>
                <a:blip r:embed="rId3"/>
                <a:stretch>
                  <a:fillRect t="-1242" r="-2120" b="-3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174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FA886-8B4C-C6AC-AB3B-4CA31ABAE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Mergesort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181C5-2E9E-D958-DDAA-B9D19CEDF2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Mergesort has worst-case running time of </a:t>
                </a:r>
                <a14:m>
                  <m:oMath xmlns:m="http://schemas.openxmlformats.org/officeDocument/2006/math">
                    <m:r>
                      <a:rPr lang="en-CA" i="1" dirty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CA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CA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CA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CA" dirty="0"/>
              </a:p>
              <a:p>
                <a:pPr lvl="1"/>
                <a:r>
                  <a:rPr lang="en-CA" dirty="0"/>
                  <a:t>Very fast in practice</a:t>
                </a:r>
              </a:p>
              <a:p>
                <a:pPr lvl="1"/>
                <a:r>
                  <a:rPr lang="en-CA" dirty="0"/>
                  <a:t>E.g. Python’s standard sort is a highly optimized version of </a:t>
                </a:r>
                <a:r>
                  <a:rPr lang="en-CA" dirty="0" err="1"/>
                  <a:t>mergesort</a:t>
                </a:r>
                <a:endParaRPr lang="en-CA" dirty="0"/>
              </a:p>
              <a:p>
                <a:r>
                  <a:rPr lang="en-US" dirty="0"/>
                  <a:t>However, it uses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extra memory due to merging</a:t>
                </a:r>
              </a:p>
              <a:p>
                <a:pPr lvl="1"/>
                <a:r>
                  <a:rPr lang="en-US" dirty="0"/>
                  <a:t>Most other sorting algorithms use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extra memory</a:t>
                </a:r>
              </a:p>
              <a:p>
                <a:r>
                  <a:rPr lang="en-US" dirty="0"/>
                  <a:t>It’s a divide and conquer algorithm</a:t>
                </a:r>
              </a:p>
              <a:p>
                <a:pPr lvl="1"/>
                <a:r>
                  <a:rPr lang="en-US" dirty="0"/>
                  <a:t>Dividing the array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Merging it back together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181C5-2E9E-D958-DDAA-B9D19CEDF2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3477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FD926-4261-5A63-596A-351D36932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C1640-3B9D-9E80-E6CC-97D28FF45C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Quicksort is another divide and conquer algorithm</a:t>
                </a:r>
              </a:p>
              <a:p>
                <a:r>
                  <a:rPr lang="en-US" dirty="0"/>
                  <a:t>In contrast to </a:t>
                </a:r>
                <a:r>
                  <a:rPr lang="en-US" dirty="0" err="1"/>
                  <a:t>mergesort</a:t>
                </a:r>
                <a:r>
                  <a:rPr lang="en-US" dirty="0"/>
                  <a:t>, it spends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doing the splitting, and the re-combining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Quicksort splitting is called </a:t>
                </a:r>
                <a:r>
                  <a:rPr lang="en-US" b="1" dirty="0"/>
                  <a:t>partitioning</a:t>
                </a:r>
              </a:p>
              <a:p>
                <a:pPr lvl="1"/>
                <a:r>
                  <a:rPr lang="en-US" dirty="0"/>
                  <a:t>Partitioning re-arranges elements so all elements smaller than a chosen </a:t>
                </a:r>
                <a:r>
                  <a:rPr lang="en-US" b="1" dirty="0"/>
                  <a:t>pivot value </a:t>
                </a:r>
                <a:r>
                  <a:rPr lang="en-US" dirty="0"/>
                  <a:t>are on the left side, and all elements &gt;= pivot are on the other side</a:t>
                </a:r>
              </a:p>
              <a:p>
                <a:pPr lvl="1"/>
                <a:r>
                  <a:rPr lang="en-US" dirty="0"/>
                  <a:t>E.g. if the pivot is 6, then the partition of {6, 1, 9, 7, 4, 3} could be:</a:t>
                </a:r>
              </a:p>
              <a:p>
                <a:pPr marL="457200" lvl="1" indent="0" algn="ctr">
                  <a:buNone/>
                </a:pPr>
                <a:r>
                  <a:rPr lang="en-US" dirty="0"/>
                  <a:t>{1, 4, 3, 6, 9, 7}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C1640-3B9D-9E80-E6CC-97D28FF45C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3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11637-D1A7-165A-8FD9-7B35E6E16BB4}"/>
              </a:ext>
            </a:extLst>
          </p:cNvPr>
          <p:cNvCxnSpPr/>
          <p:nvPr/>
        </p:nvCxnSpPr>
        <p:spPr>
          <a:xfrm>
            <a:off x="6340510" y="5124659"/>
            <a:ext cx="0" cy="38183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DDD25B8-590C-2CD1-8405-DDCD801C3C6B}"/>
              </a:ext>
            </a:extLst>
          </p:cNvPr>
          <p:cNvSpPr txBox="1"/>
          <p:nvPr/>
        </p:nvSpPr>
        <p:spPr>
          <a:xfrm>
            <a:off x="4548973" y="5988734"/>
            <a:ext cx="358307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you now sort both sides of the partition, the entire array is sorted.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0045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366A5-DED8-F693-3D02-4089C875C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E98CC-37C6-5C2C-80AD-E2993785D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function quicksort(A, lo, hi):</a:t>
            </a:r>
          </a:p>
          <a:p>
            <a:pPr marL="0" indent="0">
              <a:buNone/>
            </a:pPr>
            <a:r>
              <a:rPr lang="en-CA" dirty="0"/>
              <a:t>   if lo &gt;= hi:  // base case: 0 or 1 element, already sorted</a:t>
            </a:r>
          </a:p>
          <a:p>
            <a:pPr marL="0" indent="0">
              <a:buNone/>
            </a:pPr>
            <a:r>
              <a:rPr lang="en-CA" dirty="0"/>
              <a:t>      return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   p = partition(A, lo, hi)    // partition and get pivot's final index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   quicksort(A, lo, p - 1)    // sort left of pivot</a:t>
            </a:r>
          </a:p>
          <a:p>
            <a:pPr marL="0" indent="0">
              <a:buNone/>
            </a:pPr>
            <a:r>
              <a:rPr lang="en-CA" dirty="0"/>
              <a:t>   quicksort(A, p + 1</a:t>
            </a:r>
            <a:r>
              <a:rPr lang="en-CA"/>
              <a:t>, hi)   // </a:t>
            </a:r>
            <a:r>
              <a:rPr lang="en-CA" dirty="0"/>
              <a:t>sort right of pivot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066896-B762-94D3-2C9F-A37E7A2E4C0F}"/>
              </a:ext>
            </a:extLst>
          </p:cNvPr>
          <p:cNvSpPr/>
          <p:nvPr/>
        </p:nvSpPr>
        <p:spPr>
          <a:xfrm>
            <a:off x="6541476" y="908966"/>
            <a:ext cx="3254829" cy="6732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96CBCE-517F-8F94-6E2F-BE58FD93C3B3}"/>
              </a:ext>
            </a:extLst>
          </p:cNvPr>
          <p:cNvSpPr/>
          <p:nvPr/>
        </p:nvSpPr>
        <p:spPr>
          <a:xfrm>
            <a:off x="7326922" y="908966"/>
            <a:ext cx="319873" cy="673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5F44AE-DA8E-CB91-605C-8EFEC4986426}"/>
              </a:ext>
            </a:extLst>
          </p:cNvPr>
          <p:cNvSpPr/>
          <p:nvPr/>
        </p:nvSpPr>
        <p:spPr>
          <a:xfrm>
            <a:off x="8705220" y="908966"/>
            <a:ext cx="319873" cy="6732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104D77-40E6-F6EA-FC58-6606F909BCBD}"/>
              </a:ext>
            </a:extLst>
          </p:cNvPr>
          <p:cNvSpPr txBox="1"/>
          <p:nvPr/>
        </p:nvSpPr>
        <p:spPr>
          <a:xfrm>
            <a:off x="7276181" y="519848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06EE62-44D5-530D-3D00-EEBC02B6F8FF}"/>
              </a:ext>
            </a:extLst>
          </p:cNvPr>
          <p:cNvSpPr txBox="1"/>
          <p:nvPr/>
        </p:nvSpPr>
        <p:spPr>
          <a:xfrm>
            <a:off x="8659287" y="539634"/>
            <a:ext cx="36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791F199-4178-0658-0B12-A2FDF00F21DA}"/>
                  </a:ext>
                </a:extLst>
              </p14:cNvPr>
              <p14:cNvContentPartPr/>
              <p14:nvPr/>
            </p14:nvContentPartPr>
            <p14:xfrm>
              <a:off x="685800" y="1885680"/>
              <a:ext cx="8350560" cy="41601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791F199-4178-0658-0B12-A2FDF00F21D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6440" y="1876320"/>
                <a:ext cx="8369280" cy="4178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1741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6AC2E-4E39-072C-00CC-766EAF8BC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2159F-1075-6B25-4F96-6160A02B8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CA" dirty="0"/>
              <a:t>function partition(A, lo, hi):</a:t>
            </a:r>
          </a:p>
          <a:p>
            <a:pPr marL="0" indent="0">
              <a:buNone/>
            </a:pPr>
            <a:r>
              <a:rPr lang="en-CA" dirty="0"/>
              <a:t>   pivot = A[hi]  // choose last element as pivot</a:t>
            </a:r>
          </a:p>
          <a:p>
            <a:pPr marL="0" indent="0">
              <a:buNone/>
            </a:pPr>
            <a:r>
              <a:rPr lang="en-CA" dirty="0"/>
              <a:t>   </a:t>
            </a:r>
            <a:r>
              <a:rPr lang="en-CA" dirty="0" err="1"/>
              <a:t>i</a:t>
            </a:r>
            <a:r>
              <a:rPr lang="en-CA" dirty="0"/>
              <a:t> = low - 1      // boundary of "elements &lt;= pivot"</a:t>
            </a:r>
          </a:p>
          <a:p>
            <a:pPr marL="0" indent="0">
              <a:buNone/>
            </a:pPr>
            <a:br>
              <a:rPr lang="en-CA" dirty="0"/>
            </a:br>
            <a:endParaRPr lang="en-CA" dirty="0"/>
          </a:p>
          <a:p>
            <a:pPr marL="0" indent="0">
              <a:buNone/>
            </a:pPr>
            <a:r>
              <a:rPr lang="en-CA" dirty="0"/>
              <a:t>    for j = lo to hi - 1:</a:t>
            </a:r>
          </a:p>
          <a:p>
            <a:pPr marL="0" indent="0">
              <a:buNone/>
            </a:pPr>
            <a:r>
              <a:rPr lang="en-CA" dirty="0"/>
              <a:t>       if A[j] &lt;= pivot:</a:t>
            </a:r>
          </a:p>
          <a:p>
            <a:pPr marL="0" indent="0">
              <a:buNone/>
            </a:pPr>
            <a:r>
              <a:rPr lang="en-CA" dirty="0"/>
              <a:t>           </a:t>
            </a:r>
            <a:r>
              <a:rPr lang="en-CA" dirty="0" err="1"/>
              <a:t>i</a:t>
            </a:r>
            <a:r>
              <a:rPr lang="en-CA" dirty="0"/>
              <a:t> = </a:t>
            </a:r>
            <a:r>
              <a:rPr lang="en-CA" dirty="0" err="1"/>
              <a:t>i</a:t>
            </a:r>
            <a:r>
              <a:rPr lang="en-CA" dirty="0"/>
              <a:t> + 1</a:t>
            </a:r>
          </a:p>
          <a:p>
            <a:pPr marL="0" indent="0">
              <a:buNone/>
            </a:pPr>
            <a:r>
              <a:rPr lang="en-CA" dirty="0"/>
              <a:t>           swap(A[</a:t>
            </a:r>
            <a:r>
              <a:rPr lang="en-CA" dirty="0" err="1"/>
              <a:t>i</a:t>
            </a:r>
            <a:r>
              <a:rPr lang="en-CA" dirty="0"/>
              <a:t>], A[j])</a:t>
            </a:r>
          </a:p>
          <a:p>
            <a:pPr marL="0" indent="0">
              <a:buNone/>
            </a:pPr>
            <a:br>
              <a:rPr lang="en-CA" dirty="0"/>
            </a:br>
            <a:endParaRPr lang="en-CA" dirty="0"/>
          </a:p>
          <a:p>
            <a:pPr marL="0" indent="0">
              <a:buNone/>
            </a:pPr>
            <a:r>
              <a:rPr lang="en-CA" dirty="0"/>
              <a:t>   swap(A[</a:t>
            </a:r>
            <a:r>
              <a:rPr lang="en-CA" dirty="0" err="1"/>
              <a:t>i</a:t>
            </a:r>
            <a:r>
              <a:rPr lang="en-CA" dirty="0"/>
              <a:t> + 1], A[hi])  // move pivot into its final position</a:t>
            </a:r>
          </a:p>
          <a:p>
            <a:pPr marL="0" indent="0">
              <a:buNone/>
            </a:pPr>
            <a:r>
              <a:rPr lang="en-CA" dirty="0"/>
              <a:t>   return </a:t>
            </a:r>
            <a:r>
              <a:rPr lang="en-CA" dirty="0" err="1"/>
              <a:t>i</a:t>
            </a:r>
            <a:r>
              <a:rPr lang="en-CA" dirty="0"/>
              <a:t> + 1                   // pivot's final index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799631-B965-645E-6D1C-B39D662AA496}"/>
              </a:ext>
            </a:extLst>
          </p:cNvPr>
          <p:cNvSpPr txBox="1"/>
          <p:nvPr/>
        </p:nvSpPr>
        <p:spPr>
          <a:xfrm>
            <a:off x="6297386" y="999464"/>
            <a:ext cx="339927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Choosing the pivot this way is the default strategy, but there are other ways to do it!</a:t>
            </a:r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26A1830-7393-D3F0-87C1-B745CF0ADB0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5154804" y="1461129"/>
            <a:ext cx="1142582" cy="6691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1429E76-AFC6-1A60-DEF3-FD8D5953FA55}"/>
                  </a:ext>
                </a:extLst>
              </p:cNvPr>
              <p:cNvSpPr txBox="1"/>
              <p:nvPr/>
            </p:nvSpPr>
            <p:spPr>
              <a:xfrm>
                <a:off x="6449786" y="3489291"/>
                <a:ext cx="3399273" cy="1477328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dirty="0"/>
                  <a:t>Running time of partition on an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CA" dirty="0"/>
                  <a:t>-element array is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CA" dirty="0"/>
                  <a:t> because there it loops through the elements and does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CA" dirty="0"/>
                  <a:t> work per iteration.</a:t>
                </a:r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1429E76-AFC6-1A60-DEF3-FD8D5953F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9786" y="3489291"/>
                <a:ext cx="3399273" cy="1477328"/>
              </a:xfrm>
              <a:prstGeom prst="rect">
                <a:avLst/>
              </a:prstGeom>
              <a:blipFill>
                <a:blip r:embed="rId2"/>
                <a:stretch>
                  <a:fillRect t="-1695" r="-2602" b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9CF8751-CC47-1321-C74E-71EA38474989}"/>
                  </a:ext>
                </a:extLst>
              </p14:cNvPr>
              <p14:cNvContentPartPr/>
              <p14:nvPr/>
            </p14:nvContentPartPr>
            <p14:xfrm>
              <a:off x="1022400" y="2444400"/>
              <a:ext cx="2406960" cy="24202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9CF8751-CC47-1321-C74E-71EA3847498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13040" y="2435040"/>
                <a:ext cx="2425680" cy="2439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91056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CB795-7A3E-69ED-EB05-4D48DD538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55D25-4C73-5910-7E06-BC0AEB2CB5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Assuming the partitions are </a:t>
                </a:r>
                <a:r>
                  <a:rPr lang="en-US" b="1" dirty="0"/>
                  <a:t>balanced</a:t>
                </a:r>
                <a:r>
                  <a:rPr lang="en-US" dirty="0"/>
                  <a:t>, i.e. each partition is about the same size, the resulting sorting tree has height about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work per level … so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  <m:func>
                      <m:func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𝒍𝒐𝒈</m:t>
                        </m:r>
                      </m:fName>
                      <m:e>
                        <m:r>
                          <a:rPr lang="en-CA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running time in the average case</a:t>
                </a:r>
              </a:p>
              <a:p>
                <a:pPr marL="0" indent="0">
                  <a:buNone/>
                </a:pPr>
                <a:r>
                  <a:rPr lang="en-US" dirty="0"/>
                  <a:t>BUT!</a:t>
                </a:r>
              </a:p>
              <a:p>
                <a:pPr marL="0" indent="0">
                  <a:buNone/>
                </a:pPr>
                <a:r>
                  <a:rPr lang="en-US" dirty="0"/>
                  <a:t>If you get unbalanced partitions, the height of the tree can be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work per level …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CA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running time in the worst case</a:t>
                </a:r>
              </a:p>
              <a:p>
                <a:r>
                  <a:rPr lang="en-US" dirty="0"/>
                  <a:t>Unbalance partitions occur if the data is already sorted</a:t>
                </a:r>
              </a:p>
              <a:p>
                <a:r>
                  <a:rPr lang="en-US" dirty="0"/>
                  <a:t>Or in reverse sorted order</a:t>
                </a:r>
              </a:p>
              <a:p>
                <a:r>
                  <a:rPr lang="en-US" dirty="0"/>
                  <a:t>Thus: partially sorted data makes quicksort go </a:t>
                </a:r>
                <a:r>
                  <a:rPr lang="en-US" b="1" dirty="0"/>
                  <a:t>slower</a:t>
                </a:r>
                <a:r>
                  <a:rPr lang="en-US" dirty="0"/>
                  <a:t>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55D25-4C73-5910-7E06-BC0AEB2CB5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42099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A4546-5DBE-BBDC-2D51-D3C86497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2326EE-E76B-E593-ABE1-657377F6B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Average-case performance: </a:t>
                </a:r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𝑙𝑜𝑔</m:t>
                        </m:r>
                      </m:fName>
                      <m:e>
                        <m:r>
                          <a:rPr lang="en-CA" b="0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Worst-case performance: </a:t>
                </a:r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So why do we care about quicksort if its worse case is so slow?</a:t>
                </a:r>
              </a:p>
              <a:p>
                <a:pPr lvl="1"/>
                <a:r>
                  <a:rPr lang="en-US" dirty="0"/>
                  <a:t>Unlike </a:t>
                </a:r>
                <a:r>
                  <a:rPr lang="en-US" dirty="0" err="1"/>
                  <a:t>mergesort</a:t>
                </a:r>
                <a:r>
                  <a:rPr lang="en-US" dirty="0"/>
                  <a:t>, it </a:t>
                </a:r>
                <a:r>
                  <a:rPr lang="en-US" b="1" dirty="0"/>
                  <a:t>doesn’t</a:t>
                </a:r>
                <a:r>
                  <a:rPr lang="en-US" dirty="0"/>
                  <a:t> use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extra memory</a:t>
                </a:r>
              </a:p>
              <a:p>
                <a:pPr lvl="1"/>
                <a:r>
                  <a:rPr lang="en-US" dirty="0"/>
                  <a:t>Worst-cases can be significantly lessened by tricks like</a:t>
                </a:r>
              </a:p>
              <a:p>
                <a:pPr lvl="2"/>
                <a:r>
                  <a:rPr lang="en-US" dirty="0"/>
                  <a:t>Choosing pivot to be median of  three elements from the array</a:t>
                </a:r>
              </a:p>
              <a:p>
                <a:pPr lvl="2"/>
                <a:r>
                  <a:rPr lang="en-US" dirty="0"/>
                  <a:t>Randomly chosen pivot</a:t>
                </a:r>
              </a:p>
              <a:p>
                <a:pPr lvl="2"/>
                <a:r>
                  <a:rPr lang="en-US" dirty="0"/>
                  <a:t>Scrambling the data before sorting</a:t>
                </a:r>
              </a:p>
              <a:p>
                <a:r>
                  <a:rPr lang="en-US" dirty="0"/>
                  <a:t>Many general-purpose sorting algorithms are optimized versions of quicksort</a:t>
                </a:r>
              </a:p>
              <a:p>
                <a:pPr lvl="1"/>
                <a:r>
                  <a:rPr lang="en-US" dirty="0"/>
                  <a:t>E.g. C++ 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std::sort</a:t>
                </a:r>
                <a:r>
                  <a:rPr lang="en-US" dirty="0"/>
                  <a:t> is usually </a:t>
                </a:r>
                <a:r>
                  <a:rPr lang="en-US" b="1" dirty="0" err="1"/>
                  <a:t>introsort</a:t>
                </a:r>
                <a:r>
                  <a:rPr lang="en-US" dirty="0"/>
                  <a:t>, aka </a:t>
                </a:r>
                <a:r>
                  <a:rPr lang="en-US" b="1" dirty="0"/>
                  <a:t>introspection sort</a:t>
                </a:r>
                <a:r>
                  <a:rPr lang="en-US" dirty="0"/>
                  <a:t>, is based on quicksort and uses both heapsort and insertion sort in clever ways to guarantee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𝑙𝑜𝑔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worst-case running time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2326EE-E76B-E593-ABE1-657377F6B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5373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68A1B-2721-DD0F-DF11-CA22E26D1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Sorting: Lower Bound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407617-B827-61A8-1B9F-409844A54B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Sorting is an extremely well-studied problem in computer science</a:t>
                </a:r>
              </a:p>
              <a:p>
                <a:r>
                  <a:rPr lang="en-US" dirty="0"/>
                  <a:t>Many, many sorting algorithms have been proposed</a:t>
                </a:r>
              </a:p>
              <a:p>
                <a:r>
                  <a:rPr lang="en-US" dirty="0"/>
                  <a:t>However,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a fundamental </a:t>
                </a:r>
                <a:r>
                  <a:rPr lang="en-US" b="1" dirty="0"/>
                  <a:t>lower-bound</a:t>
                </a:r>
                <a:r>
                  <a:rPr lang="en-US" dirty="0"/>
                  <a:t> for sorting algorithms based on comparisons</a:t>
                </a:r>
              </a:p>
              <a:p>
                <a:pPr lvl="1"/>
                <a:r>
                  <a:rPr lang="en-US" dirty="0"/>
                  <a:t>That means it’s </a:t>
                </a:r>
                <a:r>
                  <a:rPr lang="en-US" i="1" dirty="0"/>
                  <a:t>impossible</a:t>
                </a:r>
                <a:r>
                  <a:rPr lang="en-US" dirty="0"/>
                  <a:t> for a comparison-based sorting algorithm to have a better then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the worst-case</a:t>
                </a:r>
              </a:p>
              <a:p>
                <a:pPr lvl="1"/>
                <a:r>
                  <a:rPr lang="en-US" dirty="0"/>
                  <a:t>In some cases a sorting algorithm be better than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But they </a:t>
                </a:r>
                <a:r>
                  <a:rPr lang="en-US" b="1" dirty="0"/>
                  <a:t>always</a:t>
                </a:r>
                <a:r>
                  <a:rPr lang="en-US" dirty="0"/>
                  <a:t> have a worst-case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Proposition 11.4 in the textbook proves this fact using a decision tree argument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407617-B827-61A8-1B9F-409844A54B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31873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EC81F-9C97-8B6A-DD4C-D1CE0F79F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Faster Sorts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E93CA6-71B3-BA40-A3DA-8BA2CF2A24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Bucket sort </a:t>
                </a:r>
                <a:r>
                  <a:rPr lang="en-US" dirty="0"/>
                  <a:t>can sort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integer keys in a restricted range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CA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dirty="0"/>
                  <a:t> by using the keys to index directly into an array</a:t>
                </a:r>
              </a:p>
              <a:p>
                <a:pPr lvl="1"/>
                <a:r>
                  <a:rPr lang="en-US" dirty="0"/>
                  <a:t>Runs in worst case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</a:t>
                </a:r>
              </a:p>
              <a:p>
                <a:r>
                  <a:rPr lang="en-US" b="1" dirty="0"/>
                  <a:t>Radix sort </a:t>
                </a:r>
                <a:r>
                  <a:rPr lang="en-US" dirty="0"/>
                  <a:t>works by applying bucket sort to each individual digit of the digits of a number (or characters of a string, or values of a record), one digit at a time</a:t>
                </a:r>
              </a:p>
              <a:p>
                <a:pPr lvl="1"/>
                <a:r>
                  <a:rPr lang="en-US" dirty="0"/>
                  <a:t>If the number of digits is fixed, e.g. 4-digit numbers, then it’s like running bucket sort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 times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E93CA6-71B3-BA40-A3DA-8BA2CF2A24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6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74077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432B-8A34-311D-B75D-EEA501B0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F6737E-4E69-3E1E-E478-DF3955E44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usually talk about number of comparisons because that approximates the actual running time of many sorts very well</a:t>
            </a:r>
          </a:p>
          <a:p>
            <a:r>
              <a:rPr lang="en-US" dirty="0"/>
              <a:t>But “data moves” can also matter, i.e. how many swaps or insertions are done</a:t>
            </a:r>
          </a:p>
          <a:p>
            <a:r>
              <a:rPr lang="en-US" dirty="0"/>
              <a:t>Plus code outside of the comparisons matters too, and running time can often be improved doing less (or faster) work between comparisons</a:t>
            </a:r>
          </a:p>
          <a:p>
            <a:r>
              <a:rPr lang="en-US" dirty="0"/>
              <a:t>In general, built-in sorting routines like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std::sort</a:t>
            </a:r>
            <a:r>
              <a:rPr lang="en-US" dirty="0"/>
              <a:t> are generally well-tested and efficient for many different types of data</a:t>
            </a:r>
          </a:p>
        </p:txBody>
      </p:sp>
    </p:spTree>
    <p:extLst>
      <p:ext uri="{BB962C8B-B14F-4D97-AF65-F5344CB8AC3E}">
        <p14:creationId xmlns:p14="http://schemas.microsoft.com/office/powerpoint/2010/main" val="4017324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1849</TotalTime>
  <Words>1996</Words>
  <Application>Microsoft Macintosh PowerPoint</Application>
  <PresentationFormat>Widescreen</PresentationFormat>
  <Paragraphs>162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Consolas</vt:lpstr>
      <vt:lpstr>Office Theme</vt:lpstr>
      <vt:lpstr>Sorting</vt:lpstr>
      <vt:lpstr>Topics</vt:lpstr>
      <vt:lpstr>Sorting</vt:lpstr>
      <vt:lpstr>Simple Sorting</vt:lpstr>
      <vt:lpstr>Other Simple Sorts</vt:lpstr>
      <vt:lpstr>Heap Sort</vt:lpstr>
      <vt:lpstr>Divide-and-Conquer for Sorting</vt:lpstr>
      <vt:lpstr>Mergesort</vt:lpstr>
      <vt:lpstr>Merge</vt:lpstr>
      <vt:lpstr>Merging</vt:lpstr>
      <vt:lpstr>Mergesort Performance</vt:lpstr>
      <vt:lpstr>Mergesort</vt:lpstr>
      <vt:lpstr>Quicksort</vt:lpstr>
      <vt:lpstr>Quicksort</vt:lpstr>
      <vt:lpstr>Partition</vt:lpstr>
      <vt:lpstr>Quicksort Performance</vt:lpstr>
      <vt:lpstr>Quicksort Performance</vt:lpstr>
      <vt:lpstr>Sorting: Lower Bound</vt:lpstr>
      <vt:lpstr>Faster Sorts</vt:lpstr>
      <vt:lpstr>Comparing Sorting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cp:lastPrinted>2026-07-02T18:50:52Z</cp:lastPrinted>
  <dcterms:created xsi:type="dcterms:W3CDTF">2026-06-22T23:17:30Z</dcterms:created>
  <dcterms:modified xsi:type="dcterms:W3CDTF">2026-07-02T20:16:06Z</dcterms:modified>
</cp:coreProperties>
</file>