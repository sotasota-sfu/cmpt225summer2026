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2DAD8-E89F-AC41-B3EB-40B243B3DD5F}" v="477" dt="2026-07-01T06:02:59.4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8"/>
    <p:restoredTop sz="96301"/>
  </p:normalViewPr>
  <p:slideViewPr>
    <p:cSldViewPr snapToGrid="0">
      <p:cViewPr varScale="1">
        <p:scale>
          <a:sx n="127" d="100"/>
          <a:sy n="127" d="100"/>
        </p:scale>
        <p:origin x="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">
      <pc:chgData name="Toby Donaldson" userId="2e6e5431-bb17-4c41-9985-d39c50d83c73" providerId="ADAL" clId="{F31BC264-820E-54C4-A6D1-F92AF9CC222E}" dt="2026-07-02T16:53:55.920" v="11819" actId="20577"/>
      <pc:docMkLst>
        <pc:docMk/>
      </pc:docMkLst>
      <pc:sldChg chg="modSp mod">
        <pc:chgData name="Toby Donaldson" userId="2e6e5431-bb17-4c41-9985-d39c50d83c73" providerId="ADAL" clId="{F31BC264-820E-54C4-A6D1-F92AF9CC222E}" dt="2026-07-01T02:37:19.481" v="455" actId="20577"/>
        <pc:sldMkLst>
          <pc:docMk/>
          <pc:sldMk cId="3913951393" sldId="256"/>
        </pc:sldMkLst>
        <pc:spChg chg="mod">
          <ac:chgData name="Toby Donaldson" userId="2e6e5431-bb17-4c41-9985-d39c50d83c73" providerId="ADAL" clId="{F31BC264-820E-54C4-A6D1-F92AF9CC222E}" dt="2026-07-01T02:35:34.701" v="437" actId="20577"/>
          <ac:spMkLst>
            <pc:docMk/>
            <pc:sldMk cId="3913951393" sldId="256"/>
            <ac:spMk id="2" creationId="{CC8A3A52-9C4F-676A-549D-DDD6E2B61E8C}"/>
          </ac:spMkLst>
        </pc:spChg>
        <pc:spChg chg="mod">
          <ac:chgData name="Toby Donaldson" userId="2e6e5431-bb17-4c41-9985-d39c50d83c73" providerId="ADAL" clId="{F31BC264-820E-54C4-A6D1-F92AF9CC222E}" dt="2026-07-01T02:37:19.481" v="455" actId="20577"/>
          <ac:spMkLst>
            <pc:docMk/>
            <pc:sldMk cId="3913951393" sldId="256"/>
            <ac:spMk id="3" creationId="{205107A4-06A5-9E02-14AC-D09083368118}"/>
          </ac:spMkLst>
        </pc:spChg>
      </pc:sldChg>
      <pc:sldChg chg="modSp mod">
        <pc:chgData name="Toby Donaldson" userId="2e6e5431-bb17-4c41-9985-d39c50d83c73" providerId="ADAL" clId="{F31BC264-820E-54C4-A6D1-F92AF9CC222E}" dt="2026-07-02T16:53:55.920" v="11819" actId="20577"/>
        <pc:sldMkLst>
          <pc:docMk/>
          <pc:sldMk cId="4218742454" sldId="257"/>
        </pc:sldMkLst>
        <pc:spChg chg="mod">
          <ac:chgData name="Toby Donaldson" userId="2e6e5431-bb17-4c41-9985-d39c50d83c73" providerId="ADAL" clId="{F31BC264-820E-54C4-A6D1-F92AF9CC222E}" dt="2026-07-02T16:53:55.920" v="11819" actId="20577"/>
          <ac:spMkLst>
            <pc:docMk/>
            <pc:sldMk cId="4218742454" sldId="257"/>
            <ac:spMk id="3" creationId="{AD5AA14A-0A73-A031-2FCF-8946584D64B9}"/>
          </ac:spMkLst>
        </pc:spChg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111845022" sldId="258"/>
        </pc:sldMkLst>
      </pc:sldChg>
      <pc:sldChg chg="addSp modSp new mod">
        <pc:chgData name="Toby Donaldson" userId="2e6e5431-bb17-4c41-9985-d39c50d83c73" providerId="ADAL" clId="{F31BC264-820E-54C4-A6D1-F92AF9CC222E}" dt="2026-07-01T02:48:05.176" v="1704" actId="5793"/>
        <pc:sldMkLst>
          <pc:docMk/>
          <pc:sldMk cId="3806433123" sldId="258"/>
        </pc:sldMkLst>
        <pc:spChg chg="mod">
          <ac:chgData name="Toby Donaldson" userId="2e6e5431-bb17-4c41-9985-d39c50d83c73" providerId="ADAL" clId="{F31BC264-820E-54C4-A6D1-F92AF9CC222E}" dt="2026-07-01T02:39:05.407" v="631" actId="20577"/>
          <ac:spMkLst>
            <pc:docMk/>
            <pc:sldMk cId="3806433123" sldId="258"/>
            <ac:spMk id="2" creationId="{70DBDBE3-E9D2-AA76-23FE-471857484EB3}"/>
          </ac:spMkLst>
        </pc:spChg>
        <pc:spChg chg="mod">
          <ac:chgData name="Toby Donaldson" userId="2e6e5431-bb17-4c41-9985-d39c50d83c73" providerId="ADAL" clId="{F31BC264-820E-54C4-A6D1-F92AF9CC222E}" dt="2026-07-01T02:48:05.176" v="1704" actId="5793"/>
          <ac:spMkLst>
            <pc:docMk/>
            <pc:sldMk cId="3806433123" sldId="258"/>
            <ac:spMk id="3" creationId="{BE4DD939-2C37-032A-41BD-4BD139CC43B0}"/>
          </ac:spMkLst>
        </pc:spChg>
        <pc:spChg chg="add mod">
          <ac:chgData name="Toby Donaldson" userId="2e6e5431-bb17-4c41-9985-d39c50d83c73" providerId="ADAL" clId="{F31BC264-820E-54C4-A6D1-F92AF9CC222E}" dt="2026-07-01T02:43:50.828" v="1231" actId="12788"/>
          <ac:spMkLst>
            <pc:docMk/>
            <pc:sldMk cId="3806433123" sldId="258"/>
            <ac:spMk id="4" creationId="{0B213BB1-2493-4A19-7BC3-440528639154}"/>
          </ac:spMkLst>
        </pc:spChg>
        <pc:spChg chg="add mod">
          <ac:chgData name="Toby Donaldson" userId="2e6e5431-bb17-4c41-9985-d39c50d83c73" providerId="ADAL" clId="{F31BC264-820E-54C4-A6D1-F92AF9CC222E}" dt="2026-07-01T02:43:50.828" v="1231" actId="12788"/>
          <ac:spMkLst>
            <pc:docMk/>
            <pc:sldMk cId="3806433123" sldId="258"/>
            <ac:spMk id="5" creationId="{5ADC2E3E-67CA-EA3C-7607-9588E4C5844F}"/>
          </ac:spMkLst>
        </pc:spChg>
      </pc:sldChg>
      <pc:sldChg chg="addSp modSp new mod">
        <pc:chgData name="Toby Donaldson" userId="2e6e5431-bb17-4c41-9985-d39c50d83c73" providerId="ADAL" clId="{F31BC264-820E-54C4-A6D1-F92AF9CC222E}" dt="2026-07-01T03:31:21.833" v="4926" actId="20577"/>
        <pc:sldMkLst>
          <pc:docMk/>
          <pc:sldMk cId="3199184259" sldId="259"/>
        </pc:sldMkLst>
        <pc:spChg chg="mod">
          <ac:chgData name="Toby Donaldson" userId="2e6e5431-bb17-4c41-9985-d39c50d83c73" providerId="ADAL" clId="{F31BC264-820E-54C4-A6D1-F92AF9CC222E}" dt="2026-07-01T02:48:29.450" v="1719" actId="20577"/>
          <ac:spMkLst>
            <pc:docMk/>
            <pc:sldMk cId="3199184259" sldId="259"/>
            <ac:spMk id="2" creationId="{96FAFDC1-3114-729C-FB8B-93E2E6C0A022}"/>
          </ac:spMkLst>
        </pc:spChg>
        <pc:spChg chg="mod">
          <ac:chgData name="Toby Donaldson" userId="2e6e5431-bb17-4c41-9985-d39c50d83c73" providerId="ADAL" clId="{F31BC264-820E-54C4-A6D1-F92AF9CC222E}" dt="2026-07-01T02:52:25.644" v="2110" actId="14100"/>
          <ac:spMkLst>
            <pc:docMk/>
            <pc:sldMk cId="3199184259" sldId="259"/>
            <ac:spMk id="3" creationId="{00CD6EAB-8659-A93A-BD43-54D24368D8C0}"/>
          </ac:spMkLst>
        </pc:spChg>
        <pc:spChg chg="add mod">
          <ac:chgData name="Toby Donaldson" userId="2e6e5431-bb17-4c41-9985-d39c50d83c73" providerId="ADAL" clId="{F31BC264-820E-54C4-A6D1-F92AF9CC222E}" dt="2026-07-01T02:53:02.172" v="2119" actId="14100"/>
          <ac:spMkLst>
            <pc:docMk/>
            <pc:sldMk cId="3199184259" sldId="259"/>
            <ac:spMk id="4" creationId="{5853FBAF-A0EB-A3B6-AC5F-D2D7B3173D9D}"/>
          </ac:spMkLst>
        </pc:spChg>
        <pc:spChg chg="add mod">
          <ac:chgData name="Toby Donaldson" userId="2e6e5431-bb17-4c41-9985-d39c50d83c73" providerId="ADAL" clId="{F31BC264-820E-54C4-A6D1-F92AF9CC222E}" dt="2026-07-01T02:53:05.478" v="2120" actId="1076"/>
          <ac:spMkLst>
            <pc:docMk/>
            <pc:sldMk cId="3199184259" sldId="259"/>
            <ac:spMk id="5" creationId="{501B31A4-E32D-23F2-27FC-22FB143A34FA}"/>
          </ac:spMkLst>
        </pc:spChg>
        <pc:spChg chg="add mod">
          <ac:chgData name="Toby Donaldson" userId="2e6e5431-bb17-4c41-9985-d39c50d83c73" providerId="ADAL" clId="{F31BC264-820E-54C4-A6D1-F92AF9CC222E}" dt="2026-07-01T02:53:13.211" v="2123" actId="1076"/>
          <ac:spMkLst>
            <pc:docMk/>
            <pc:sldMk cId="3199184259" sldId="259"/>
            <ac:spMk id="6" creationId="{E2E6D642-9832-012A-A75E-4E5B741B2B90}"/>
          </ac:spMkLst>
        </pc:spChg>
        <pc:spChg chg="add mod">
          <ac:chgData name="Toby Donaldson" userId="2e6e5431-bb17-4c41-9985-d39c50d83c73" providerId="ADAL" clId="{F31BC264-820E-54C4-A6D1-F92AF9CC222E}" dt="2026-07-01T02:53:37.111" v="2127" actId="14100"/>
          <ac:spMkLst>
            <pc:docMk/>
            <pc:sldMk cId="3199184259" sldId="259"/>
            <ac:spMk id="7" creationId="{10FEBEAA-A27A-015F-15CF-F184F5F18392}"/>
          </ac:spMkLst>
        </pc:spChg>
        <pc:spChg chg="add mod">
          <ac:chgData name="Toby Donaldson" userId="2e6e5431-bb17-4c41-9985-d39c50d83c73" providerId="ADAL" clId="{F31BC264-820E-54C4-A6D1-F92AF9CC222E}" dt="2026-07-01T02:53:46.010" v="2130" actId="14100"/>
          <ac:spMkLst>
            <pc:docMk/>
            <pc:sldMk cId="3199184259" sldId="259"/>
            <ac:spMk id="8" creationId="{CDC37316-ADDC-7CF4-4F6E-77B7899621D6}"/>
          </ac:spMkLst>
        </pc:spChg>
        <pc:spChg chg="add mod">
          <ac:chgData name="Toby Donaldson" userId="2e6e5431-bb17-4c41-9985-d39c50d83c73" providerId="ADAL" clId="{F31BC264-820E-54C4-A6D1-F92AF9CC222E}" dt="2026-07-01T02:53:58.597" v="2148" actId="1076"/>
          <ac:spMkLst>
            <pc:docMk/>
            <pc:sldMk cId="3199184259" sldId="259"/>
            <ac:spMk id="9" creationId="{ECF141FA-BE38-30FF-FD1C-9F58E976074E}"/>
          </ac:spMkLst>
        </pc:spChg>
        <pc:spChg chg="add mod">
          <ac:chgData name="Toby Donaldson" userId="2e6e5431-bb17-4c41-9985-d39c50d83c73" providerId="ADAL" clId="{F31BC264-820E-54C4-A6D1-F92AF9CC222E}" dt="2026-07-01T02:54:07.274" v="2158" actId="20577"/>
          <ac:spMkLst>
            <pc:docMk/>
            <pc:sldMk cId="3199184259" sldId="259"/>
            <ac:spMk id="10" creationId="{B03753AD-A4CC-85B2-71B7-2CF0DCBD7922}"/>
          </ac:spMkLst>
        </pc:spChg>
        <pc:spChg chg="add mod">
          <ac:chgData name="Toby Donaldson" userId="2e6e5431-bb17-4c41-9985-d39c50d83c73" providerId="ADAL" clId="{F31BC264-820E-54C4-A6D1-F92AF9CC222E}" dt="2026-07-01T02:57:16.112" v="2344" actId="1076"/>
          <ac:spMkLst>
            <pc:docMk/>
            <pc:sldMk cId="3199184259" sldId="259"/>
            <ac:spMk id="11" creationId="{A843A808-4C44-B2A6-1D03-68B3CBFEC5DB}"/>
          </ac:spMkLst>
        </pc:spChg>
        <pc:spChg chg="add mod">
          <ac:chgData name="Toby Donaldson" userId="2e6e5431-bb17-4c41-9985-d39c50d83c73" providerId="ADAL" clId="{F31BC264-820E-54C4-A6D1-F92AF9CC222E}" dt="2026-07-01T03:31:21.833" v="4926" actId="20577"/>
          <ac:spMkLst>
            <pc:docMk/>
            <pc:sldMk cId="3199184259" sldId="259"/>
            <ac:spMk id="12" creationId="{AF18A5DB-52C9-140A-305B-AABC71F73A62}"/>
          </ac:spMkLst>
        </pc:spChg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3878808988" sldId="259"/>
        </pc:sldMkLst>
      </pc:sldChg>
      <pc:sldChg chg="modSp new mod">
        <pc:chgData name="Toby Donaldson" userId="2e6e5431-bb17-4c41-9985-d39c50d83c73" providerId="ADAL" clId="{F31BC264-820E-54C4-A6D1-F92AF9CC222E}" dt="2026-07-01T03:00:45.221" v="3047" actId="20577"/>
        <pc:sldMkLst>
          <pc:docMk/>
          <pc:sldMk cId="90117088" sldId="260"/>
        </pc:sldMkLst>
        <pc:spChg chg="mod">
          <ac:chgData name="Toby Donaldson" userId="2e6e5431-bb17-4c41-9985-d39c50d83c73" providerId="ADAL" clId="{F31BC264-820E-54C4-A6D1-F92AF9CC222E}" dt="2026-07-01T02:57:48.409" v="2383" actId="20577"/>
          <ac:spMkLst>
            <pc:docMk/>
            <pc:sldMk cId="90117088" sldId="260"/>
            <ac:spMk id="2" creationId="{8221B8F8-294D-3D05-0109-C1E9BAA44FBA}"/>
          </ac:spMkLst>
        </pc:spChg>
        <pc:spChg chg="mod">
          <ac:chgData name="Toby Donaldson" userId="2e6e5431-bb17-4c41-9985-d39c50d83c73" providerId="ADAL" clId="{F31BC264-820E-54C4-A6D1-F92AF9CC222E}" dt="2026-07-01T03:00:45.221" v="3047" actId="20577"/>
          <ac:spMkLst>
            <pc:docMk/>
            <pc:sldMk cId="90117088" sldId="260"/>
            <ac:spMk id="3" creationId="{BDEAE933-443C-15A0-E0DC-A9AE4BEE1E81}"/>
          </ac:spMkLst>
        </pc:spChg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1155849756" sldId="260"/>
        </pc:sldMkLst>
      </pc:sldChg>
      <pc:sldChg chg="modSp new mod">
        <pc:chgData name="Toby Donaldson" userId="2e6e5431-bb17-4c41-9985-d39c50d83c73" providerId="ADAL" clId="{F31BC264-820E-54C4-A6D1-F92AF9CC222E}" dt="2026-07-01T03:06:23.290" v="3867" actId="20577"/>
        <pc:sldMkLst>
          <pc:docMk/>
          <pc:sldMk cId="290959236" sldId="261"/>
        </pc:sldMkLst>
        <pc:spChg chg="mod">
          <ac:chgData name="Toby Donaldson" userId="2e6e5431-bb17-4c41-9985-d39c50d83c73" providerId="ADAL" clId="{F31BC264-820E-54C4-A6D1-F92AF9CC222E}" dt="2026-07-01T03:00:55.711" v="3065" actId="20577"/>
          <ac:spMkLst>
            <pc:docMk/>
            <pc:sldMk cId="290959236" sldId="261"/>
            <ac:spMk id="2" creationId="{64DCAD0D-9E3E-56A2-0B5A-888CC01FEC59}"/>
          </ac:spMkLst>
        </pc:spChg>
        <pc:spChg chg="mod">
          <ac:chgData name="Toby Donaldson" userId="2e6e5431-bb17-4c41-9985-d39c50d83c73" providerId="ADAL" clId="{F31BC264-820E-54C4-A6D1-F92AF9CC222E}" dt="2026-07-01T03:06:23.290" v="3867" actId="20577"/>
          <ac:spMkLst>
            <pc:docMk/>
            <pc:sldMk cId="290959236" sldId="261"/>
            <ac:spMk id="3" creationId="{1CF60CFC-6019-BC41-A7BF-E01AF92EF4FD}"/>
          </ac:spMkLst>
        </pc:spChg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3445462456" sldId="261"/>
        </pc:sldMkLst>
      </pc:sldChg>
      <pc:sldChg chg="modSp new mod">
        <pc:chgData name="Toby Donaldson" userId="2e6e5431-bb17-4c41-9985-d39c50d83c73" providerId="ADAL" clId="{F31BC264-820E-54C4-A6D1-F92AF9CC222E}" dt="2026-07-01T03:08:42.369" v="4297" actId="113"/>
        <pc:sldMkLst>
          <pc:docMk/>
          <pc:sldMk cId="829845940" sldId="262"/>
        </pc:sldMkLst>
        <pc:spChg chg="mod">
          <ac:chgData name="Toby Donaldson" userId="2e6e5431-bb17-4c41-9985-d39c50d83c73" providerId="ADAL" clId="{F31BC264-820E-54C4-A6D1-F92AF9CC222E}" dt="2026-07-01T03:06:43.890" v="3900" actId="20577"/>
          <ac:spMkLst>
            <pc:docMk/>
            <pc:sldMk cId="829845940" sldId="262"/>
            <ac:spMk id="2" creationId="{9C8F417D-DA04-852C-B7C0-C5BB95CFB003}"/>
          </ac:spMkLst>
        </pc:spChg>
        <pc:spChg chg="mod">
          <ac:chgData name="Toby Donaldson" userId="2e6e5431-bb17-4c41-9985-d39c50d83c73" providerId="ADAL" clId="{F31BC264-820E-54C4-A6D1-F92AF9CC222E}" dt="2026-07-01T03:08:42.369" v="4297" actId="113"/>
          <ac:spMkLst>
            <pc:docMk/>
            <pc:sldMk cId="829845940" sldId="262"/>
            <ac:spMk id="3" creationId="{D936222D-23FE-0179-3D55-0AC6903D5AFF}"/>
          </ac:spMkLst>
        </pc:spChg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4026371980" sldId="262"/>
        </pc:sldMkLst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2274768566" sldId="263"/>
        </pc:sldMkLst>
      </pc:sldChg>
      <pc:sldChg chg="addSp delSp modSp new mod">
        <pc:chgData name="Toby Donaldson" userId="2e6e5431-bb17-4c41-9985-d39c50d83c73" providerId="ADAL" clId="{F31BC264-820E-54C4-A6D1-F92AF9CC222E}" dt="2026-07-01T03:39:37.054" v="5885" actId="1076"/>
        <pc:sldMkLst>
          <pc:docMk/>
          <pc:sldMk cId="2317800348" sldId="263"/>
        </pc:sldMkLst>
        <pc:spChg chg="mod">
          <ac:chgData name="Toby Donaldson" userId="2e6e5431-bb17-4c41-9985-d39c50d83c73" providerId="ADAL" clId="{F31BC264-820E-54C4-A6D1-F92AF9CC222E}" dt="2026-07-01T03:39:31.249" v="5884" actId="1076"/>
          <ac:spMkLst>
            <pc:docMk/>
            <pc:sldMk cId="2317800348" sldId="263"/>
            <ac:spMk id="2" creationId="{D0E4681D-A92A-3F3F-D8D4-2FF3A52D2CE2}"/>
          </ac:spMkLst>
        </pc:spChg>
        <pc:spChg chg="mod">
          <ac:chgData name="Toby Donaldson" userId="2e6e5431-bb17-4c41-9985-d39c50d83c73" providerId="ADAL" clId="{F31BC264-820E-54C4-A6D1-F92AF9CC222E}" dt="2026-07-01T03:39:02.799" v="5880"/>
          <ac:spMkLst>
            <pc:docMk/>
            <pc:sldMk cId="2317800348" sldId="263"/>
            <ac:spMk id="3" creationId="{704D09BA-AF3A-FF77-D615-8B824004353B}"/>
          </ac:spMkLst>
        </pc:spChg>
        <pc:spChg chg="add mod">
          <ac:chgData name="Toby Donaldson" userId="2e6e5431-bb17-4c41-9985-d39c50d83c73" providerId="ADAL" clId="{F31BC264-820E-54C4-A6D1-F92AF9CC222E}" dt="2026-07-01T03:39:37.054" v="5885" actId="1076"/>
          <ac:spMkLst>
            <pc:docMk/>
            <pc:sldMk cId="2317800348" sldId="263"/>
            <ac:spMk id="4" creationId="{EBDE94DA-AE2D-79C0-20E0-2364A7AB46BF}"/>
          </ac:spMkLst>
        </pc:spChg>
        <pc:spChg chg="add del mod">
          <ac:chgData name="Toby Donaldson" userId="2e6e5431-bb17-4c41-9985-d39c50d83c73" providerId="ADAL" clId="{F31BC264-820E-54C4-A6D1-F92AF9CC222E}" dt="2026-07-01T03:31:02.451" v="4920" actId="21"/>
          <ac:spMkLst>
            <pc:docMk/>
            <pc:sldMk cId="2317800348" sldId="263"/>
            <ac:spMk id="5" creationId="{BDE10225-E66E-565C-4598-FDE3446BCA08}"/>
          </ac:spMkLst>
        </pc:spChg>
      </pc:sldChg>
      <pc:sldChg chg="addSp del">
        <pc:chgData name="Toby Donaldson" userId="2e6e5431-bb17-4c41-9985-d39c50d83c73" providerId="ADAL" clId="{F31BC264-820E-54C4-A6D1-F92AF9CC222E}" dt="2026-07-01T02:38:43.500" v="623" actId="2696"/>
        <pc:sldMkLst>
          <pc:docMk/>
          <pc:sldMk cId="1410276536" sldId="264"/>
        </pc:sldMkLst>
      </pc:sldChg>
      <pc:sldChg chg="addSp delSp modSp new mod">
        <pc:chgData name="Toby Donaldson" userId="2e6e5431-bb17-4c41-9985-d39c50d83c73" providerId="ADAL" clId="{F31BC264-820E-54C4-A6D1-F92AF9CC222E}" dt="2026-07-01T03:34:59.831" v="5584" actId="20577"/>
        <pc:sldMkLst>
          <pc:docMk/>
          <pc:sldMk cId="1936074923" sldId="264"/>
        </pc:sldMkLst>
        <pc:spChg chg="mod">
          <ac:chgData name="Toby Donaldson" userId="2e6e5431-bb17-4c41-9985-d39c50d83c73" providerId="ADAL" clId="{F31BC264-820E-54C4-A6D1-F92AF9CC222E}" dt="2026-07-01T03:15:07.749" v="4564" actId="1076"/>
          <ac:spMkLst>
            <pc:docMk/>
            <pc:sldMk cId="1936074923" sldId="264"/>
            <ac:spMk id="2" creationId="{3457CA89-2628-5FF8-E0ED-31E3655A35EC}"/>
          </ac:spMkLst>
        </pc:spChg>
        <pc:spChg chg="mod">
          <ac:chgData name="Toby Donaldson" userId="2e6e5431-bb17-4c41-9985-d39c50d83c73" providerId="ADAL" clId="{F31BC264-820E-54C4-A6D1-F92AF9CC222E}" dt="2026-07-01T03:30:32.542" v="4918" actId="20577"/>
          <ac:spMkLst>
            <pc:docMk/>
            <pc:sldMk cId="1936074923" sldId="264"/>
            <ac:spMk id="3" creationId="{E4CEA471-517A-11A8-F832-A6EB09211925}"/>
          </ac:spMkLst>
        </pc:spChg>
        <pc:spChg chg="add mod">
          <ac:chgData name="Toby Donaldson" userId="2e6e5431-bb17-4c41-9985-d39c50d83c73" providerId="ADAL" clId="{F31BC264-820E-54C4-A6D1-F92AF9CC222E}" dt="2026-07-01T03:23:29.440" v="4653"/>
          <ac:spMkLst>
            <pc:docMk/>
            <pc:sldMk cId="1936074923" sldId="264"/>
            <ac:spMk id="4" creationId="{AEE6565D-C2AE-B2AE-CB41-BB325C854449}"/>
          </ac:spMkLst>
        </pc:spChg>
        <pc:spChg chg="add mod">
          <ac:chgData name="Toby Donaldson" userId="2e6e5431-bb17-4c41-9985-d39c50d83c73" providerId="ADAL" clId="{F31BC264-820E-54C4-A6D1-F92AF9CC222E}" dt="2026-07-01T03:26:02.363" v="4828" actId="14100"/>
          <ac:spMkLst>
            <pc:docMk/>
            <pc:sldMk cId="1936074923" sldId="264"/>
            <ac:spMk id="5" creationId="{3E062EBD-77E6-F2F4-9558-B72B2BCD1B2D}"/>
          </ac:spMkLst>
        </pc:spChg>
        <pc:spChg chg="add del mod">
          <ac:chgData name="Toby Donaldson" userId="2e6e5431-bb17-4c41-9985-d39c50d83c73" providerId="ADAL" clId="{F31BC264-820E-54C4-A6D1-F92AF9CC222E}" dt="2026-07-01T03:26:51.769" v="4840"/>
          <ac:spMkLst>
            <pc:docMk/>
            <pc:sldMk cId="1936074923" sldId="264"/>
            <ac:spMk id="6" creationId="{1EC1A5C2-8ECB-5E79-48C7-534687AA60AD}"/>
          </ac:spMkLst>
        </pc:spChg>
        <pc:spChg chg="add mod">
          <ac:chgData name="Toby Donaldson" userId="2e6e5431-bb17-4c41-9985-d39c50d83c73" providerId="ADAL" clId="{F31BC264-820E-54C4-A6D1-F92AF9CC222E}" dt="2026-07-01T03:26:20.652" v="4834" actId="1076"/>
          <ac:spMkLst>
            <pc:docMk/>
            <pc:sldMk cId="1936074923" sldId="264"/>
            <ac:spMk id="7" creationId="{2B70BA13-A82E-B8D8-0B70-828724949FAA}"/>
          </ac:spMkLst>
        </pc:spChg>
        <pc:spChg chg="add mod">
          <ac:chgData name="Toby Donaldson" userId="2e6e5431-bb17-4c41-9985-d39c50d83c73" providerId="ADAL" clId="{F31BC264-820E-54C4-A6D1-F92AF9CC222E}" dt="2026-07-01T03:27:20.919" v="4845" actId="1076"/>
          <ac:spMkLst>
            <pc:docMk/>
            <pc:sldMk cId="1936074923" sldId="264"/>
            <ac:spMk id="8" creationId="{AEB5776F-8C9B-0FE9-C630-6B50252EE568}"/>
          </ac:spMkLst>
        </pc:spChg>
        <pc:spChg chg="add mod">
          <ac:chgData name="Toby Donaldson" userId="2e6e5431-bb17-4c41-9985-d39c50d83c73" providerId="ADAL" clId="{F31BC264-820E-54C4-A6D1-F92AF9CC222E}" dt="2026-07-01T03:27:11.484" v="4844" actId="1076"/>
          <ac:spMkLst>
            <pc:docMk/>
            <pc:sldMk cId="1936074923" sldId="264"/>
            <ac:spMk id="9" creationId="{30A59DD6-E96B-A5CB-E1E2-22E010C2D118}"/>
          </ac:spMkLst>
        </pc:spChg>
        <pc:spChg chg="add mod">
          <ac:chgData name="Toby Donaldson" userId="2e6e5431-bb17-4c41-9985-d39c50d83c73" providerId="ADAL" clId="{F31BC264-820E-54C4-A6D1-F92AF9CC222E}" dt="2026-07-01T03:27:59.099" v="4854" actId="1076"/>
          <ac:spMkLst>
            <pc:docMk/>
            <pc:sldMk cId="1936074923" sldId="264"/>
            <ac:spMk id="10" creationId="{6305A249-8861-427C-00DF-42FB07D9D406}"/>
          </ac:spMkLst>
        </pc:spChg>
        <pc:spChg chg="add mod">
          <ac:chgData name="Toby Donaldson" userId="2e6e5431-bb17-4c41-9985-d39c50d83c73" providerId="ADAL" clId="{F31BC264-820E-54C4-A6D1-F92AF9CC222E}" dt="2026-07-01T03:27:59.099" v="4854" actId="1076"/>
          <ac:spMkLst>
            <pc:docMk/>
            <pc:sldMk cId="1936074923" sldId="264"/>
            <ac:spMk id="11" creationId="{8961999A-B927-F15D-F67A-C538811B3274}"/>
          </ac:spMkLst>
        </pc:spChg>
        <pc:spChg chg="add mod">
          <ac:chgData name="Toby Donaldson" userId="2e6e5431-bb17-4c41-9985-d39c50d83c73" providerId="ADAL" clId="{F31BC264-820E-54C4-A6D1-F92AF9CC222E}" dt="2026-07-01T03:27:59.099" v="4854" actId="1076"/>
          <ac:spMkLst>
            <pc:docMk/>
            <pc:sldMk cId="1936074923" sldId="264"/>
            <ac:spMk id="12" creationId="{004A614D-7BA5-5E6E-6991-9288F27ADE37}"/>
          </ac:spMkLst>
        </pc:spChg>
        <pc:spChg chg="add mod">
          <ac:chgData name="Toby Donaldson" userId="2e6e5431-bb17-4c41-9985-d39c50d83c73" providerId="ADAL" clId="{F31BC264-820E-54C4-A6D1-F92AF9CC222E}" dt="2026-07-01T03:27:59.099" v="4854" actId="1076"/>
          <ac:spMkLst>
            <pc:docMk/>
            <pc:sldMk cId="1936074923" sldId="264"/>
            <ac:spMk id="13" creationId="{32921D2F-7337-720B-16A1-3AA5C428CE91}"/>
          </ac:spMkLst>
        </pc:spChg>
        <pc:spChg chg="add del mod">
          <ac:chgData name="Toby Donaldson" userId="2e6e5431-bb17-4c41-9985-d39c50d83c73" providerId="ADAL" clId="{F31BC264-820E-54C4-A6D1-F92AF9CC222E}" dt="2026-07-01T03:28:42.689" v="4863" actId="21"/>
          <ac:spMkLst>
            <pc:docMk/>
            <pc:sldMk cId="1936074923" sldId="264"/>
            <ac:spMk id="14" creationId="{A8B64775-1AE8-B113-C6D6-A79B93B29251}"/>
          </ac:spMkLst>
        </pc:spChg>
        <pc:spChg chg="add mod">
          <ac:chgData name="Toby Donaldson" userId="2e6e5431-bb17-4c41-9985-d39c50d83c73" providerId="ADAL" clId="{F31BC264-820E-54C4-A6D1-F92AF9CC222E}" dt="2026-07-01T03:29:04.680" v="4868" actId="1076"/>
          <ac:spMkLst>
            <pc:docMk/>
            <pc:sldMk cId="1936074923" sldId="264"/>
            <ac:spMk id="15" creationId="{70599261-7D5A-39F7-DC7D-1E91FB69D1B1}"/>
          </ac:spMkLst>
        </pc:spChg>
        <pc:spChg chg="add del mod">
          <ac:chgData name="Toby Donaldson" userId="2e6e5431-bb17-4c41-9985-d39c50d83c73" providerId="ADAL" clId="{F31BC264-820E-54C4-A6D1-F92AF9CC222E}" dt="2026-07-01T03:28:16.849" v="4858" actId="21"/>
          <ac:spMkLst>
            <pc:docMk/>
            <pc:sldMk cId="1936074923" sldId="264"/>
            <ac:spMk id="16" creationId="{5374C735-6D86-23D5-C825-5E7B7BB6B998}"/>
          </ac:spMkLst>
        </pc:spChg>
        <pc:spChg chg="add del mod">
          <ac:chgData name="Toby Donaldson" userId="2e6e5431-bb17-4c41-9985-d39c50d83c73" providerId="ADAL" clId="{F31BC264-820E-54C4-A6D1-F92AF9CC222E}" dt="2026-07-01T03:28:16.849" v="4858" actId="21"/>
          <ac:spMkLst>
            <pc:docMk/>
            <pc:sldMk cId="1936074923" sldId="264"/>
            <ac:spMk id="17" creationId="{E3D5CD73-3498-AD59-7D2C-2B2F2C23D4D7}"/>
          </ac:spMkLst>
        </pc:spChg>
        <pc:spChg chg="add del mod">
          <ac:chgData name="Toby Donaldson" userId="2e6e5431-bb17-4c41-9985-d39c50d83c73" providerId="ADAL" clId="{F31BC264-820E-54C4-A6D1-F92AF9CC222E}" dt="2026-07-01T03:28:57.671" v="4867" actId="21"/>
          <ac:spMkLst>
            <pc:docMk/>
            <pc:sldMk cId="1936074923" sldId="264"/>
            <ac:spMk id="18" creationId="{AD6FC2F2-95E1-3E59-09C5-96F0C181E055}"/>
          </ac:spMkLst>
        </pc:spChg>
        <pc:spChg chg="add mod">
          <ac:chgData name="Toby Donaldson" userId="2e6e5431-bb17-4c41-9985-d39c50d83c73" providerId="ADAL" clId="{F31BC264-820E-54C4-A6D1-F92AF9CC222E}" dt="2026-07-01T03:28:54.397" v="4866" actId="14100"/>
          <ac:spMkLst>
            <pc:docMk/>
            <pc:sldMk cId="1936074923" sldId="264"/>
            <ac:spMk id="19" creationId="{126FD0F3-37E7-49E4-06EA-F4634F181AF4}"/>
          </ac:spMkLst>
        </pc:spChg>
        <pc:spChg chg="add mod">
          <ac:chgData name="Toby Donaldson" userId="2e6e5431-bb17-4c41-9985-d39c50d83c73" providerId="ADAL" clId="{F31BC264-820E-54C4-A6D1-F92AF9CC222E}" dt="2026-07-01T03:29:47.494" v="4874" actId="12788"/>
          <ac:spMkLst>
            <pc:docMk/>
            <pc:sldMk cId="1936074923" sldId="264"/>
            <ac:spMk id="20" creationId="{2312B586-B69F-CE6E-167A-0090C1CA4C41}"/>
          </ac:spMkLst>
        </pc:spChg>
        <pc:spChg chg="add mod">
          <ac:chgData name="Toby Donaldson" userId="2e6e5431-bb17-4c41-9985-d39c50d83c73" providerId="ADAL" clId="{F31BC264-820E-54C4-A6D1-F92AF9CC222E}" dt="2026-07-01T03:29:47.494" v="4874" actId="12788"/>
          <ac:spMkLst>
            <pc:docMk/>
            <pc:sldMk cId="1936074923" sldId="264"/>
            <ac:spMk id="21" creationId="{87814182-97E5-60D2-69A1-129651ECC368}"/>
          </ac:spMkLst>
        </pc:spChg>
        <pc:spChg chg="add mod">
          <ac:chgData name="Toby Donaldson" userId="2e6e5431-bb17-4c41-9985-d39c50d83c73" providerId="ADAL" clId="{F31BC264-820E-54C4-A6D1-F92AF9CC222E}" dt="2026-07-01T03:34:59.831" v="5584" actId="20577"/>
          <ac:spMkLst>
            <pc:docMk/>
            <pc:sldMk cId="1936074923" sldId="264"/>
            <ac:spMk id="22" creationId="{D81E0D23-5C5F-E736-E5AD-7BDCC52D41C0}"/>
          </ac:spMkLst>
        </pc:spChg>
        <pc:spChg chg="add mod">
          <ac:chgData name="Toby Donaldson" userId="2e6e5431-bb17-4c41-9985-d39c50d83c73" providerId="ADAL" clId="{F31BC264-820E-54C4-A6D1-F92AF9CC222E}" dt="2026-07-01T03:34:56.529" v="5583" actId="1076"/>
          <ac:spMkLst>
            <pc:docMk/>
            <pc:sldMk cId="1936074923" sldId="264"/>
            <ac:spMk id="23" creationId="{D09BB153-8C7A-F349-D095-B6865A509AB9}"/>
          </ac:spMkLst>
        </pc:spChg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2470219808" sldId="265"/>
        </pc:sldMkLst>
      </pc:sldChg>
      <pc:sldChg chg="modSp new mod">
        <pc:chgData name="Toby Donaldson" userId="2e6e5431-bb17-4c41-9985-d39c50d83c73" providerId="ADAL" clId="{F31BC264-820E-54C4-A6D1-F92AF9CC222E}" dt="2026-07-01T03:38:02.180" v="5870" actId="113"/>
        <pc:sldMkLst>
          <pc:docMk/>
          <pc:sldMk cId="4179708731" sldId="265"/>
        </pc:sldMkLst>
        <pc:spChg chg="mod">
          <ac:chgData name="Toby Donaldson" userId="2e6e5431-bb17-4c41-9985-d39c50d83c73" providerId="ADAL" clId="{F31BC264-820E-54C4-A6D1-F92AF9CC222E}" dt="2026-07-01T03:32:46.398" v="5109" actId="20577"/>
          <ac:spMkLst>
            <pc:docMk/>
            <pc:sldMk cId="4179708731" sldId="265"/>
            <ac:spMk id="2" creationId="{D3EE93E0-2F43-8159-0979-0B213E46D104}"/>
          </ac:spMkLst>
        </pc:spChg>
        <pc:spChg chg="mod">
          <ac:chgData name="Toby Donaldson" userId="2e6e5431-bb17-4c41-9985-d39c50d83c73" providerId="ADAL" clId="{F31BC264-820E-54C4-A6D1-F92AF9CC222E}" dt="2026-07-01T03:38:02.180" v="5870" actId="113"/>
          <ac:spMkLst>
            <pc:docMk/>
            <pc:sldMk cId="4179708731" sldId="265"/>
            <ac:spMk id="3" creationId="{77733675-322B-E1ED-E2DF-2A94284EC1D3}"/>
          </ac:spMkLst>
        </pc:spChg>
      </pc:sldChg>
      <pc:sldChg chg="addSp delSp modSp new mod">
        <pc:chgData name="Toby Donaldson" userId="2e6e5431-bb17-4c41-9985-d39c50d83c73" providerId="ADAL" clId="{F31BC264-820E-54C4-A6D1-F92AF9CC222E}" dt="2026-07-01T03:44:17.434" v="6251" actId="20577"/>
        <pc:sldMkLst>
          <pc:docMk/>
          <pc:sldMk cId="646174241" sldId="266"/>
        </pc:sldMkLst>
        <pc:spChg chg="mod">
          <ac:chgData name="Toby Donaldson" userId="2e6e5431-bb17-4c41-9985-d39c50d83c73" providerId="ADAL" clId="{F31BC264-820E-54C4-A6D1-F92AF9CC222E}" dt="2026-07-01T03:40:08.831" v="5917" actId="20577"/>
          <ac:spMkLst>
            <pc:docMk/>
            <pc:sldMk cId="646174241" sldId="266"/>
            <ac:spMk id="2" creationId="{0BB3819D-9861-8CE3-C342-BB1FC5FC5176}"/>
          </ac:spMkLst>
        </pc:spChg>
        <pc:spChg chg="del">
          <ac:chgData name="Toby Donaldson" userId="2e6e5431-bb17-4c41-9985-d39c50d83c73" providerId="ADAL" clId="{F31BC264-820E-54C4-A6D1-F92AF9CC222E}" dt="2026-07-01T03:41:36.584" v="5919" actId="21"/>
          <ac:spMkLst>
            <pc:docMk/>
            <pc:sldMk cId="646174241" sldId="266"/>
            <ac:spMk id="3" creationId="{4B0F4CEB-2205-EAD7-2EE8-31EDC335289D}"/>
          </ac:spMkLst>
        </pc:spChg>
        <pc:spChg chg="add mod">
          <ac:chgData name="Toby Donaldson" userId="2e6e5431-bb17-4c41-9985-d39c50d83c73" providerId="ADAL" clId="{F31BC264-820E-54C4-A6D1-F92AF9CC222E}" dt="2026-07-01T03:44:17.434" v="6251" actId="20577"/>
          <ac:spMkLst>
            <pc:docMk/>
            <pc:sldMk cId="646174241" sldId="266"/>
            <ac:spMk id="5" creationId="{582C376E-38D7-2C3C-0568-6BF824E67E2F}"/>
          </ac:spMkLst>
        </pc:spChg>
        <pc:picChg chg="add mod">
          <ac:chgData name="Toby Donaldson" userId="2e6e5431-bb17-4c41-9985-d39c50d83c73" providerId="ADAL" clId="{F31BC264-820E-54C4-A6D1-F92AF9CC222E}" dt="2026-07-01T03:41:48.166" v="5921" actId="1076"/>
          <ac:picMkLst>
            <pc:docMk/>
            <pc:sldMk cId="646174241" sldId="266"/>
            <ac:picMk id="4" creationId="{7295A067-4DDE-25C7-B39E-B0CFFAD491D1}"/>
          </ac:picMkLst>
        </pc:picChg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2763712372" sldId="266"/>
        </pc:sldMkLst>
      </pc:sldChg>
      <pc:sldChg chg="modSp new mod">
        <pc:chgData name="Toby Donaldson" userId="2e6e5431-bb17-4c41-9985-d39c50d83c73" providerId="ADAL" clId="{F31BC264-820E-54C4-A6D1-F92AF9CC222E}" dt="2026-07-01T03:48:14.313" v="6937" actId="5793"/>
        <pc:sldMkLst>
          <pc:docMk/>
          <pc:sldMk cId="1293477072" sldId="267"/>
        </pc:sldMkLst>
        <pc:spChg chg="mod">
          <ac:chgData name="Toby Donaldson" userId="2e6e5431-bb17-4c41-9985-d39c50d83c73" providerId="ADAL" clId="{F31BC264-820E-54C4-A6D1-F92AF9CC222E}" dt="2026-07-01T03:44:41.788" v="6261" actId="20577"/>
          <ac:spMkLst>
            <pc:docMk/>
            <pc:sldMk cId="1293477072" sldId="267"/>
            <ac:spMk id="2" creationId="{035FA886-8B4C-C6AC-AB3B-4CA31ABAE798}"/>
          </ac:spMkLst>
        </pc:spChg>
        <pc:spChg chg="mod">
          <ac:chgData name="Toby Donaldson" userId="2e6e5431-bb17-4c41-9985-d39c50d83c73" providerId="ADAL" clId="{F31BC264-820E-54C4-A6D1-F92AF9CC222E}" dt="2026-07-01T03:48:14.313" v="6937" actId="5793"/>
          <ac:spMkLst>
            <pc:docMk/>
            <pc:sldMk cId="1293477072" sldId="267"/>
            <ac:spMk id="3" creationId="{182181C5-2E9E-D958-DDAA-B9D19CEDF223}"/>
          </ac:spMkLst>
        </pc:spChg>
      </pc:sldChg>
      <pc:sldChg chg="addSp del">
        <pc:chgData name="Toby Donaldson" userId="2e6e5431-bb17-4c41-9985-d39c50d83c73" providerId="ADAL" clId="{F31BC264-820E-54C4-A6D1-F92AF9CC222E}" dt="2026-07-01T02:38:43.500" v="623" actId="2696"/>
        <pc:sldMkLst>
          <pc:docMk/>
          <pc:sldMk cId="3562035336" sldId="267"/>
        </pc:sldMkLst>
      </pc:sldChg>
      <pc:sldChg chg="addSp modSp del mod">
        <pc:chgData name="Toby Donaldson" userId="2e6e5431-bb17-4c41-9985-d39c50d83c73" providerId="ADAL" clId="{F31BC264-820E-54C4-A6D1-F92AF9CC222E}" dt="2026-07-01T02:38:43.500" v="623" actId="2696"/>
        <pc:sldMkLst>
          <pc:docMk/>
          <pc:sldMk cId="1281296652" sldId="268"/>
        </pc:sldMkLst>
      </pc:sldChg>
      <pc:sldChg chg="addSp modSp new mod">
        <pc:chgData name="Toby Donaldson" userId="2e6e5431-bb17-4c41-9985-d39c50d83c73" providerId="ADAL" clId="{F31BC264-820E-54C4-A6D1-F92AF9CC222E}" dt="2026-07-01T03:53:26.880" v="7644" actId="1076"/>
        <pc:sldMkLst>
          <pc:docMk/>
          <pc:sldMk cId="2956004562" sldId="268"/>
        </pc:sldMkLst>
        <pc:spChg chg="mod">
          <ac:chgData name="Toby Donaldson" userId="2e6e5431-bb17-4c41-9985-d39c50d83c73" providerId="ADAL" clId="{F31BC264-820E-54C4-A6D1-F92AF9CC222E}" dt="2026-07-01T03:48:24.904" v="6947" actId="20577"/>
          <ac:spMkLst>
            <pc:docMk/>
            <pc:sldMk cId="2956004562" sldId="268"/>
            <ac:spMk id="2" creationId="{0C6FD926-4261-5A63-596A-351D36932123}"/>
          </ac:spMkLst>
        </pc:spChg>
        <pc:spChg chg="mod">
          <ac:chgData name="Toby Donaldson" userId="2e6e5431-bb17-4c41-9985-d39c50d83c73" providerId="ADAL" clId="{F31BC264-820E-54C4-A6D1-F92AF9CC222E}" dt="2026-07-01T03:51:53.664" v="7532" actId="122"/>
          <ac:spMkLst>
            <pc:docMk/>
            <pc:sldMk cId="2956004562" sldId="268"/>
            <ac:spMk id="3" creationId="{000C1640-3B9D-9E80-E6CC-97D28FF45CC3}"/>
          </ac:spMkLst>
        </pc:spChg>
        <pc:spChg chg="add mod">
          <ac:chgData name="Toby Donaldson" userId="2e6e5431-bb17-4c41-9985-d39c50d83c73" providerId="ADAL" clId="{F31BC264-820E-54C4-A6D1-F92AF9CC222E}" dt="2026-07-01T03:53:26.880" v="7644" actId="1076"/>
          <ac:spMkLst>
            <pc:docMk/>
            <pc:sldMk cId="2956004562" sldId="268"/>
            <ac:spMk id="6" creationId="{5DDD25B8-590C-2CD1-8405-DDCD801C3C6B}"/>
          </ac:spMkLst>
        </pc:spChg>
        <pc:cxnChg chg="add mod">
          <ac:chgData name="Toby Donaldson" userId="2e6e5431-bb17-4c41-9985-d39c50d83c73" providerId="ADAL" clId="{F31BC264-820E-54C4-A6D1-F92AF9CC222E}" dt="2026-07-01T03:52:23.331" v="7536" actId="692"/>
          <ac:cxnSpMkLst>
            <pc:docMk/>
            <pc:sldMk cId="2956004562" sldId="268"/>
            <ac:cxnSpMk id="5" creationId="{35311637-D1A7-165A-8FD9-7B35E6E16BB4}"/>
          </ac:cxnSpMkLst>
        </pc:cxnChg>
      </pc:sldChg>
      <pc:sldChg chg="modSp del mod">
        <pc:chgData name="Toby Donaldson" userId="2e6e5431-bb17-4c41-9985-d39c50d83c73" providerId="ADAL" clId="{F31BC264-820E-54C4-A6D1-F92AF9CC222E}" dt="2026-07-01T02:38:43.500" v="623" actId="2696"/>
        <pc:sldMkLst>
          <pc:docMk/>
          <pc:sldMk cId="2491235032" sldId="269"/>
        </pc:sldMkLst>
      </pc:sldChg>
      <pc:sldChg chg="modSp new mod">
        <pc:chgData name="Toby Donaldson" userId="2e6e5431-bb17-4c41-9985-d39c50d83c73" providerId="ADAL" clId="{F31BC264-820E-54C4-A6D1-F92AF9CC222E}" dt="2026-07-01T03:55:29.587" v="7691" actId="20577"/>
        <pc:sldMkLst>
          <pc:docMk/>
          <pc:sldMk cId="3011741837" sldId="269"/>
        </pc:sldMkLst>
        <pc:spChg chg="mod">
          <ac:chgData name="Toby Donaldson" userId="2e6e5431-bb17-4c41-9985-d39c50d83c73" providerId="ADAL" clId="{F31BC264-820E-54C4-A6D1-F92AF9CC222E}" dt="2026-07-01T03:54:14.282" v="7654" actId="20577"/>
          <ac:spMkLst>
            <pc:docMk/>
            <pc:sldMk cId="3011741837" sldId="269"/>
            <ac:spMk id="2" creationId="{2E0366A5-DED8-F693-3D02-4089C875C6C5}"/>
          </ac:spMkLst>
        </pc:spChg>
        <pc:spChg chg="mod">
          <ac:chgData name="Toby Donaldson" userId="2e6e5431-bb17-4c41-9985-d39c50d83c73" providerId="ADAL" clId="{F31BC264-820E-54C4-A6D1-F92AF9CC222E}" dt="2026-07-01T03:55:29.587" v="7691" actId="20577"/>
          <ac:spMkLst>
            <pc:docMk/>
            <pc:sldMk cId="3011741837" sldId="269"/>
            <ac:spMk id="3" creationId="{F35E98CC-37C6-5C2C-80AD-E2993785D695}"/>
          </ac:spMkLst>
        </pc:spChg>
      </pc:sldChg>
      <pc:sldChg chg="addSp modSp del">
        <pc:chgData name="Toby Donaldson" userId="2e6e5431-bb17-4c41-9985-d39c50d83c73" providerId="ADAL" clId="{F31BC264-820E-54C4-A6D1-F92AF9CC222E}" dt="2026-07-01T02:38:43.500" v="623" actId="2696"/>
        <pc:sldMkLst>
          <pc:docMk/>
          <pc:sldMk cId="1384467579" sldId="270"/>
        </pc:sldMkLst>
      </pc:sldChg>
      <pc:sldChg chg="addSp modSp new mod">
        <pc:chgData name="Toby Donaldson" userId="2e6e5431-bb17-4c41-9985-d39c50d83c73" providerId="ADAL" clId="{F31BC264-820E-54C4-A6D1-F92AF9CC222E}" dt="2026-07-01T04:02:24.453" v="8084"/>
        <pc:sldMkLst>
          <pc:docMk/>
          <pc:sldMk cId="3791056666" sldId="270"/>
        </pc:sldMkLst>
        <pc:spChg chg="mod">
          <ac:chgData name="Toby Donaldson" userId="2e6e5431-bb17-4c41-9985-d39c50d83c73" providerId="ADAL" clId="{F31BC264-820E-54C4-A6D1-F92AF9CC222E}" dt="2026-07-01T03:56:14.585" v="7701" actId="20577"/>
          <ac:spMkLst>
            <pc:docMk/>
            <pc:sldMk cId="3791056666" sldId="270"/>
            <ac:spMk id="2" creationId="{0006AC2E-4E39-072C-00CC-766EAF8BCEC8}"/>
          </ac:spMkLst>
        </pc:spChg>
        <pc:spChg chg="mod">
          <ac:chgData name="Toby Donaldson" userId="2e6e5431-bb17-4c41-9985-d39c50d83c73" providerId="ADAL" clId="{F31BC264-820E-54C4-A6D1-F92AF9CC222E}" dt="2026-07-01T03:58:37.989" v="7910" actId="20577"/>
          <ac:spMkLst>
            <pc:docMk/>
            <pc:sldMk cId="3791056666" sldId="270"/>
            <ac:spMk id="3" creationId="{6632159F-1075-6B25-4F96-6160A02B8859}"/>
          </ac:spMkLst>
        </pc:spChg>
        <pc:spChg chg="add mod">
          <ac:chgData name="Toby Donaldson" userId="2e6e5431-bb17-4c41-9985-d39c50d83c73" providerId="ADAL" clId="{F31BC264-820E-54C4-A6D1-F92AF9CC222E}" dt="2026-07-01T03:58:07.790" v="7874" actId="1076"/>
          <ac:spMkLst>
            <pc:docMk/>
            <pc:sldMk cId="3791056666" sldId="270"/>
            <ac:spMk id="4" creationId="{86799631-B965-645E-6D1C-B39D662AA496}"/>
          </ac:spMkLst>
        </pc:spChg>
        <pc:spChg chg="add mod">
          <ac:chgData name="Toby Donaldson" userId="2e6e5431-bb17-4c41-9985-d39c50d83c73" providerId="ADAL" clId="{F31BC264-820E-54C4-A6D1-F92AF9CC222E}" dt="2026-07-01T04:02:24.453" v="8084"/>
          <ac:spMkLst>
            <pc:docMk/>
            <pc:sldMk cId="3791056666" sldId="270"/>
            <ac:spMk id="9" creationId="{A1429E76-AFC6-1A60-DEF3-FD8D5953FA55}"/>
          </ac:spMkLst>
        </pc:spChg>
        <pc:cxnChg chg="add mod">
          <ac:chgData name="Toby Donaldson" userId="2e6e5431-bb17-4c41-9985-d39c50d83c73" providerId="ADAL" clId="{F31BC264-820E-54C4-A6D1-F92AF9CC222E}" dt="2026-07-01T03:58:16.969" v="7877" actId="14100"/>
          <ac:cxnSpMkLst>
            <pc:docMk/>
            <pc:sldMk cId="3791056666" sldId="270"/>
            <ac:cxnSpMk id="6" creationId="{926A1830-7393-D3F0-87C1-B745CF0ADB05}"/>
          </ac:cxnSpMkLst>
        </pc:cxnChg>
      </pc:sldChg>
      <pc:sldChg chg="modSp new mod">
        <pc:chgData name="Toby Donaldson" userId="2e6e5431-bb17-4c41-9985-d39c50d83c73" providerId="ADAL" clId="{F31BC264-820E-54C4-A6D1-F92AF9CC222E}" dt="2026-07-01T04:06:52.612" v="8771" actId="113"/>
        <pc:sldMkLst>
          <pc:docMk/>
          <pc:sldMk cId="3014209956" sldId="271"/>
        </pc:sldMkLst>
        <pc:spChg chg="mod">
          <ac:chgData name="Toby Donaldson" userId="2e6e5431-bb17-4c41-9985-d39c50d83c73" providerId="ADAL" clId="{F31BC264-820E-54C4-A6D1-F92AF9CC222E}" dt="2026-07-01T04:02:36.666" v="8106" actId="20577"/>
          <ac:spMkLst>
            <pc:docMk/>
            <pc:sldMk cId="3014209956" sldId="271"/>
            <ac:spMk id="2" creationId="{EE8CB795-7A3E-69ED-EB05-4D48DD538440}"/>
          </ac:spMkLst>
        </pc:spChg>
        <pc:spChg chg="mod">
          <ac:chgData name="Toby Donaldson" userId="2e6e5431-bb17-4c41-9985-d39c50d83c73" providerId="ADAL" clId="{F31BC264-820E-54C4-A6D1-F92AF9CC222E}" dt="2026-07-01T04:06:52.612" v="8771" actId="113"/>
          <ac:spMkLst>
            <pc:docMk/>
            <pc:sldMk cId="3014209956" sldId="271"/>
            <ac:spMk id="3" creationId="{79155D25-4C73-5910-7E06-BC0AEB2CB578}"/>
          </ac:spMkLst>
        </pc:spChg>
      </pc:sldChg>
      <pc:sldChg chg="modSp del mod">
        <pc:chgData name="Toby Donaldson" userId="2e6e5431-bb17-4c41-9985-d39c50d83c73" providerId="ADAL" clId="{F31BC264-820E-54C4-A6D1-F92AF9CC222E}" dt="2026-07-01T02:38:43.500" v="623" actId="2696"/>
        <pc:sldMkLst>
          <pc:docMk/>
          <pc:sldMk cId="106304998" sldId="272"/>
        </pc:sldMkLst>
      </pc:sldChg>
      <pc:sldChg chg="modSp new mod">
        <pc:chgData name="Toby Donaldson" userId="2e6e5431-bb17-4c41-9985-d39c50d83c73" providerId="ADAL" clId="{F31BC264-820E-54C4-A6D1-F92AF9CC222E}" dt="2026-07-01T04:13:40.172" v="9774" actId="113"/>
        <pc:sldMkLst>
          <pc:docMk/>
          <pc:sldMk cId="1685373950" sldId="272"/>
        </pc:sldMkLst>
        <pc:spChg chg="mod">
          <ac:chgData name="Toby Donaldson" userId="2e6e5431-bb17-4c41-9985-d39c50d83c73" providerId="ADAL" clId="{F31BC264-820E-54C4-A6D1-F92AF9CC222E}" dt="2026-07-01T04:07:22.906" v="8839" actId="20577"/>
          <ac:spMkLst>
            <pc:docMk/>
            <pc:sldMk cId="1685373950" sldId="272"/>
            <ac:spMk id="2" creationId="{5C8A4546-5DBE-BBDC-2D51-D3C8649783D9}"/>
          </ac:spMkLst>
        </pc:spChg>
        <pc:spChg chg="mod">
          <ac:chgData name="Toby Donaldson" userId="2e6e5431-bb17-4c41-9985-d39c50d83c73" providerId="ADAL" clId="{F31BC264-820E-54C4-A6D1-F92AF9CC222E}" dt="2026-07-01T04:13:40.172" v="9774" actId="113"/>
          <ac:spMkLst>
            <pc:docMk/>
            <pc:sldMk cId="1685373950" sldId="272"/>
            <ac:spMk id="3" creationId="{082326EE-E76B-E593-ABE1-657377F6BD7F}"/>
          </ac:spMkLst>
        </pc:spChg>
      </pc:sldChg>
      <pc:sldChg chg="modSp new mod">
        <pc:chgData name="Toby Donaldson" userId="2e6e5431-bb17-4c41-9985-d39c50d83c73" providerId="ADAL" clId="{F31BC264-820E-54C4-A6D1-F92AF9CC222E}" dt="2026-07-01T05:47:59.526" v="10422" actId="20577"/>
        <pc:sldMkLst>
          <pc:docMk/>
          <pc:sldMk cId="1093187361" sldId="273"/>
        </pc:sldMkLst>
        <pc:spChg chg="mod">
          <ac:chgData name="Toby Donaldson" userId="2e6e5431-bb17-4c41-9985-d39c50d83c73" providerId="ADAL" clId="{F31BC264-820E-54C4-A6D1-F92AF9CC222E}" dt="2026-07-01T04:19:13.962" v="10329" actId="20577"/>
          <ac:spMkLst>
            <pc:docMk/>
            <pc:sldMk cId="1093187361" sldId="273"/>
            <ac:spMk id="2" creationId="{EAC68A1B-2721-DD0F-DF11-CA22E26D19E8}"/>
          </ac:spMkLst>
        </pc:spChg>
        <pc:spChg chg="mod">
          <ac:chgData name="Toby Donaldson" userId="2e6e5431-bb17-4c41-9985-d39c50d83c73" providerId="ADAL" clId="{F31BC264-820E-54C4-A6D1-F92AF9CC222E}" dt="2026-07-01T05:47:59.526" v="10422" actId="20577"/>
          <ac:spMkLst>
            <pc:docMk/>
            <pc:sldMk cId="1093187361" sldId="273"/>
            <ac:spMk id="3" creationId="{9A407617-B827-61A8-1B9F-409844A54B7B}"/>
          </ac:spMkLst>
        </pc:spChg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2271822588" sldId="273"/>
        </pc:sldMkLst>
      </pc:sldChg>
      <pc:sldChg chg="modSp new mod">
        <pc:chgData name="Toby Donaldson" userId="2e6e5431-bb17-4c41-9985-d39c50d83c73" providerId="ADAL" clId="{F31BC264-820E-54C4-A6D1-F92AF9CC222E}" dt="2026-07-01T06:03:21.484" v="11104" actId="20577"/>
        <pc:sldMkLst>
          <pc:docMk/>
          <pc:sldMk cId="2077407770" sldId="274"/>
        </pc:sldMkLst>
        <pc:spChg chg="mod">
          <ac:chgData name="Toby Donaldson" userId="2e6e5431-bb17-4c41-9985-d39c50d83c73" providerId="ADAL" clId="{F31BC264-820E-54C4-A6D1-F92AF9CC222E}" dt="2026-07-01T05:55:35.126" v="10460" actId="20577"/>
          <ac:spMkLst>
            <pc:docMk/>
            <pc:sldMk cId="2077407770" sldId="274"/>
            <ac:spMk id="2" creationId="{3BDEC81F-9C97-8B6A-DD4C-D1CE0F79FF19}"/>
          </ac:spMkLst>
        </pc:spChg>
        <pc:spChg chg="mod">
          <ac:chgData name="Toby Donaldson" userId="2e6e5431-bb17-4c41-9985-d39c50d83c73" providerId="ADAL" clId="{F31BC264-820E-54C4-A6D1-F92AF9CC222E}" dt="2026-07-01T06:03:21.484" v="11104" actId="20577"/>
          <ac:spMkLst>
            <pc:docMk/>
            <pc:sldMk cId="2077407770" sldId="274"/>
            <ac:spMk id="3" creationId="{7BE93CA6-71B3-BA40-A3DA-8BA2CF2A247B}"/>
          </ac:spMkLst>
        </pc:spChg>
      </pc:sldChg>
      <pc:sldChg chg="modSp new mod">
        <pc:chgData name="Toby Donaldson" userId="2e6e5431-bb17-4c41-9985-d39c50d83c73" providerId="ADAL" clId="{F31BC264-820E-54C4-A6D1-F92AF9CC222E}" dt="2026-07-01T06:07:17.047" v="11767" actId="20577"/>
        <pc:sldMkLst>
          <pc:docMk/>
          <pc:sldMk cId="401732496" sldId="275"/>
        </pc:sldMkLst>
        <pc:spChg chg="mod">
          <ac:chgData name="Toby Donaldson" userId="2e6e5431-bb17-4c41-9985-d39c50d83c73" providerId="ADAL" clId="{F31BC264-820E-54C4-A6D1-F92AF9CC222E}" dt="2026-07-01T06:04:00.231" v="11122" actId="20577"/>
          <ac:spMkLst>
            <pc:docMk/>
            <pc:sldMk cId="401732496" sldId="275"/>
            <ac:spMk id="2" creationId="{DCDC432B-8A34-311D-B75D-EEA501B086A7}"/>
          </ac:spMkLst>
        </pc:spChg>
        <pc:spChg chg="mod">
          <ac:chgData name="Toby Donaldson" userId="2e6e5431-bb17-4c41-9985-d39c50d83c73" providerId="ADAL" clId="{F31BC264-820E-54C4-A6D1-F92AF9CC222E}" dt="2026-07-01T06:07:17.047" v="11767" actId="20577"/>
          <ac:spMkLst>
            <pc:docMk/>
            <pc:sldMk cId="401732496" sldId="275"/>
            <ac:spMk id="3" creationId="{FBF6737E-4E69-3E1E-E478-DF3955E446F5}"/>
          </ac:spMkLst>
        </pc:spChg>
      </pc:sldChg>
      <pc:sldChg chg="addSp del">
        <pc:chgData name="Toby Donaldson" userId="2e6e5431-bb17-4c41-9985-d39c50d83c73" providerId="ADAL" clId="{F31BC264-820E-54C4-A6D1-F92AF9CC222E}" dt="2026-07-01T02:38:43.500" v="623" actId="2696"/>
        <pc:sldMkLst>
          <pc:docMk/>
          <pc:sldMk cId="3066134520" sldId="275"/>
        </pc:sldMkLst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3854757483" sldId="276"/>
        </pc:sldMkLst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2121839065" sldId="277"/>
        </pc:sldMkLst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3353740293" sldId="278"/>
        </pc:sldMkLst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146959954" sldId="279"/>
        </pc:sldMkLst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1757667076" sldId="280"/>
        </pc:sldMkLst>
      </pc:sldChg>
      <pc:sldChg chg="addSp modSp del mod">
        <pc:chgData name="Toby Donaldson" userId="2e6e5431-bb17-4c41-9985-d39c50d83c73" providerId="ADAL" clId="{F31BC264-820E-54C4-A6D1-F92AF9CC222E}" dt="2026-07-01T02:38:43.500" v="623" actId="2696"/>
        <pc:sldMkLst>
          <pc:docMk/>
          <pc:sldMk cId="3429542438" sldId="281"/>
        </pc:sldMkLst>
      </pc:sldChg>
      <pc:sldChg chg="addSp del">
        <pc:chgData name="Toby Donaldson" userId="2e6e5431-bb17-4c41-9985-d39c50d83c73" providerId="ADAL" clId="{F31BC264-820E-54C4-A6D1-F92AF9CC222E}" dt="2026-07-01T02:38:43.500" v="623" actId="2696"/>
        <pc:sldMkLst>
          <pc:docMk/>
          <pc:sldMk cId="3533994448" sldId="282"/>
        </pc:sldMkLst>
      </pc:sldChg>
      <pc:sldChg chg="addSp del">
        <pc:chgData name="Toby Donaldson" userId="2e6e5431-bb17-4c41-9985-d39c50d83c73" providerId="ADAL" clId="{F31BC264-820E-54C4-A6D1-F92AF9CC222E}" dt="2026-07-01T02:38:43.500" v="623" actId="2696"/>
        <pc:sldMkLst>
          <pc:docMk/>
          <pc:sldMk cId="3911934222" sldId="283"/>
        </pc:sldMkLst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3336308892" sldId="284"/>
        </pc:sldMkLst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659387094" sldId="285"/>
        </pc:sldMkLst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3102504299" sldId="286"/>
        </pc:sldMkLst>
      </pc:sldChg>
      <pc:sldChg chg="del">
        <pc:chgData name="Toby Donaldson" userId="2e6e5431-bb17-4c41-9985-d39c50d83c73" providerId="ADAL" clId="{F31BC264-820E-54C4-A6D1-F92AF9CC222E}" dt="2026-07-01T02:38:43.500" v="623" actId="2696"/>
        <pc:sldMkLst>
          <pc:docMk/>
          <pc:sldMk cId="200806696" sldId="287"/>
        </pc:sldMkLst>
      </pc:sldChg>
      <pc:sldChg chg="add del">
        <pc:chgData name="Toby Donaldson" userId="2e6e5431-bb17-4c41-9985-d39c50d83c73" providerId="ADAL" clId="{F31BC264-820E-54C4-A6D1-F92AF9CC222E}" dt="2026-07-01T02:38:43.500" v="623" actId="2696"/>
        <pc:sldMkLst>
          <pc:docMk/>
          <pc:sldMk cId="195942236" sldId="288"/>
        </pc:sldMkLst>
      </pc:sldChg>
      <pc:sldChg chg="modSp new del mod">
        <pc:chgData name="Toby Donaldson" userId="2e6e5431-bb17-4c41-9985-d39c50d83c73" providerId="ADAL" clId="{F31BC264-820E-54C4-A6D1-F92AF9CC222E}" dt="2026-07-01T02:38:43.500" v="623" actId="2696"/>
        <pc:sldMkLst>
          <pc:docMk/>
          <pc:sldMk cId="1826432439" sldId="2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C33E-6421-001F-2552-FBAF73D1A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D2ED8-A083-8F2A-3C66-403F7DC55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25B92-BFEF-D62C-A5DA-8674CC52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8C5D5-2684-319E-E749-27B1743A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62AA2-6E1F-B68B-3150-B61888C6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3CD87-76C7-FA9E-02B7-3F3C1DBC2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808E-2A80-1C91-48C0-B79E8F291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6ADC8-458C-A579-07AA-936EA9505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422EF-184C-16F1-E414-B616182F6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47E2-3C5A-631B-D342-6895C625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96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EA0C2-FFE6-0288-4BE9-7F6C466C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9FB25-0E6F-9B2E-F8A9-79AFE2892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7A592-D52F-B6C3-F6A8-416192C5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1D570-B5F1-B133-018E-35216E73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D6505-E94B-0C65-7040-B917FAB4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59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81009-61EB-6DEE-F8B4-DCF27F2C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712E4-0D21-5648-62D7-CBB444C91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169C-121C-B425-6209-E0BE1605B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6878C-47C2-6E60-0672-9A89B23F1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E3C7B-147F-809F-61C9-C0DB96AA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E4512-7284-EBAE-9691-2926A90A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3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75A1-8D74-A241-91DE-8A624AEF1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351D9-4BCA-4069-1AFB-FA7E1708C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12C2-4DF9-EDE2-0E9C-1148DDF23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20E72-3299-6375-909F-DDD8186D9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667C14-5244-94F0-C9E8-639D1DAB2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6A688D-30E8-90FD-6CB4-BC25BD0B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E055B7-119E-E057-5F1C-1EE11C12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9155D-B0B9-8208-0A01-9480B9A5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0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E1FD-A2FC-81FA-C453-C227FA7A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18D583-2377-3E13-AA19-AA3AC883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1B43F-48F2-B756-FA35-877D22695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E54B9-6D8A-0E90-BD4F-409E9C12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1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B19D86-8E20-CD77-1F80-5651F9AD6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CFE015-D9E2-4DFF-1464-11881C1C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120D0-097C-24AA-0161-A3AFB0E1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22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06188-E448-A378-3AC0-2F067057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C432D-A4AB-1FF7-5D58-E3886C916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27735-57B3-7D20-790B-4611A43C9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AC7E7-AA54-BF34-682B-7519C4BE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283AE-DB60-D141-7E8C-6457CF1C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58A39-A42E-E492-C19F-89D2F110D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3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BC11-3AC6-9190-2648-7B1C9764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28340-EE3A-8C86-0703-D830078D55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362A5-FC07-F961-0AC7-6705DE9E6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1C3B8-4F51-01DE-430F-63C4B2CE7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4129B-A642-B29F-647C-E4F70D0B6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A4C7D-3B1E-CF9B-6ACC-72EE5B06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2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36E3F-7B29-B605-8FC4-02CD600B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0EEF1-D245-9C75-3D2B-CFDEF5322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AB5F2-5ABD-A762-0078-9A426E9AF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884CE-AC4E-4BAC-D040-D008F301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9613B-67D6-7C5E-C635-819F01C9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9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C8768-883D-DA07-6DE0-9F3209A02B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65955-971F-7191-C3BA-F66519D5A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28BE7-C91A-BEA1-6324-2B9B787C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FD6B9-5BDF-22C6-5119-DFC1DBC9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18872-35A8-9E25-1626-D4D44048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42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A8239-DA68-EC19-D151-9A086784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E265B-06CC-F360-F6E0-DEE840D10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75655-A024-82FE-A710-7FBA3F09B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B3F0-1EE5-4D45-9882-6059E7C6D021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BD266-8302-9CC8-B5FE-887D44F142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BE9A6-8B2E-C1B8-530A-D05A84B7C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53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A3A52-9C4F-676A-549D-DDD6E2B61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107A4-06A5-9E02-14AC-D090833681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Chp</a:t>
            </a:r>
            <a:r>
              <a:rPr lang="en-US" dirty="0"/>
              <a:t> 11.1, 11.2, 11.3 of textbook</a:t>
            </a:r>
          </a:p>
        </p:txBody>
      </p:sp>
    </p:spTree>
    <p:extLst>
      <p:ext uri="{BB962C8B-B14F-4D97-AF65-F5344CB8AC3E}">
        <p14:creationId xmlns:p14="http://schemas.microsoft.com/office/powerpoint/2010/main" val="3913951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20EE-AE82-843D-CF1A-7293AA07E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AA14A-0A73-A031-2FCF-8946584D6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Simple but slow: insertion sort</a:t>
            </a:r>
          </a:p>
          <a:p>
            <a:r>
              <a:rPr lang="en-CA" dirty="0"/>
              <a:t>Clever and fast: heap sort</a:t>
            </a:r>
          </a:p>
          <a:p>
            <a:r>
              <a:rPr lang="en-CA" dirty="0"/>
              <a:t>Divide-and-conquer for sorting</a:t>
            </a:r>
          </a:p>
          <a:p>
            <a:r>
              <a:rPr lang="en-CA" dirty="0" err="1"/>
              <a:t>Mergesort</a:t>
            </a:r>
            <a:endParaRPr lang="en-CA" dirty="0"/>
          </a:p>
          <a:p>
            <a:r>
              <a:rPr lang="en-CA" dirty="0"/>
              <a:t>Quicksort</a:t>
            </a:r>
          </a:p>
          <a:p>
            <a:r>
              <a:rPr lang="en-CA" dirty="0"/>
              <a:t>Lower bounds for sorting</a:t>
            </a:r>
          </a:p>
          <a:p>
            <a:r>
              <a:rPr lang="en-CA" dirty="0"/>
              <a:t>Bucket sort </a:t>
            </a:r>
            <a:r>
              <a:rPr lang="en-CA"/>
              <a:t>and radix sort</a:t>
            </a:r>
            <a:endParaRPr lang="en-CA" dirty="0"/>
          </a:p>
          <a:p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742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DBE3-E9D2-AA76-23FE-47185748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DD939-2C37-032A-41BD-4BD139CC4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Sorting</a:t>
            </a:r>
            <a:r>
              <a:rPr lang="en-US" dirty="0"/>
              <a:t> is the problem of permutation a list of number (or strings, or values that can be ordered) from smallest to biggest.</a:t>
            </a:r>
          </a:p>
          <a:p>
            <a:r>
              <a:rPr lang="en-US" b="1" dirty="0"/>
              <a:t>Sorted</a:t>
            </a:r>
            <a:r>
              <a:rPr lang="en-US" dirty="0"/>
              <a:t>: {}, {4}, {4, 9}, {3, 3, 3, 3}, {-2, 0, 5, 10, 14}, …</a:t>
            </a:r>
          </a:p>
          <a:p>
            <a:r>
              <a:rPr lang="en-US" b="1" dirty="0"/>
              <a:t>Unsorted</a:t>
            </a:r>
            <a:r>
              <a:rPr lang="en-US" dirty="0"/>
              <a:t>: {9, 4}, {1, 2, 3, 4, 0, 5}, 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practice, sorted data is </a:t>
            </a:r>
            <a:r>
              <a:rPr lang="en-US" b="1" dirty="0"/>
              <a:t>very</a:t>
            </a:r>
            <a:r>
              <a:rPr lang="en-US" dirty="0"/>
              <a:t> useful:</a:t>
            </a:r>
          </a:p>
          <a:p>
            <a:r>
              <a:rPr lang="en-US" dirty="0"/>
              <a:t>Binary search runs on it</a:t>
            </a:r>
          </a:p>
          <a:p>
            <a:r>
              <a:rPr lang="en-US" dirty="0"/>
              <a:t>Helps detect duplicates, make groups</a:t>
            </a:r>
          </a:p>
          <a:p>
            <a:r>
              <a:rPr lang="en-US" dirty="0"/>
              <a:t>Building blocks for other algorithms</a:t>
            </a:r>
          </a:p>
          <a:p>
            <a:r>
              <a:rPr lang="en-US" dirty="0"/>
              <a:t>Humans like things in sorted order</a:t>
            </a:r>
          </a:p>
          <a:p>
            <a:r>
              <a:rPr lang="en-US" dirty="0"/>
              <a:t>Databases, computer graphics, networking, …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213BB1-2493-4A19-7BC3-440528639154}"/>
              </a:ext>
            </a:extLst>
          </p:cNvPr>
          <p:cNvSpPr txBox="1"/>
          <p:nvPr/>
        </p:nvSpPr>
        <p:spPr>
          <a:xfrm>
            <a:off x="8638118" y="3223755"/>
            <a:ext cx="293412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we say </a:t>
            </a:r>
            <a:r>
              <a:rPr lang="en-US" b="1" dirty="0"/>
              <a:t>sorted order</a:t>
            </a:r>
            <a:r>
              <a:rPr lang="en-US" dirty="0"/>
              <a:t>, we always mean arranged from smallest to biggest.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C2E3E-67CA-EA3C-7607-9588E4C5844F}"/>
              </a:ext>
            </a:extLst>
          </p:cNvPr>
          <p:cNvSpPr txBox="1"/>
          <p:nvPr/>
        </p:nvSpPr>
        <p:spPr>
          <a:xfrm>
            <a:off x="8524124" y="4531716"/>
            <a:ext cx="3162108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the values are ordered from biggest to smallest, they are in </a:t>
            </a:r>
            <a:r>
              <a:rPr lang="en-US" b="1" dirty="0"/>
              <a:t>reverse sorted order</a:t>
            </a:r>
            <a:r>
              <a:rPr lang="en-US" dirty="0"/>
              <a:t>. We will </a:t>
            </a:r>
            <a:r>
              <a:rPr lang="en-US" i="1" dirty="0"/>
              <a:t>always</a:t>
            </a:r>
            <a:r>
              <a:rPr lang="en-US" dirty="0"/>
              <a:t> explicitly say if we mean reverse sorted order.</a:t>
            </a:r>
          </a:p>
        </p:txBody>
      </p:sp>
    </p:spTree>
    <p:extLst>
      <p:ext uri="{BB962C8B-B14F-4D97-AF65-F5344CB8AC3E}">
        <p14:creationId xmlns:p14="http://schemas.microsoft.com/office/powerpoint/2010/main" val="380643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AFDC1-3114-729C-FB8B-93E2E6C0A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CD6EAB-8659-A93A-BD43-54D24368D8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7865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Insertion sort </a:t>
                </a:r>
                <a:r>
                  <a:rPr lang="en-US" dirty="0"/>
                  <a:t>is a well-know “simple” sorting algorithm. To sort an array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arr</a:t>
                </a:r>
                <a:r>
                  <a:rPr lang="en-US" dirty="0"/>
                  <a:t>, do the following: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Pick the next unsorted element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x</a:t>
                </a:r>
                <a:r>
                  <a:rPr lang="en-US" dirty="0"/>
                  <a:t> from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arr</a:t>
                </a:r>
                <a:r>
                  <a:rPr lang="en-US" dirty="0">
                    <a:cs typeface="Consolas" panose="020B0609020204030204" pitchFamily="49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(1)</m:t>
                    </m:r>
                  </m:oMath>
                </a14:m>
                <a:r>
                  <a:rPr lang="en-US" dirty="0">
                    <a:cs typeface="Consolas" panose="020B0609020204030204" pitchFamily="49" charset="0"/>
                  </a:rPr>
                  <a:t> time)</a:t>
                </a: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Insert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x</a:t>
                </a:r>
                <a:r>
                  <a:rPr lang="en-US" dirty="0"/>
                  <a:t> into position in the sorted part of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arr</a:t>
                </a:r>
                <a:r>
                  <a:rPr lang="en-US" dirty="0">
                    <a:cs typeface="Consolas" panose="020B0609020204030204" pitchFamily="49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  <a:cs typeface="Consolas" panose="020B0609020204030204" pitchFamily="49" charset="0"/>
                      </a:rPr>
                      <m:t>)</m:t>
                    </m:r>
                  </m:oMath>
                </a14:m>
                <a:r>
                  <a:rPr lang="en-US" dirty="0">
                    <a:cs typeface="Consolas" panose="020B0609020204030204" pitchFamily="49" charset="0"/>
                  </a:rPr>
                  <a:t> time)</a:t>
                </a: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Stop if all elements sorted. Otherwise go to step 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CD6EAB-8659-A93A-BD43-54D24368D8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786568"/>
              </a:xfrm>
              <a:blipFill>
                <a:blip r:embed="rId2"/>
                <a:stretch>
                  <a:fillRect l="-1206" t="-3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853FBAF-A0EB-A3B6-AC5F-D2D7B3173D9D}"/>
              </a:ext>
            </a:extLst>
          </p:cNvPr>
          <p:cNvSpPr/>
          <p:nvPr/>
        </p:nvSpPr>
        <p:spPr>
          <a:xfrm>
            <a:off x="1105318" y="5144756"/>
            <a:ext cx="2180493" cy="673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1B31A4-E32D-23F2-27FC-22FB143A34FA}"/>
              </a:ext>
            </a:extLst>
          </p:cNvPr>
          <p:cNvSpPr/>
          <p:nvPr/>
        </p:nvSpPr>
        <p:spPr>
          <a:xfrm>
            <a:off x="3285811" y="5144756"/>
            <a:ext cx="4381080" cy="673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E6D642-9832-012A-A75E-4E5B741B2B90}"/>
              </a:ext>
            </a:extLst>
          </p:cNvPr>
          <p:cNvSpPr/>
          <p:nvPr/>
        </p:nvSpPr>
        <p:spPr>
          <a:xfrm>
            <a:off x="3285811" y="5144756"/>
            <a:ext cx="410308" cy="673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10FEBEAA-A27A-015F-15CF-F184F5F18392}"/>
              </a:ext>
            </a:extLst>
          </p:cNvPr>
          <p:cNvSpPr/>
          <p:nvPr/>
        </p:nvSpPr>
        <p:spPr>
          <a:xfrm rot="16200000">
            <a:off x="1994598" y="5059345"/>
            <a:ext cx="401934" cy="218049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CDC37316-ADDC-7CF4-4F6E-77B7899621D6}"/>
              </a:ext>
            </a:extLst>
          </p:cNvPr>
          <p:cNvSpPr/>
          <p:nvPr/>
        </p:nvSpPr>
        <p:spPr>
          <a:xfrm rot="16200000">
            <a:off x="5285430" y="3959052"/>
            <a:ext cx="401934" cy="43810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141FA-BE38-30FF-FD1C-9F58E976074E}"/>
              </a:ext>
            </a:extLst>
          </p:cNvPr>
          <p:cNvSpPr txBox="1"/>
          <p:nvPr/>
        </p:nvSpPr>
        <p:spPr>
          <a:xfrm>
            <a:off x="1537398" y="6418440"/>
            <a:ext cx="1295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Sorted part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3753AD-A4CC-85B2-71B7-2CF0DCBD7922}"/>
              </a:ext>
            </a:extLst>
          </p:cNvPr>
          <p:cNvSpPr txBox="1"/>
          <p:nvPr/>
        </p:nvSpPr>
        <p:spPr>
          <a:xfrm>
            <a:off x="4838399" y="6418440"/>
            <a:ext cx="1562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Unsorted part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843A808-4C44-B2A6-1D03-68B3CBFEC5DB}"/>
              </a:ext>
            </a:extLst>
          </p:cNvPr>
          <p:cNvSpPr/>
          <p:nvPr/>
        </p:nvSpPr>
        <p:spPr>
          <a:xfrm>
            <a:off x="2003809" y="4531779"/>
            <a:ext cx="1487156" cy="612977"/>
          </a:xfrm>
          <a:custGeom>
            <a:avLst/>
            <a:gdLst>
              <a:gd name="csX0" fmla="*/ 1487156 w 1487156"/>
              <a:gd name="csY0" fmla="*/ 592880 h 612977"/>
              <a:gd name="csX1" fmla="*/ 592852 w 1487156"/>
              <a:gd name="csY1" fmla="*/ 27 h 612977"/>
              <a:gd name="csX2" fmla="*/ 0 w 1487156"/>
              <a:gd name="csY2" fmla="*/ 612977 h 612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87156" h="612977">
                <a:moveTo>
                  <a:pt x="1487156" y="592880"/>
                </a:moveTo>
                <a:cubicBezTo>
                  <a:pt x="1163933" y="294778"/>
                  <a:pt x="840711" y="-3323"/>
                  <a:pt x="592852" y="27"/>
                </a:cubicBezTo>
                <a:cubicBezTo>
                  <a:pt x="344993" y="3377"/>
                  <a:pt x="172496" y="308177"/>
                  <a:pt x="0" y="612977"/>
                </a:cubicBezTo>
              </a:path>
            </a:pathLst>
          </a:custGeom>
          <a:noFill/>
          <a:ln>
            <a:solidFill>
              <a:srgbClr val="FF0000"/>
            </a:solidFill>
            <a:headEnd w="lg" len="med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18A5DB-52C9-140A-305B-AABC71F73A62}"/>
                  </a:ext>
                </a:extLst>
              </p:cNvPr>
              <p:cNvSpPr txBox="1"/>
              <p:nvPr/>
            </p:nvSpPr>
            <p:spPr>
              <a:xfrm>
                <a:off x="8715272" y="4431296"/>
                <a:ext cx="2934120" cy="175432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Insertion sort has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CA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worst-case running time </a:t>
                </a:r>
                <a:r>
                  <a:rPr lang="en-US" dirty="0"/>
                  <a:t>because n elements must be inserted at an average of worst-case cost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each insertion.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18A5DB-52C9-140A-305B-AABC71F73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272" y="4431296"/>
                <a:ext cx="2934120" cy="1754326"/>
              </a:xfrm>
              <a:prstGeom prst="rect">
                <a:avLst/>
              </a:prstGeom>
              <a:blipFill>
                <a:blip r:embed="rId3"/>
                <a:stretch>
                  <a:fillRect l="-862" t="-1429" r="-2155"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18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1B8F8-294D-3D05-0109-C1E9BAA44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Simple Sorts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EAE933-443C-15A0-E0DC-A9AE4BEE1E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Selection sort</a:t>
                </a:r>
                <a:r>
                  <a:rPr lang="en-US" dirty="0"/>
                  <a:t>: like insertion sort, but repeatedly append the min element of the unsorted part to the end of the sorted part</a:t>
                </a:r>
              </a:p>
              <a:p>
                <a:r>
                  <a:rPr lang="en-US" b="1" dirty="0"/>
                  <a:t>Bubble sort</a:t>
                </a:r>
                <a:r>
                  <a:rPr lang="en-US" dirty="0"/>
                  <a:t>: repeatedly scan through the array and swap adjacent elements that are out of order</a:t>
                </a:r>
              </a:p>
              <a:p>
                <a:r>
                  <a:rPr lang="en-US" dirty="0"/>
                  <a:t>These are also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CA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in the worst case</a:t>
                </a:r>
                <a:r>
                  <a:rPr lang="en-US" dirty="0"/>
                  <a:t>, so not much better than insertion sort</a:t>
                </a:r>
              </a:p>
              <a:p>
                <a:r>
                  <a:rPr lang="en-US" dirty="0"/>
                  <a:t>But as we will see, insertion sort one some specific arrays can be very fast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EAE933-443C-15A0-E0DC-A9AE4BEE1E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117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AD0D-9E3E-56A2-0B5A-888CC01FE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F60CFC-6019-BC41-A7BF-E01AF92EF4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Recall that if you implement a </a:t>
                </a:r>
                <a:r>
                  <a:rPr lang="en-US" b="1" dirty="0"/>
                  <a:t>priority queue </a:t>
                </a:r>
                <a:r>
                  <a:rPr lang="en-US" dirty="0"/>
                  <a:t>with heaps you can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insert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 err="1"/>
                  <a:t>removeMin</a:t>
                </a:r>
                <a:r>
                  <a:rPr lang="en-US" dirty="0"/>
                  <a:t> operations</a:t>
                </a:r>
              </a:p>
              <a:p>
                <a:r>
                  <a:rPr lang="en-US" dirty="0"/>
                  <a:t>Heap sort work likes this:</a:t>
                </a:r>
              </a:p>
              <a:p>
                <a:pPr lvl="1"/>
                <a:r>
                  <a:rPr lang="en-US" dirty="0"/>
                  <a:t>Insert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elements into the priority queue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insertions at a worst-case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per insertion, so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running time</a:t>
                </a:r>
              </a:p>
              <a:p>
                <a:pPr lvl="1"/>
                <a:r>
                  <a:rPr lang="en-US" dirty="0"/>
                  <a:t>Repeatedly remove the min element from the priority queue and put back into the array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min removals at a worst-case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per removal, so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running time</a:t>
                </a:r>
              </a:p>
              <a:p>
                <a:r>
                  <a:rPr lang="en-US" dirty="0"/>
                  <a:t>Total worst-case running time for heap sort is: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Compared to insertion sort, the details of heap sort are more sophisticated, but the it is much faster sorting algorithm in general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F60CFC-6019-BC41-A7BF-E01AF92EF4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59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417D-DA04-852C-B7C0-C5BB95CF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Divide-and-Conquer for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222D-23FE-0179-3D55-0AC6903D5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Divide and conquer idea</a:t>
            </a:r>
            <a:r>
              <a:rPr lang="en-US" dirty="0"/>
              <a:t>: to solve a big problem, divide it into small problems, solve the small problems, then combine those solutions to solve the big problem.</a:t>
            </a:r>
          </a:p>
          <a:p>
            <a:pPr marL="0" indent="0">
              <a:buNone/>
            </a:pPr>
            <a:r>
              <a:rPr lang="en-US" b="1" dirty="0"/>
              <a:t>Applying divide and conquer to sorting</a:t>
            </a:r>
            <a:r>
              <a:rPr lang="en-US" dirty="0"/>
              <a:t>:</a:t>
            </a:r>
          </a:p>
          <a:p>
            <a:r>
              <a:rPr lang="en-US" dirty="0"/>
              <a:t>Split the array into smaller arrays </a:t>
            </a:r>
          </a:p>
          <a:p>
            <a:r>
              <a:rPr lang="en-US" dirty="0"/>
              <a:t>Sort those smaller arrays</a:t>
            </a:r>
          </a:p>
          <a:p>
            <a:r>
              <a:rPr lang="en-US" dirty="0"/>
              <a:t>Re-combine the sorted arrays </a:t>
            </a:r>
          </a:p>
        </p:txBody>
      </p:sp>
    </p:spTree>
    <p:extLst>
      <p:ext uri="{BB962C8B-B14F-4D97-AF65-F5344CB8AC3E}">
        <p14:creationId xmlns:p14="http://schemas.microsoft.com/office/powerpoint/2010/main" val="829845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681D-A92A-3F3F-D8D4-2FF3A52D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Mergesort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D09BA-AF3A-FF77-D615-8B8240043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function </a:t>
            </a:r>
            <a:r>
              <a:rPr lang="en-CA" dirty="0" err="1"/>
              <a:t>mergeSort</a:t>
            </a:r>
            <a:r>
              <a:rPr lang="en-CA" dirty="0"/>
              <a:t>(A):</a:t>
            </a:r>
          </a:p>
          <a:p>
            <a:pPr marL="0" indent="0">
              <a:buNone/>
            </a:pPr>
            <a:r>
              <a:rPr lang="en-CA" dirty="0"/>
              <a:t>    if </a:t>
            </a:r>
            <a:r>
              <a:rPr lang="en-CA" dirty="0" err="1"/>
              <a:t>A.size</a:t>
            </a:r>
            <a:r>
              <a:rPr lang="en-CA" dirty="0"/>
              <a:t>() &lt;= 1:</a:t>
            </a:r>
          </a:p>
          <a:p>
            <a:pPr marL="0" indent="0">
              <a:buNone/>
            </a:pPr>
            <a:r>
              <a:rPr lang="en-CA" dirty="0"/>
              <a:t>        return A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    mid = </a:t>
            </a:r>
            <a:r>
              <a:rPr lang="en-CA" dirty="0" err="1"/>
              <a:t>A.size</a:t>
            </a:r>
            <a:r>
              <a:rPr lang="en-CA" dirty="0"/>
              <a:t>() / 2</a:t>
            </a:r>
          </a:p>
          <a:p>
            <a:pPr marL="0" indent="0">
              <a:buNone/>
            </a:pPr>
            <a:r>
              <a:rPr lang="en-CA" dirty="0"/>
              <a:t>    left = A[0 .. mid-1]</a:t>
            </a:r>
          </a:p>
          <a:p>
            <a:pPr marL="0" indent="0">
              <a:buNone/>
            </a:pPr>
            <a:r>
              <a:rPr lang="en-CA" dirty="0"/>
              <a:t>    right = A[mid .. </a:t>
            </a:r>
            <a:r>
              <a:rPr lang="en-CA" dirty="0" err="1"/>
              <a:t>A.size</a:t>
            </a:r>
            <a:r>
              <a:rPr lang="en-CA" dirty="0"/>
              <a:t>() -1]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    return merge(</a:t>
            </a:r>
            <a:r>
              <a:rPr lang="en-CA" dirty="0" err="1"/>
              <a:t>mergeSort</a:t>
            </a:r>
            <a:r>
              <a:rPr lang="en-CA" dirty="0"/>
              <a:t>(left), </a:t>
            </a:r>
            <a:r>
              <a:rPr lang="en-CA" dirty="0" err="1"/>
              <a:t>mergeSort</a:t>
            </a:r>
            <a:r>
              <a:rPr lang="en-CA" dirty="0"/>
              <a:t>(right))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E94DA-AE2D-79C0-20E0-2364A7AB46BF}"/>
              </a:ext>
            </a:extLst>
          </p:cNvPr>
          <p:cNvSpPr txBox="1"/>
          <p:nvPr/>
        </p:nvSpPr>
        <p:spPr>
          <a:xfrm>
            <a:off x="4796414" y="1825625"/>
            <a:ext cx="293412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 err="1"/>
              <a:t>Mergesort</a:t>
            </a:r>
            <a:r>
              <a:rPr lang="en-CA" dirty="0"/>
              <a:t> chops the array into two equal halves, sorts each half, and then recombines the sorting halves by merging them.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800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CA89-2628-5FF8-E0ED-31E3655A3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06" y="0"/>
            <a:ext cx="10515600" cy="1325563"/>
          </a:xfrm>
        </p:spPr>
        <p:txBody>
          <a:bodyPr/>
          <a:lstStyle/>
          <a:p>
            <a:r>
              <a:rPr lang="en-US" dirty="0"/>
              <a:t>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EA471-517A-11A8-F832-A6EB09211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5318"/>
            <a:ext cx="6024824" cy="551654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/>
              <a:t>function merge(A, B):</a:t>
            </a:r>
            <a:br>
              <a:rPr lang="en-CA" dirty="0"/>
            </a:br>
            <a:r>
              <a:rPr lang="en-CA" dirty="0"/>
              <a:t>   C = new array of size </a:t>
            </a:r>
            <a:r>
              <a:rPr lang="en-CA" dirty="0" err="1"/>
              <a:t>A.size</a:t>
            </a:r>
            <a:r>
              <a:rPr lang="en-CA" dirty="0"/>
              <a:t>() + </a:t>
            </a:r>
            <a:r>
              <a:rPr lang="en-CA" dirty="0" err="1"/>
              <a:t>B.size</a:t>
            </a:r>
            <a:r>
              <a:rPr lang="en-CA" dirty="0"/>
              <a:t>()</a:t>
            </a:r>
            <a:br>
              <a:rPr lang="en-CA" dirty="0"/>
            </a:br>
            <a:r>
              <a:rPr lang="en-CA" dirty="0"/>
              <a:t>   </a:t>
            </a:r>
            <a:r>
              <a:rPr lang="en-CA" dirty="0" err="1"/>
              <a:t>i</a:t>
            </a:r>
            <a:r>
              <a:rPr lang="en-CA" dirty="0"/>
              <a:t> = 0    // index into A</a:t>
            </a:r>
            <a:br>
              <a:rPr lang="en-CA" dirty="0"/>
            </a:br>
            <a:r>
              <a:rPr lang="en-CA" dirty="0"/>
              <a:t>   j = 0    // index into B</a:t>
            </a:r>
          </a:p>
          <a:p>
            <a:pPr marL="0" indent="0">
              <a:buNone/>
            </a:pPr>
            <a:br>
              <a:rPr lang="en-CA" dirty="0"/>
            </a:br>
            <a:r>
              <a:rPr lang="en-CA" dirty="0"/>
              <a:t>   for k = 0 to length(C) - 1:</a:t>
            </a:r>
          </a:p>
          <a:p>
            <a:pPr marL="0" indent="0">
              <a:buNone/>
            </a:pPr>
            <a:r>
              <a:rPr lang="en-CA" dirty="0"/>
              <a:t>      if </a:t>
            </a:r>
            <a:r>
              <a:rPr lang="en-CA" dirty="0" err="1"/>
              <a:t>i</a:t>
            </a:r>
            <a:r>
              <a:rPr lang="en-CA" dirty="0"/>
              <a:t> &gt;= </a:t>
            </a:r>
            <a:r>
              <a:rPr lang="en-CA" dirty="0" err="1"/>
              <a:t>A.size</a:t>
            </a:r>
            <a:r>
              <a:rPr lang="en-CA" dirty="0"/>
              <a:t>(): // A is exhausted</a:t>
            </a:r>
            <a:br>
              <a:rPr lang="en-CA" dirty="0"/>
            </a:br>
            <a:r>
              <a:rPr lang="en-CA" dirty="0"/>
              <a:t>         C[k] = B[j]</a:t>
            </a:r>
            <a:br>
              <a:rPr lang="en-CA" dirty="0"/>
            </a:br>
            <a:r>
              <a:rPr lang="en-CA" dirty="0"/>
              <a:t>         j = j + 1</a:t>
            </a:r>
          </a:p>
          <a:p>
            <a:pPr marL="0" indent="0">
              <a:buNone/>
            </a:pPr>
            <a:r>
              <a:rPr lang="en-CA" dirty="0"/>
              <a:t>      else if j &gt;= </a:t>
            </a:r>
            <a:r>
              <a:rPr lang="en-CA" dirty="0" err="1"/>
              <a:t>B.size</a:t>
            </a:r>
            <a:r>
              <a:rPr lang="en-CA" dirty="0"/>
              <a:t>(): // B is exhausted</a:t>
            </a:r>
            <a:br>
              <a:rPr lang="en-CA" dirty="0"/>
            </a:br>
            <a:r>
              <a:rPr lang="en-CA" dirty="0"/>
              <a:t>         C[k] = A[</a:t>
            </a:r>
            <a:r>
              <a:rPr lang="en-CA" dirty="0" err="1"/>
              <a:t>i</a:t>
            </a:r>
            <a:r>
              <a:rPr lang="en-CA" dirty="0"/>
              <a:t>]</a:t>
            </a:r>
            <a:br>
              <a:rPr lang="en-CA" dirty="0"/>
            </a:br>
            <a:r>
              <a:rPr lang="en-CA" dirty="0"/>
              <a:t>         </a:t>
            </a:r>
            <a:r>
              <a:rPr lang="en-CA" dirty="0" err="1"/>
              <a:t>i</a:t>
            </a:r>
            <a:r>
              <a:rPr lang="en-CA" dirty="0"/>
              <a:t> = </a:t>
            </a:r>
            <a:r>
              <a:rPr lang="en-CA" dirty="0" err="1"/>
              <a:t>i</a:t>
            </a:r>
            <a:r>
              <a:rPr lang="en-CA" dirty="0"/>
              <a:t> + 1</a:t>
            </a:r>
            <a:br>
              <a:rPr lang="en-CA" dirty="0"/>
            </a:br>
            <a:r>
              <a:rPr lang="en-CA" dirty="0"/>
              <a:t>      else if A[</a:t>
            </a:r>
            <a:r>
              <a:rPr lang="en-CA" dirty="0" err="1"/>
              <a:t>i</a:t>
            </a:r>
            <a:r>
              <a:rPr lang="en-CA" dirty="0"/>
              <a:t>] &lt;= B[j]: // pick from A</a:t>
            </a:r>
            <a:br>
              <a:rPr lang="en-CA" dirty="0"/>
            </a:br>
            <a:r>
              <a:rPr lang="en-CA" dirty="0"/>
              <a:t>         C[k] = A[</a:t>
            </a:r>
            <a:r>
              <a:rPr lang="en-CA" dirty="0" err="1"/>
              <a:t>i</a:t>
            </a:r>
            <a:r>
              <a:rPr lang="en-CA" dirty="0"/>
              <a:t>]</a:t>
            </a:r>
            <a:br>
              <a:rPr lang="en-CA" dirty="0"/>
            </a:br>
            <a:r>
              <a:rPr lang="en-CA" dirty="0"/>
              <a:t>         </a:t>
            </a:r>
            <a:r>
              <a:rPr lang="en-CA" dirty="0" err="1"/>
              <a:t>i</a:t>
            </a:r>
            <a:r>
              <a:rPr lang="en-CA" dirty="0"/>
              <a:t> = </a:t>
            </a:r>
            <a:r>
              <a:rPr lang="en-CA" dirty="0" err="1"/>
              <a:t>i</a:t>
            </a:r>
            <a:r>
              <a:rPr lang="en-CA" dirty="0"/>
              <a:t> + 1</a:t>
            </a:r>
            <a:br>
              <a:rPr lang="en-CA" dirty="0"/>
            </a:br>
            <a:r>
              <a:rPr lang="en-CA" dirty="0"/>
              <a:t>      else:                           // pick from B</a:t>
            </a:r>
            <a:br>
              <a:rPr lang="en-CA" dirty="0"/>
            </a:br>
            <a:r>
              <a:rPr lang="en-CA" dirty="0"/>
              <a:t>         C[k] = B[j]</a:t>
            </a:r>
            <a:br>
              <a:rPr lang="en-CA" dirty="0"/>
            </a:br>
            <a:r>
              <a:rPr lang="en-CA" dirty="0"/>
              <a:t>         j = j + 1</a:t>
            </a:r>
          </a:p>
          <a:p>
            <a:pPr marL="0" indent="0">
              <a:buNone/>
            </a:pPr>
            <a:r>
              <a:rPr lang="en-CA" dirty="0"/>
              <a:t>   return C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E6565D-C2AE-B2AE-CB41-BB325C854449}"/>
              </a:ext>
            </a:extLst>
          </p:cNvPr>
          <p:cNvSpPr txBox="1"/>
          <p:nvPr/>
        </p:nvSpPr>
        <p:spPr>
          <a:xfrm>
            <a:off x="612949" y="1758462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062EBD-77E6-F2F4-9558-B72B2BCD1B2D}"/>
              </a:ext>
            </a:extLst>
          </p:cNvPr>
          <p:cNvSpPr/>
          <p:nvPr/>
        </p:nvSpPr>
        <p:spPr>
          <a:xfrm>
            <a:off x="8098971" y="868773"/>
            <a:ext cx="3254829" cy="673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0BA13-A82E-B8D8-0B70-828724949FAA}"/>
              </a:ext>
            </a:extLst>
          </p:cNvPr>
          <p:cNvSpPr txBox="1"/>
          <p:nvPr/>
        </p:nvSpPr>
        <p:spPr>
          <a:xfrm>
            <a:off x="7301768" y="751169"/>
            <a:ext cx="5934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B5776F-8C9B-0FE9-C630-6B50252EE568}"/>
              </a:ext>
            </a:extLst>
          </p:cNvPr>
          <p:cNvSpPr txBox="1"/>
          <p:nvPr/>
        </p:nvSpPr>
        <p:spPr>
          <a:xfrm>
            <a:off x="8850889" y="1486450"/>
            <a:ext cx="3064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i</a:t>
            </a:r>
            <a:endParaRPr lang="en-US" sz="4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A59DD6-E96B-A5CB-E1E2-22E010C2D118}"/>
              </a:ext>
            </a:extLst>
          </p:cNvPr>
          <p:cNvSpPr/>
          <p:nvPr/>
        </p:nvSpPr>
        <p:spPr>
          <a:xfrm>
            <a:off x="8850889" y="876214"/>
            <a:ext cx="306494" cy="673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05A249-8861-427C-00DF-42FB07D9D406}"/>
              </a:ext>
            </a:extLst>
          </p:cNvPr>
          <p:cNvSpPr/>
          <p:nvPr/>
        </p:nvSpPr>
        <p:spPr>
          <a:xfrm>
            <a:off x="8098971" y="2660876"/>
            <a:ext cx="3254829" cy="673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61999A-B927-F15D-F67A-C538811B3274}"/>
              </a:ext>
            </a:extLst>
          </p:cNvPr>
          <p:cNvSpPr txBox="1"/>
          <p:nvPr/>
        </p:nvSpPr>
        <p:spPr>
          <a:xfrm>
            <a:off x="7301768" y="2543272"/>
            <a:ext cx="6030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4A614D-7BA5-5E6E-6991-9288F27ADE37}"/>
              </a:ext>
            </a:extLst>
          </p:cNvPr>
          <p:cNvSpPr txBox="1"/>
          <p:nvPr/>
        </p:nvSpPr>
        <p:spPr>
          <a:xfrm>
            <a:off x="10036594" y="3271112"/>
            <a:ext cx="3064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j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921D2F-7337-720B-16A1-3AA5C428CE91}"/>
              </a:ext>
            </a:extLst>
          </p:cNvPr>
          <p:cNvSpPr/>
          <p:nvPr/>
        </p:nvSpPr>
        <p:spPr>
          <a:xfrm>
            <a:off x="10036594" y="2660876"/>
            <a:ext cx="306494" cy="673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599261-7D5A-39F7-DC7D-1E91FB69D1B1}"/>
              </a:ext>
            </a:extLst>
          </p:cNvPr>
          <p:cNvSpPr txBox="1"/>
          <p:nvPr/>
        </p:nvSpPr>
        <p:spPr>
          <a:xfrm>
            <a:off x="5583696" y="5246505"/>
            <a:ext cx="6639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6FD0F3-37E7-49E4-06EA-F4634F181AF4}"/>
              </a:ext>
            </a:extLst>
          </p:cNvPr>
          <p:cNvSpPr/>
          <p:nvPr/>
        </p:nvSpPr>
        <p:spPr>
          <a:xfrm>
            <a:off x="6354422" y="5371550"/>
            <a:ext cx="5613165" cy="673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12B586-B69F-CE6E-167A-0090C1CA4C41}"/>
              </a:ext>
            </a:extLst>
          </p:cNvPr>
          <p:cNvSpPr txBox="1"/>
          <p:nvPr/>
        </p:nvSpPr>
        <p:spPr>
          <a:xfrm>
            <a:off x="9236756" y="6009471"/>
            <a:ext cx="434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814182-97E5-60D2-69A1-129651ECC368}"/>
              </a:ext>
            </a:extLst>
          </p:cNvPr>
          <p:cNvSpPr/>
          <p:nvPr/>
        </p:nvSpPr>
        <p:spPr>
          <a:xfrm>
            <a:off x="9300876" y="5371550"/>
            <a:ext cx="306494" cy="673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1E0D23-5C5F-E736-E5AD-7BDCC52D41C0}"/>
              </a:ext>
            </a:extLst>
          </p:cNvPr>
          <p:cNvSpPr txBox="1"/>
          <p:nvPr/>
        </p:nvSpPr>
        <p:spPr>
          <a:xfrm>
            <a:off x="6366756" y="3677772"/>
            <a:ext cx="293412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smaller of A[</a:t>
            </a:r>
            <a:r>
              <a:rPr lang="en-CA" dirty="0" err="1"/>
              <a:t>i</a:t>
            </a:r>
            <a:r>
              <a:rPr lang="en-CA" dirty="0"/>
              <a:t>] or A[j] is copied into C[k]. </a:t>
            </a:r>
            <a:r>
              <a:rPr lang="en-CA" dirty="0" err="1"/>
              <a:t>i</a:t>
            </a:r>
            <a:r>
              <a:rPr lang="en-CA" dirty="0"/>
              <a:t> or j is incremented (depending which was chosen), and then k is incremented.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9BB153-8C7A-F349-D095-B6865A509AB9}"/>
              </a:ext>
            </a:extLst>
          </p:cNvPr>
          <p:cNvSpPr txBox="1"/>
          <p:nvPr/>
        </p:nvSpPr>
        <p:spPr>
          <a:xfrm>
            <a:off x="2915778" y="603047"/>
            <a:ext cx="293412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and B must sorted arrays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74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E93E0-2F43-8159-0979-0B213E46D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733675-322B-E1ED-E2DF-2A94284EC1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input arrays A and B must be sorted for merge to work</a:t>
                </a:r>
              </a:p>
              <a:p>
                <a:r>
                  <a:rPr lang="en-US" dirty="0"/>
                  <a:t>If A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elements and B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elements, then the total work to merge them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in the worst case</a:t>
                </a:r>
                <a:r>
                  <a:rPr lang="en-US" dirty="0"/>
                  <a:t> because there the loop runs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 and does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work each time</a:t>
                </a:r>
              </a:p>
              <a:p>
                <a:r>
                  <a:rPr lang="en-US" b="1" dirty="0"/>
                  <a:t>Merging can be implemented more efficiently than we have done</a:t>
                </a:r>
                <a:r>
                  <a:rPr lang="en-US" dirty="0"/>
                  <a:t>, e.g. once one array is exhausted just copy the rest of the other array with no comparisons needed</a:t>
                </a:r>
              </a:p>
              <a:p>
                <a:r>
                  <a:rPr lang="en-US" b="1" dirty="0"/>
                  <a:t>Merging needs an extra array</a:t>
                </a:r>
                <a:r>
                  <a:rPr lang="en-US" dirty="0"/>
                  <a:t>, which could be a problem if your computer lacks memory: merging (and therefore </a:t>
                </a:r>
                <a:r>
                  <a:rPr lang="en-US" dirty="0" err="1"/>
                  <a:t>mergesort</a:t>
                </a:r>
                <a:r>
                  <a:rPr lang="en-US" dirty="0"/>
                  <a:t>) needs 2n space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733675-322B-E1ED-E2DF-2A94284EC1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b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708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819D-9861-8CE3-C342-BB1FC5FC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Mergesort</a:t>
            </a:r>
            <a:r>
              <a:rPr lang="en-US" dirty="0"/>
              <a:t>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95A067-4DDE-25C7-B39E-B0CFFAD49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65" y="1521553"/>
            <a:ext cx="7772400" cy="50809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2C376E-38D7-2C3C-0568-6BF824E67E2F}"/>
                  </a:ext>
                </a:extLst>
              </p:cNvPr>
              <p:cNvSpPr txBox="1"/>
              <p:nvPr/>
            </p:nvSpPr>
            <p:spPr>
              <a:xfrm>
                <a:off x="8374464" y="1152221"/>
                <a:ext cx="3583073" cy="203132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b="1" dirty="0"/>
                  <a:t>Mergesort</a:t>
                </a:r>
                <a:r>
                  <a:rPr lang="en-CA" dirty="0"/>
                  <a:t> repeatedly splits the array in half, which conceptually forms a binary tree as shown. The height of the tree is at must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CA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, and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work is done at each level, so the worst-case running is </a:t>
                </a:r>
                <a14:m>
                  <m:oMath xmlns:m="http://schemas.openxmlformats.org/officeDocument/2006/math">
                    <m:r>
                      <a:rPr lang="en-CA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CA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CA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2C376E-38D7-2C3C-0568-6BF824E67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464" y="1152221"/>
                <a:ext cx="3583073" cy="2031325"/>
              </a:xfrm>
              <a:prstGeom prst="rect">
                <a:avLst/>
              </a:prstGeom>
              <a:blipFill>
                <a:blip r:embed="rId3"/>
                <a:stretch>
                  <a:fillRect t="-1242" r="-2120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174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FA886-8B4C-C6AC-AB3B-4CA31ABAE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Mergesort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181C5-2E9E-D958-DDAA-B9D19CEDF2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Mergesort has worst-case running time of </a:t>
                </a:r>
                <a14:m>
                  <m:oMath xmlns:m="http://schemas.openxmlformats.org/officeDocument/2006/math">
                    <m:r>
                      <a:rPr lang="en-CA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CA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CA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CA" dirty="0"/>
              </a:p>
              <a:p>
                <a:pPr lvl="1"/>
                <a:r>
                  <a:rPr lang="en-CA" dirty="0"/>
                  <a:t>Very fast in practice</a:t>
                </a:r>
              </a:p>
              <a:p>
                <a:pPr lvl="1"/>
                <a:r>
                  <a:rPr lang="en-CA" dirty="0"/>
                  <a:t>E.g. Python’s standard sort is a highly optimized version of </a:t>
                </a:r>
                <a:r>
                  <a:rPr lang="en-CA" dirty="0" err="1"/>
                  <a:t>mergesort</a:t>
                </a:r>
                <a:endParaRPr lang="en-CA" dirty="0"/>
              </a:p>
              <a:p>
                <a:r>
                  <a:rPr lang="en-US" dirty="0"/>
                  <a:t>However, it uses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extra memory due to merging</a:t>
                </a:r>
              </a:p>
              <a:p>
                <a:pPr lvl="1"/>
                <a:r>
                  <a:rPr lang="en-US" dirty="0"/>
                  <a:t>Most other sorting algorithms 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extra memory</a:t>
                </a:r>
              </a:p>
              <a:p>
                <a:r>
                  <a:rPr lang="en-US" dirty="0"/>
                  <a:t>It’s a divide and conquer algorithm</a:t>
                </a:r>
              </a:p>
              <a:p>
                <a:pPr lvl="1"/>
                <a:r>
                  <a:rPr lang="en-US" dirty="0"/>
                  <a:t>Dividing the array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Merging it back together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181C5-2E9E-D958-DDAA-B9D19CEDF2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3477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D926-4261-5A63-596A-351D3693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0C1640-3B9D-9E80-E6CC-97D28FF45C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Quicksort is another divide and conquer algorithm</a:t>
                </a:r>
              </a:p>
              <a:p>
                <a:r>
                  <a:rPr lang="en-US" dirty="0"/>
                  <a:t>In contrast to </a:t>
                </a:r>
                <a:r>
                  <a:rPr lang="en-US" dirty="0" err="1"/>
                  <a:t>mergesort</a:t>
                </a:r>
                <a:r>
                  <a:rPr lang="en-US" dirty="0"/>
                  <a:t>, it spends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doing the splitting, and the re-combining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Quicksort splitting is called partitioning</a:t>
                </a:r>
              </a:p>
              <a:p>
                <a:pPr lvl="1"/>
                <a:r>
                  <a:rPr lang="en-US" dirty="0"/>
                  <a:t>Partitioning re-arranges elements so all elements smaller than a chosen pivot value are on the left side, and all elements &gt;= pivot are on the other side</a:t>
                </a:r>
              </a:p>
              <a:p>
                <a:pPr lvl="1"/>
                <a:r>
                  <a:rPr lang="en-US" dirty="0"/>
                  <a:t>E.g. if the pivot is 6, then the partition of {6, 1, 9, 7, 4, 3} could be:</a:t>
                </a:r>
              </a:p>
              <a:p>
                <a:pPr marL="457200" lvl="1" indent="0" algn="ctr">
                  <a:buNone/>
                </a:pPr>
                <a:r>
                  <a:rPr lang="en-US" dirty="0"/>
                  <a:t>{1, 4, 3, 6, 9, 7}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0C1640-3B9D-9E80-E6CC-97D28FF45C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11637-D1A7-165A-8FD9-7B35E6E16BB4}"/>
              </a:ext>
            </a:extLst>
          </p:cNvPr>
          <p:cNvCxnSpPr/>
          <p:nvPr/>
        </p:nvCxnSpPr>
        <p:spPr>
          <a:xfrm>
            <a:off x="6340510" y="5124659"/>
            <a:ext cx="0" cy="38183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DDD25B8-590C-2CD1-8405-DDCD801C3C6B}"/>
              </a:ext>
            </a:extLst>
          </p:cNvPr>
          <p:cNvSpPr txBox="1"/>
          <p:nvPr/>
        </p:nvSpPr>
        <p:spPr>
          <a:xfrm>
            <a:off x="4548973" y="5988734"/>
            <a:ext cx="358307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If you now sort both sides of the partition, the entire array is sorted.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004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66A5-DED8-F693-3D02-4089C875C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E98CC-37C6-5C2C-80AD-E2993785D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function </a:t>
            </a:r>
            <a:r>
              <a:rPr lang="en-CA" dirty="0" err="1"/>
              <a:t>quickSort</a:t>
            </a:r>
            <a:r>
              <a:rPr lang="en-CA" dirty="0"/>
              <a:t>(A, low, high):</a:t>
            </a:r>
          </a:p>
          <a:p>
            <a:pPr marL="0" indent="0">
              <a:buNone/>
            </a:pPr>
            <a:r>
              <a:rPr lang="en-CA" dirty="0"/>
              <a:t>   if low &gt;= high:  // base case: 0 or 1 element, already sorted</a:t>
            </a:r>
          </a:p>
          <a:p>
            <a:pPr marL="0" indent="0">
              <a:buNone/>
            </a:pPr>
            <a:r>
              <a:rPr lang="en-CA" dirty="0"/>
              <a:t>      return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   p = partition(A, low, high) // partition and get pivot's final index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   </a:t>
            </a:r>
            <a:r>
              <a:rPr lang="en-CA" dirty="0" err="1"/>
              <a:t>quickSort</a:t>
            </a:r>
            <a:r>
              <a:rPr lang="en-CA" dirty="0"/>
              <a:t>(A, low, p - 1)    // sort left of pivot</a:t>
            </a:r>
          </a:p>
          <a:p>
            <a:pPr marL="0" indent="0">
              <a:buNone/>
            </a:pPr>
            <a:r>
              <a:rPr lang="en-CA" dirty="0"/>
              <a:t>   </a:t>
            </a:r>
            <a:r>
              <a:rPr lang="en-CA" dirty="0" err="1"/>
              <a:t>quickSort</a:t>
            </a:r>
            <a:r>
              <a:rPr lang="en-CA" dirty="0"/>
              <a:t>(A, p + 1, high) // sort right of pivot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741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AC2E-4E39-072C-00CC-766EAF8BC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2159F-1075-6B25-4F96-6160A02B8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CA" dirty="0"/>
              <a:t>function partition(A, low, high):</a:t>
            </a:r>
          </a:p>
          <a:p>
            <a:pPr marL="0" indent="0">
              <a:buNone/>
            </a:pPr>
            <a:r>
              <a:rPr lang="en-CA" dirty="0"/>
              <a:t>   pivot = A[high]  // choose last element as pivot</a:t>
            </a:r>
          </a:p>
          <a:p>
            <a:pPr marL="0" indent="0">
              <a:buNone/>
            </a:pPr>
            <a:r>
              <a:rPr lang="en-CA" dirty="0"/>
              <a:t>   </a:t>
            </a:r>
            <a:r>
              <a:rPr lang="en-CA" dirty="0" err="1"/>
              <a:t>i</a:t>
            </a:r>
            <a:r>
              <a:rPr lang="en-CA" dirty="0"/>
              <a:t> = low - 1            // boundary of "elements &lt;= pivot"</a:t>
            </a:r>
          </a:p>
          <a:p>
            <a:pPr marL="0" indent="0">
              <a:buNone/>
            </a:pPr>
            <a:br>
              <a:rPr lang="en-CA" dirty="0"/>
            </a:br>
            <a:endParaRPr lang="en-CA" dirty="0"/>
          </a:p>
          <a:p>
            <a:pPr marL="0" indent="0">
              <a:buNone/>
            </a:pPr>
            <a:r>
              <a:rPr lang="en-CA" dirty="0"/>
              <a:t>    for j = low to high - 1:</a:t>
            </a:r>
          </a:p>
          <a:p>
            <a:pPr marL="0" indent="0">
              <a:buNone/>
            </a:pPr>
            <a:r>
              <a:rPr lang="en-CA" dirty="0"/>
              <a:t>       if A[j] &lt;= pivot:</a:t>
            </a:r>
          </a:p>
          <a:p>
            <a:pPr marL="0" indent="0">
              <a:buNone/>
            </a:pPr>
            <a:r>
              <a:rPr lang="en-CA" dirty="0"/>
              <a:t>           </a:t>
            </a:r>
            <a:r>
              <a:rPr lang="en-CA" dirty="0" err="1"/>
              <a:t>i</a:t>
            </a:r>
            <a:r>
              <a:rPr lang="en-CA" dirty="0"/>
              <a:t> = </a:t>
            </a:r>
            <a:r>
              <a:rPr lang="en-CA" dirty="0" err="1"/>
              <a:t>i</a:t>
            </a:r>
            <a:r>
              <a:rPr lang="en-CA" dirty="0"/>
              <a:t> + 1</a:t>
            </a:r>
          </a:p>
          <a:p>
            <a:pPr marL="0" indent="0">
              <a:buNone/>
            </a:pPr>
            <a:r>
              <a:rPr lang="en-CA" dirty="0"/>
              <a:t>           swap(A[</a:t>
            </a:r>
            <a:r>
              <a:rPr lang="en-CA" dirty="0" err="1"/>
              <a:t>i</a:t>
            </a:r>
            <a:r>
              <a:rPr lang="en-CA" dirty="0"/>
              <a:t>], A[j])</a:t>
            </a:r>
          </a:p>
          <a:p>
            <a:pPr marL="0" indent="0">
              <a:buNone/>
            </a:pPr>
            <a:br>
              <a:rPr lang="en-CA" dirty="0"/>
            </a:br>
            <a:endParaRPr lang="en-CA" dirty="0"/>
          </a:p>
          <a:p>
            <a:pPr marL="0" indent="0">
              <a:buNone/>
            </a:pPr>
            <a:r>
              <a:rPr lang="en-CA" dirty="0"/>
              <a:t>   swap(A[</a:t>
            </a:r>
            <a:r>
              <a:rPr lang="en-CA" dirty="0" err="1"/>
              <a:t>i</a:t>
            </a:r>
            <a:r>
              <a:rPr lang="en-CA" dirty="0"/>
              <a:t> + 1], A[high]) // move pivot into its final position</a:t>
            </a:r>
          </a:p>
          <a:p>
            <a:pPr marL="0" indent="0">
              <a:buNone/>
            </a:pPr>
            <a:r>
              <a:rPr lang="en-CA" dirty="0"/>
              <a:t>   return </a:t>
            </a:r>
            <a:r>
              <a:rPr lang="en-CA" dirty="0" err="1"/>
              <a:t>i</a:t>
            </a:r>
            <a:r>
              <a:rPr lang="en-CA" dirty="0"/>
              <a:t> + 1                        // pivot's final index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99631-B965-645E-6D1C-B39D662AA496}"/>
              </a:ext>
            </a:extLst>
          </p:cNvPr>
          <p:cNvSpPr txBox="1"/>
          <p:nvPr/>
        </p:nvSpPr>
        <p:spPr>
          <a:xfrm>
            <a:off x="6297386" y="999464"/>
            <a:ext cx="339927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Choosing the pivot this way is the default standard strategy, but there are other ways to do it!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6A1830-7393-D3F0-87C1-B745CF0ADB05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54804" y="1461129"/>
            <a:ext cx="1142582" cy="669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429E76-AFC6-1A60-DEF3-FD8D5953FA55}"/>
                  </a:ext>
                </a:extLst>
              </p:cNvPr>
              <p:cNvSpPr txBox="1"/>
              <p:nvPr/>
            </p:nvSpPr>
            <p:spPr>
              <a:xfrm>
                <a:off x="6449786" y="3489291"/>
                <a:ext cx="3399273" cy="147732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Running time of partition on an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-element array is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because there is one loop through the elements that does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CA" dirty="0"/>
                  <a:t> work per iteration.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429E76-AFC6-1A60-DEF3-FD8D5953F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786" y="3489291"/>
                <a:ext cx="3399273" cy="1477328"/>
              </a:xfrm>
              <a:prstGeom prst="rect">
                <a:avLst/>
              </a:prstGeom>
              <a:blipFill>
                <a:blip r:embed="rId2"/>
                <a:stretch>
                  <a:fillRect t="-1695" r="-2602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056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B795-7A3E-69ED-EB05-4D48DD538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55D25-4C73-5910-7E06-BC0AEB2CB5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Assuming the partitions are balanced, i.e. each partition is about the same size, the resulting sorting tree has height about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work per level … so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CA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running time in the average case</a:t>
                </a:r>
              </a:p>
              <a:p>
                <a:r>
                  <a:rPr lang="en-US" dirty="0"/>
                  <a:t>BUT!</a:t>
                </a:r>
              </a:p>
              <a:p>
                <a:r>
                  <a:rPr lang="en-US" dirty="0"/>
                  <a:t>If you get unbalanced partitions, the height of the tree can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work per level …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CA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running time in the worst case</a:t>
                </a:r>
              </a:p>
              <a:p>
                <a:pPr lvl="1"/>
                <a:r>
                  <a:rPr lang="en-US" dirty="0"/>
                  <a:t>Unbalance partitions occur if the data is already sorted</a:t>
                </a:r>
              </a:p>
              <a:p>
                <a:pPr lvl="1"/>
                <a:r>
                  <a:rPr lang="en-US" dirty="0"/>
                  <a:t>Or in reverse sorted order</a:t>
                </a:r>
              </a:p>
              <a:p>
                <a:pPr lvl="1"/>
                <a:r>
                  <a:rPr lang="en-US" dirty="0"/>
                  <a:t>Thus: partially sorted data makes quicksort go slower!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55D25-4C73-5910-7E06-BC0AEB2CB5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r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209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4546-5DBE-BBDC-2D51-D3C8649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326EE-E76B-E593-ABE1-657377F6B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Average-case performance: 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r>
                          <a:rPr lang="en-CA" b="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Worst-case performance: 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 why do we care about quicksort if its worse case is as slow as insertion sort?</a:t>
                </a:r>
              </a:p>
              <a:p>
                <a:pPr lvl="1"/>
                <a:r>
                  <a:rPr lang="en-US" dirty="0"/>
                  <a:t>Unlike </a:t>
                </a:r>
                <a:r>
                  <a:rPr lang="en-US" dirty="0" err="1"/>
                  <a:t>mergesort</a:t>
                </a:r>
                <a:r>
                  <a:rPr lang="en-US" dirty="0"/>
                  <a:t>, it </a:t>
                </a:r>
                <a:r>
                  <a:rPr lang="en-US" b="1" dirty="0"/>
                  <a:t>doesn’t</a:t>
                </a:r>
                <a:r>
                  <a:rPr lang="en-US" dirty="0"/>
                  <a:t> 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extra memory</a:t>
                </a:r>
              </a:p>
              <a:p>
                <a:pPr lvl="1"/>
                <a:r>
                  <a:rPr lang="en-US" dirty="0"/>
                  <a:t>Quicksort can often be implemented more efficiently than </a:t>
                </a:r>
                <a:r>
                  <a:rPr lang="en-US" dirty="0" err="1"/>
                  <a:t>mergesort</a:t>
                </a:r>
                <a:endParaRPr lang="en-US" dirty="0"/>
              </a:p>
              <a:p>
                <a:pPr lvl="1"/>
                <a:r>
                  <a:rPr lang="en-US" dirty="0"/>
                  <a:t>Worst-cases can be significantly lessened by tricks like</a:t>
                </a:r>
              </a:p>
              <a:p>
                <a:pPr lvl="2"/>
                <a:r>
                  <a:rPr lang="en-US" dirty="0"/>
                  <a:t>Choosing pivot to be median of  three elements from the array</a:t>
                </a:r>
              </a:p>
              <a:p>
                <a:pPr lvl="2"/>
                <a:r>
                  <a:rPr lang="en-US" dirty="0"/>
                  <a:t>Randomly chosen pivot</a:t>
                </a:r>
              </a:p>
              <a:p>
                <a:pPr lvl="2"/>
                <a:r>
                  <a:rPr lang="en-US" dirty="0"/>
                  <a:t>Scrambling the data before sorting</a:t>
                </a:r>
              </a:p>
              <a:p>
                <a:r>
                  <a:rPr lang="en-US" dirty="0"/>
                  <a:t>Many general-purpose sorting algorithms are optimized versions of quicksort</a:t>
                </a:r>
              </a:p>
              <a:p>
                <a:pPr lvl="1"/>
                <a:r>
                  <a:rPr lang="en-US" dirty="0"/>
                  <a:t>E.g. C++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std::sort</a:t>
                </a:r>
                <a:r>
                  <a:rPr lang="en-US" dirty="0"/>
                  <a:t> is usually </a:t>
                </a:r>
                <a:r>
                  <a:rPr lang="en-US" b="1" dirty="0" err="1"/>
                  <a:t>introsort</a:t>
                </a:r>
                <a:r>
                  <a:rPr lang="en-US" dirty="0"/>
                  <a:t>, aka </a:t>
                </a:r>
                <a:r>
                  <a:rPr lang="en-US" b="1" dirty="0"/>
                  <a:t>introspection sort</a:t>
                </a:r>
                <a:r>
                  <a:rPr lang="en-US" dirty="0"/>
                  <a:t>, is based on quicksort and uses both heapsort and insertion sort in clever ways to guarantee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worst-case running time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326EE-E76B-E593-ABE1-657377F6B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373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8A1B-2721-DD0F-DF11-CA22E26D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Sorting: Lower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407617-B827-61A8-1B9F-409844A54B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Sorting is an extremely well-studied problem in computer science</a:t>
                </a:r>
              </a:p>
              <a:p>
                <a:r>
                  <a:rPr lang="en-US" dirty="0"/>
                  <a:t>Many, many sorting algorithms have been proposed</a:t>
                </a:r>
              </a:p>
              <a:p>
                <a:r>
                  <a:rPr lang="en-US" dirty="0"/>
                  <a:t>However,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fundamental </a:t>
                </a:r>
                <a:r>
                  <a:rPr lang="en-US" b="1" dirty="0"/>
                  <a:t>lower-bound</a:t>
                </a:r>
                <a:r>
                  <a:rPr lang="en-US" dirty="0"/>
                  <a:t> for sorting algorithms based on comparisons</a:t>
                </a:r>
              </a:p>
              <a:p>
                <a:pPr lvl="1"/>
                <a:r>
                  <a:rPr lang="en-US" dirty="0"/>
                  <a:t>That means it’s </a:t>
                </a:r>
                <a:r>
                  <a:rPr lang="en-US" i="1" dirty="0"/>
                  <a:t>impossible</a:t>
                </a:r>
                <a:r>
                  <a:rPr lang="en-US" dirty="0"/>
                  <a:t> for a comparison-based sorting algorithm to have a better then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the worst-case</a:t>
                </a:r>
              </a:p>
              <a:p>
                <a:pPr lvl="1"/>
                <a:r>
                  <a:rPr lang="en-US" dirty="0"/>
                  <a:t>In some cases a sorting algorithm be better than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they </a:t>
                </a:r>
                <a:r>
                  <a:rPr lang="en-US" b="1" dirty="0"/>
                  <a:t>always</a:t>
                </a:r>
                <a:r>
                  <a:rPr lang="en-US" dirty="0"/>
                  <a:t> have a worst-case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Proposition 11.4 in the textbook proves this fact using a decision tree argument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407617-B827-61A8-1B9F-409844A54B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187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C81F-9C97-8B6A-DD4C-D1CE0F79F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Sorts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E93CA6-71B3-BA40-A3DA-8BA2CF2A24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Bucket sort </a:t>
                </a:r>
                <a:r>
                  <a:rPr lang="en-US" dirty="0"/>
                  <a:t>can sort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integer keys in a restricted range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/>
                  <a:t> by using the keys to index directly into an array</a:t>
                </a:r>
              </a:p>
              <a:p>
                <a:pPr lvl="1"/>
                <a:r>
                  <a:rPr lang="en-US" dirty="0"/>
                  <a:t>Runs in worst case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  <a:p>
                <a:r>
                  <a:rPr lang="en-US" b="1" dirty="0"/>
                  <a:t>Radix sort </a:t>
                </a:r>
                <a:r>
                  <a:rPr lang="en-US" dirty="0"/>
                  <a:t>works by applying bucket sort to each individual digit of the digits of a number (or characters of a string, or values of a record), one digit at a time</a:t>
                </a:r>
              </a:p>
              <a:p>
                <a:pPr lvl="1"/>
                <a:r>
                  <a:rPr lang="en-US" dirty="0"/>
                  <a:t>If the number of digits is fixed, e.g. 4-digit numbers, then it’s like running bucket sort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E93CA6-71B3-BA40-A3DA-8BA2CF2A24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407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432B-8A34-311D-B75D-EEA501B08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6737E-4E69-3E1E-E478-DF3955E44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usually talk about number of comparisons because that approximates the actual running time of many sorts very well</a:t>
            </a:r>
          </a:p>
          <a:p>
            <a:r>
              <a:rPr lang="en-US" dirty="0"/>
              <a:t>But “data moves” can also matter, i.e. how many swaps or insertions are done</a:t>
            </a:r>
          </a:p>
          <a:p>
            <a:r>
              <a:rPr lang="en-US" dirty="0"/>
              <a:t>Plus code outside of the comparisons matters too, and running time can often be improved doing less (or faster) work between comparisons</a:t>
            </a:r>
          </a:p>
          <a:p>
            <a:r>
              <a:rPr lang="en-US" dirty="0"/>
              <a:t>In general, built-in sorting routines like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std::sort</a:t>
            </a:r>
            <a:r>
              <a:rPr lang="en-US" dirty="0"/>
              <a:t> are generally well-tested and efficient for many different types of </a:t>
            </a:r>
            <a:r>
              <a:rPr lang="en-US"/>
              <a:t>dat</a:t>
            </a:r>
          </a:p>
        </p:txBody>
      </p:sp>
    </p:spTree>
    <p:extLst>
      <p:ext uri="{BB962C8B-B14F-4D97-AF65-F5344CB8AC3E}">
        <p14:creationId xmlns:p14="http://schemas.microsoft.com/office/powerpoint/2010/main" val="401732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1647</TotalTime>
  <Words>2018</Words>
  <Application>Microsoft Macintosh PowerPoint</Application>
  <PresentationFormat>Widescreen</PresentationFormat>
  <Paragraphs>160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Consolas</vt:lpstr>
      <vt:lpstr>Office Theme</vt:lpstr>
      <vt:lpstr>Sorting</vt:lpstr>
      <vt:lpstr>Topics</vt:lpstr>
      <vt:lpstr>Sorting</vt:lpstr>
      <vt:lpstr>Simple Sorting</vt:lpstr>
      <vt:lpstr>Other Simple Sorts</vt:lpstr>
      <vt:lpstr>Heap Sort</vt:lpstr>
      <vt:lpstr>Divide-and-Conquer for Sorting</vt:lpstr>
      <vt:lpstr>Mergesort</vt:lpstr>
      <vt:lpstr>Merge</vt:lpstr>
      <vt:lpstr>Merging</vt:lpstr>
      <vt:lpstr>Mergesort Performance</vt:lpstr>
      <vt:lpstr>Mergesort</vt:lpstr>
      <vt:lpstr>Quicksort</vt:lpstr>
      <vt:lpstr>Quicksort</vt:lpstr>
      <vt:lpstr>Partition</vt:lpstr>
      <vt:lpstr>Quicksort Performance</vt:lpstr>
      <vt:lpstr>Quicksort Performance</vt:lpstr>
      <vt:lpstr>Sorting: Lower Bound</vt:lpstr>
      <vt:lpstr>Faster Sorts</vt:lpstr>
      <vt:lpstr>Comparing Sorting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2026-06-23T20:15:10Z</cp:lastPrinted>
  <dcterms:created xsi:type="dcterms:W3CDTF">2026-06-22T23:17:30Z</dcterms:created>
  <dcterms:modified xsi:type="dcterms:W3CDTF">2026-07-02T16:54:04Z</dcterms:modified>
</cp:coreProperties>
</file>