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6" r:id="rId3"/>
    <p:sldId id="264" r:id="rId4"/>
    <p:sldId id="286" r:id="rId5"/>
    <p:sldId id="297" r:id="rId6"/>
    <p:sldId id="298" r:id="rId7"/>
    <p:sldId id="300" r:id="rId8"/>
    <p:sldId id="299" r:id="rId9"/>
    <p:sldId id="302" r:id="rId10"/>
    <p:sldId id="301" r:id="rId11"/>
    <p:sldId id="304" r:id="rId12"/>
    <p:sldId id="303" r:id="rId13"/>
    <p:sldId id="306" r:id="rId14"/>
    <p:sldId id="305" r:id="rId15"/>
    <p:sldId id="308" r:id="rId16"/>
    <p:sldId id="307" r:id="rId17"/>
    <p:sldId id="310" r:id="rId18"/>
    <p:sldId id="309" r:id="rId19"/>
    <p:sldId id="315" r:id="rId20"/>
    <p:sldId id="314" r:id="rId21"/>
    <p:sldId id="321" r:id="rId22"/>
    <p:sldId id="311" r:id="rId23"/>
    <p:sldId id="312" r:id="rId24"/>
    <p:sldId id="329" r:id="rId25"/>
    <p:sldId id="313" r:id="rId26"/>
    <p:sldId id="330" r:id="rId27"/>
    <p:sldId id="318" r:id="rId28"/>
    <p:sldId id="322" r:id="rId29"/>
    <p:sldId id="326" r:id="rId30"/>
    <p:sldId id="323" r:id="rId31"/>
    <p:sldId id="324" r:id="rId32"/>
    <p:sldId id="325" r:id="rId33"/>
    <p:sldId id="327" r:id="rId34"/>
    <p:sldId id="32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99F45B-FBA4-954B-9312-5019CDB5224B}" v="226" dt="2026-07-06T22:38:43.334"/>
    <p1510:client id="{64B368CB-38C1-664C-9D36-31CC1583914F}" v="68" dt="2026-07-07T21:16:37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50"/>
    <p:restoredTop sz="96301"/>
  </p:normalViewPr>
  <p:slideViewPr>
    <p:cSldViewPr snapToGrid="0">
      <p:cViewPr varScale="1">
        <p:scale>
          <a:sx n="127" d="100"/>
          <a:sy n="127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">
      <pc:chgData name="Toby Donaldson" userId="2e6e5431-bb17-4c41-9985-d39c50d83c73" providerId="ADAL" clId="{F31BC264-820E-54C4-A6D1-F92AF9CC222E}" dt="2026-07-07T21:16:37.333" v="7179"/>
      <pc:docMkLst>
        <pc:docMk/>
      </pc:docMkLst>
      <pc:sldChg chg="modSp new mod">
        <pc:chgData name="Toby Donaldson" userId="2e6e5431-bb17-4c41-9985-d39c50d83c73" providerId="ADAL" clId="{F31BC264-820E-54C4-A6D1-F92AF9CC222E}" dt="2026-06-09T20:08:00.417" v="6318" actId="20577"/>
        <pc:sldMkLst>
          <pc:docMk/>
          <pc:sldMk cId="9530373" sldId="256"/>
        </pc:sldMkLst>
        <pc:spChg chg="mod">
          <ac:chgData name="Toby Donaldson" userId="2e6e5431-bb17-4c41-9985-d39c50d83c73" providerId="ADAL" clId="{F31BC264-820E-54C4-A6D1-F92AF9CC222E}" dt="2026-06-09T03:27:30.846" v="256" actId="20577"/>
          <ac:spMkLst>
            <pc:docMk/>
            <pc:sldMk cId="9530373" sldId="256"/>
            <ac:spMk id="2" creationId="{92D403EF-79C8-55AD-08D0-C88D1F127FD0}"/>
          </ac:spMkLst>
        </pc:spChg>
        <pc:spChg chg="mod">
          <ac:chgData name="Toby Donaldson" userId="2e6e5431-bb17-4c41-9985-d39c50d83c73" providerId="ADAL" clId="{F31BC264-820E-54C4-A6D1-F92AF9CC222E}" dt="2026-06-09T20:08:00.417" v="6318" actId="20577"/>
          <ac:spMkLst>
            <pc:docMk/>
            <pc:sldMk cId="9530373" sldId="256"/>
            <ac:spMk id="3" creationId="{A0FC18ED-98A4-48F4-FD7B-2E7703435F99}"/>
          </ac:spMkLst>
        </pc:spChg>
      </pc:sldChg>
      <pc:sldChg chg="modSp new mod">
        <pc:chgData name="Toby Donaldson" userId="2e6e5431-bb17-4c41-9985-d39c50d83c73" providerId="ADAL" clId="{F31BC264-820E-54C4-A6D1-F92AF9CC222E}" dt="2026-06-09T19:27:29.300" v="6302" actId="20577"/>
        <pc:sldMkLst>
          <pc:docMk/>
          <pc:sldMk cId="2592607096" sldId="264"/>
        </pc:sldMkLst>
        <pc:spChg chg="mod">
          <ac:chgData name="Toby Donaldson" userId="2e6e5431-bb17-4c41-9985-d39c50d83c73" providerId="ADAL" clId="{F31BC264-820E-54C4-A6D1-F92AF9CC222E}" dt="2026-06-09T03:57:34.278" v="643" actId="20577"/>
          <ac:spMkLst>
            <pc:docMk/>
            <pc:sldMk cId="2592607096" sldId="264"/>
            <ac:spMk id="2" creationId="{95DDE172-6A93-95F2-6EF3-3D2DBFE41D86}"/>
          </ac:spMkLst>
        </pc:spChg>
        <pc:spChg chg="mod">
          <ac:chgData name="Toby Donaldson" userId="2e6e5431-bb17-4c41-9985-d39c50d83c73" providerId="ADAL" clId="{F31BC264-820E-54C4-A6D1-F92AF9CC222E}" dt="2026-06-09T19:27:29.300" v="6302" actId="20577"/>
          <ac:spMkLst>
            <pc:docMk/>
            <pc:sldMk cId="2592607096" sldId="264"/>
            <ac:spMk id="3" creationId="{51439C22-30C6-2BF5-70B2-93CB1683F8C5}"/>
          </ac:spMkLst>
        </pc:spChg>
      </pc:sldChg>
      <pc:sldChg chg="modSp mod">
        <pc:chgData name="Toby Donaldson" userId="2e6e5431-bb17-4c41-9985-d39c50d83c73" providerId="ADAL" clId="{F31BC264-820E-54C4-A6D1-F92AF9CC222E}" dt="2026-07-07T18:08:52.723" v="6848" actId="113"/>
        <pc:sldMkLst>
          <pc:docMk/>
          <pc:sldMk cId="340872484" sldId="286"/>
        </pc:sldMkLst>
        <pc:spChg chg="mod">
          <ac:chgData name="Toby Donaldson" userId="2e6e5431-bb17-4c41-9985-d39c50d83c73" providerId="ADAL" clId="{F31BC264-820E-54C4-A6D1-F92AF9CC222E}" dt="2026-07-07T18:08:52.723" v="6848" actId="113"/>
          <ac:spMkLst>
            <pc:docMk/>
            <pc:sldMk cId="340872484" sldId="286"/>
            <ac:spMk id="3" creationId="{06D16893-CDF4-2AA6-BC4C-1BC87F60153B}"/>
          </ac:spMkLst>
        </pc:spChg>
        <pc:spChg chg="mod">
          <ac:chgData name="Toby Donaldson" userId="2e6e5431-bb17-4c41-9985-d39c50d83c73" providerId="ADAL" clId="{F31BC264-820E-54C4-A6D1-F92AF9CC222E}" dt="2026-07-07T18:08:19.219" v="6843" actId="20577"/>
          <ac:spMkLst>
            <pc:docMk/>
            <pc:sldMk cId="340872484" sldId="286"/>
            <ac:spMk id="6" creationId="{6024659C-6021-F980-3B58-784D03DDAB55}"/>
          </ac:spMkLst>
        </pc:spChg>
      </pc:sldChg>
      <pc:sldChg chg="modSp mod">
        <pc:chgData name="Toby Donaldson" userId="2e6e5431-bb17-4c41-9985-d39c50d83c73" providerId="ADAL" clId="{F31BC264-820E-54C4-A6D1-F92AF9CC222E}" dt="2026-07-07T20:16:32.712" v="7175" actId="20577"/>
        <pc:sldMkLst>
          <pc:docMk/>
          <pc:sldMk cId="2579258547" sldId="296"/>
        </pc:sldMkLst>
        <pc:spChg chg="mod">
          <ac:chgData name="Toby Donaldson" userId="2e6e5431-bb17-4c41-9985-d39c50d83c73" providerId="ADAL" clId="{F31BC264-820E-54C4-A6D1-F92AF9CC222E}" dt="2026-07-07T20:16:32.712" v="7175" actId="20577"/>
          <ac:spMkLst>
            <pc:docMk/>
            <pc:sldMk cId="2579258547" sldId="296"/>
            <ac:spMk id="3" creationId="{828EFB7D-8273-2511-FCFF-B838DE0DAD00}"/>
          </ac:spMkLst>
        </pc:spChg>
      </pc:sldChg>
      <pc:sldChg chg="modSp mod">
        <pc:chgData name="Toby Donaldson" userId="2e6e5431-bb17-4c41-9985-d39c50d83c73" providerId="ADAL" clId="{F31BC264-820E-54C4-A6D1-F92AF9CC222E}" dt="2026-07-07T18:10:25.391" v="6869" actId="20577"/>
        <pc:sldMkLst>
          <pc:docMk/>
          <pc:sldMk cId="888644859" sldId="297"/>
        </pc:sldMkLst>
        <pc:spChg chg="mod">
          <ac:chgData name="Toby Donaldson" userId="2e6e5431-bb17-4c41-9985-d39c50d83c73" providerId="ADAL" clId="{F31BC264-820E-54C4-A6D1-F92AF9CC222E}" dt="2026-07-07T18:10:25.391" v="6869" actId="20577"/>
          <ac:spMkLst>
            <pc:docMk/>
            <pc:sldMk cId="888644859" sldId="297"/>
            <ac:spMk id="3" creationId="{AC7810F2-FED9-485D-34EB-2E0F657BA839}"/>
          </ac:spMkLst>
        </pc:spChg>
        <pc:spChg chg="mod">
          <ac:chgData name="Toby Donaldson" userId="2e6e5431-bb17-4c41-9985-d39c50d83c73" providerId="ADAL" clId="{F31BC264-820E-54C4-A6D1-F92AF9CC222E}" dt="2026-07-07T18:10:12.722" v="6867" actId="1076"/>
          <ac:spMkLst>
            <pc:docMk/>
            <pc:sldMk cId="888644859" sldId="297"/>
            <ac:spMk id="14" creationId="{CB7ED3A3-B950-AF0F-46A7-C81E3925F1AE}"/>
          </ac:spMkLst>
        </pc:spChg>
        <pc:spChg chg="mod">
          <ac:chgData name="Toby Donaldson" userId="2e6e5431-bb17-4c41-9985-d39c50d83c73" providerId="ADAL" clId="{F31BC264-820E-54C4-A6D1-F92AF9CC222E}" dt="2026-07-07T18:10:12.722" v="6867" actId="1076"/>
          <ac:spMkLst>
            <pc:docMk/>
            <pc:sldMk cId="888644859" sldId="297"/>
            <ac:spMk id="15" creationId="{23807AA2-DF9A-6E6C-C6E8-CE47FC91B605}"/>
          </ac:spMkLst>
        </pc:spChg>
        <pc:spChg chg="mod">
          <ac:chgData name="Toby Donaldson" userId="2e6e5431-bb17-4c41-9985-d39c50d83c73" providerId="ADAL" clId="{F31BC264-820E-54C4-A6D1-F92AF9CC222E}" dt="2026-07-07T18:10:12.722" v="6867" actId="1076"/>
          <ac:spMkLst>
            <pc:docMk/>
            <pc:sldMk cId="888644859" sldId="297"/>
            <ac:spMk id="19" creationId="{01B03086-D0F0-88C8-AC22-1B00C0CCF8D7}"/>
          </ac:spMkLst>
        </pc:spChg>
        <pc:spChg chg="mod">
          <ac:chgData name="Toby Donaldson" userId="2e6e5431-bb17-4c41-9985-d39c50d83c73" providerId="ADAL" clId="{F31BC264-820E-54C4-A6D1-F92AF9CC222E}" dt="2026-07-07T18:10:12.722" v="6867" actId="1076"/>
          <ac:spMkLst>
            <pc:docMk/>
            <pc:sldMk cId="888644859" sldId="297"/>
            <ac:spMk id="20" creationId="{5ADD9CBC-D8BA-055E-2DE6-1AA5CC5070FF}"/>
          </ac:spMkLst>
        </pc:spChg>
        <pc:spChg chg="mod">
          <ac:chgData name="Toby Donaldson" userId="2e6e5431-bb17-4c41-9985-d39c50d83c73" providerId="ADAL" clId="{F31BC264-820E-54C4-A6D1-F92AF9CC222E}" dt="2026-07-07T18:10:12.722" v="6867" actId="1076"/>
          <ac:spMkLst>
            <pc:docMk/>
            <pc:sldMk cId="888644859" sldId="297"/>
            <ac:spMk id="21" creationId="{44BA48C2-A136-E70C-07A0-6C4531395DD2}"/>
          </ac:spMkLst>
        </pc:spChg>
        <pc:spChg chg="mod">
          <ac:chgData name="Toby Donaldson" userId="2e6e5431-bb17-4c41-9985-d39c50d83c73" providerId="ADAL" clId="{F31BC264-820E-54C4-A6D1-F92AF9CC222E}" dt="2026-07-07T18:10:12.722" v="6867" actId="1076"/>
          <ac:spMkLst>
            <pc:docMk/>
            <pc:sldMk cId="888644859" sldId="297"/>
            <ac:spMk id="22" creationId="{FE16EDF9-8A14-A527-8D0E-EB6576B63E20}"/>
          </ac:spMkLst>
        </pc:spChg>
        <pc:grpChg chg="mod">
          <ac:chgData name="Toby Donaldson" userId="2e6e5431-bb17-4c41-9985-d39c50d83c73" providerId="ADAL" clId="{F31BC264-820E-54C4-A6D1-F92AF9CC222E}" dt="2026-07-07T18:10:12.722" v="6867" actId="1076"/>
          <ac:grpSpMkLst>
            <pc:docMk/>
            <pc:sldMk cId="888644859" sldId="297"/>
            <ac:grpSpMk id="5" creationId="{5F969112-C360-BA54-FC44-EBD310066EAA}"/>
          </ac:grpSpMkLst>
        </pc:grpChg>
        <pc:cxnChg chg="mod">
          <ac:chgData name="Toby Donaldson" userId="2e6e5431-bb17-4c41-9985-d39c50d83c73" providerId="ADAL" clId="{F31BC264-820E-54C4-A6D1-F92AF9CC222E}" dt="2026-07-07T18:10:12.722" v="6867" actId="1076"/>
          <ac:cxnSpMkLst>
            <pc:docMk/>
            <pc:sldMk cId="888644859" sldId="297"/>
            <ac:cxnSpMk id="11" creationId="{98093DD6-C819-EDBE-8A63-927EDBB17598}"/>
          </ac:cxnSpMkLst>
        </pc:cxnChg>
        <pc:cxnChg chg="mod">
          <ac:chgData name="Toby Donaldson" userId="2e6e5431-bb17-4c41-9985-d39c50d83c73" providerId="ADAL" clId="{F31BC264-820E-54C4-A6D1-F92AF9CC222E}" dt="2026-07-07T18:10:12.722" v="6867" actId="1076"/>
          <ac:cxnSpMkLst>
            <pc:docMk/>
            <pc:sldMk cId="888644859" sldId="297"/>
            <ac:cxnSpMk id="12" creationId="{FF834057-1C62-66F5-045C-2C0BC50D7F5C}"/>
          </ac:cxnSpMkLst>
        </pc:cxnChg>
      </pc:sldChg>
      <pc:sldChg chg="addSp delSp modSp mod">
        <pc:chgData name="Toby Donaldson" userId="2e6e5431-bb17-4c41-9985-d39c50d83c73" providerId="ADAL" clId="{F31BC264-820E-54C4-A6D1-F92AF9CC222E}" dt="2026-07-07T18:14:43.187" v="6903" actId="21"/>
        <pc:sldMkLst>
          <pc:docMk/>
          <pc:sldMk cId="1965191371" sldId="298"/>
        </pc:sldMkLst>
        <pc:picChg chg="add del mod">
          <ac:chgData name="Toby Donaldson" userId="2e6e5431-bb17-4c41-9985-d39c50d83c73" providerId="ADAL" clId="{F31BC264-820E-54C4-A6D1-F92AF9CC222E}" dt="2026-07-07T18:14:43.187" v="6903" actId="21"/>
          <ac:picMkLst>
            <pc:docMk/>
            <pc:sldMk cId="1965191371" sldId="298"/>
            <ac:picMk id="3" creationId="{CAD75136-319D-A1FE-0B3E-3E83CAB9EB98}"/>
          </ac:picMkLst>
        </pc:picChg>
        <pc:picChg chg="add mod">
          <ac:chgData name="Toby Donaldson" userId="2e6e5431-bb17-4c41-9985-d39c50d83c73" providerId="ADAL" clId="{F31BC264-820E-54C4-A6D1-F92AF9CC222E}" dt="2026-07-07T18:14:39.965" v="6902"/>
          <ac:picMkLst>
            <pc:docMk/>
            <pc:sldMk cId="1965191371" sldId="298"/>
            <ac:picMk id="7" creationId="{AF7EB4E9-BD36-7AC2-C912-9B3D9A98ED0D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4:47.924" v="6905" actId="21"/>
        <pc:sldMkLst>
          <pc:docMk/>
          <pc:sldMk cId="1806807581" sldId="299"/>
        </pc:sldMkLst>
        <pc:picChg chg="add del mod">
          <ac:chgData name="Toby Donaldson" userId="2e6e5431-bb17-4c41-9985-d39c50d83c73" providerId="ADAL" clId="{F31BC264-820E-54C4-A6D1-F92AF9CC222E}" dt="2026-07-07T18:14:47.924" v="6905" actId="21"/>
          <ac:picMkLst>
            <pc:docMk/>
            <pc:sldMk cId="1806807581" sldId="299"/>
            <ac:picMk id="3" creationId="{085ADA24-83C4-4885-716B-0D46169E0D35}"/>
          </ac:picMkLst>
        </pc:picChg>
        <pc:picChg chg="add mod">
          <ac:chgData name="Toby Donaldson" userId="2e6e5431-bb17-4c41-9985-d39c50d83c73" providerId="ADAL" clId="{F31BC264-820E-54C4-A6D1-F92AF9CC222E}" dt="2026-07-07T18:14:37.450" v="6901"/>
          <ac:picMkLst>
            <pc:docMk/>
            <pc:sldMk cId="1806807581" sldId="299"/>
            <ac:picMk id="7" creationId="{C91455D2-13FE-F5D7-C00E-0031C56E33D0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4:45.808" v="6904" actId="21"/>
        <pc:sldMkLst>
          <pc:docMk/>
          <pc:sldMk cId="4029823130" sldId="300"/>
        </pc:sldMkLst>
        <pc:picChg chg="add del mod">
          <ac:chgData name="Toby Donaldson" userId="2e6e5431-bb17-4c41-9985-d39c50d83c73" providerId="ADAL" clId="{F31BC264-820E-54C4-A6D1-F92AF9CC222E}" dt="2026-07-07T18:14:45.808" v="6904" actId="21"/>
          <ac:picMkLst>
            <pc:docMk/>
            <pc:sldMk cId="4029823130" sldId="300"/>
            <ac:picMk id="3" creationId="{657773C7-6A85-4751-02D6-1A05F2349E89}"/>
          </ac:picMkLst>
        </pc:picChg>
        <pc:picChg chg="add mod">
          <ac:chgData name="Toby Donaldson" userId="2e6e5431-bb17-4c41-9985-d39c50d83c73" providerId="ADAL" clId="{F31BC264-820E-54C4-A6D1-F92AF9CC222E}" dt="2026-07-07T18:14:34.581" v="6900"/>
          <ac:picMkLst>
            <pc:docMk/>
            <pc:sldMk cId="4029823130" sldId="300"/>
            <ac:picMk id="7" creationId="{92A7BB94-7E92-5CCD-89F8-79800A83C481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4:55.515" v="6907" actId="21"/>
        <pc:sldMkLst>
          <pc:docMk/>
          <pc:sldMk cId="1800350072" sldId="301"/>
        </pc:sldMkLst>
        <pc:picChg chg="add del mod">
          <ac:chgData name="Toby Donaldson" userId="2e6e5431-bb17-4c41-9985-d39c50d83c73" providerId="ADAL" clId="{F31BC264-820E-54C4-A6D1-F92AF9CC222E}" dt="2026-07-07T18:14:55.515" v="6907" actId="21"/>
          <ac:picMkLst>
            <pc:docMk/>
            <pc:sldMk cId="1800350072" sldId="301"/>
            <ac:picMk id="3" creationId="{B6197ABD-9FAD-617F-1141-B946F0CF2AF2}"/>
          </ac:picMkLst>
        </pc:picChg>
        <pc:picChg chg="add mod">
          <ac:chgData name="Toby Donaldson" userId="2e6e5431-bb17-4c41-9985-d39c50d83c73" providerId="ADAL" clId="{F31BC264-820E-54C4-A6D1-F92AF9CC222E}" dt="2026-07-07T18:14:28.675" v="6898"/>
          <ac:picMkLst>
            <pc:docMk/>
            <pc:sldMk cId="1800350072" sldId="301"/>
            <ac:picMk id="7" creationId="{8B271E39-C1FA-A256-093E-2EFFB36EDB65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4:50.747" v="6906" actId="21"/>
        <pc:sldMkLst>
          <pc:docMk/>
          <pc:sldMk cId="1889495731" sldId="302"/>
        </pc:sldMkLst>
        <pc:picChg chg="add del mod">
          <ac:chgData name="Toby Donaldson" userId="2e6e5431-bb17-4c41-9985-d39c50d83c73" providerId="ADAL" clId="{F31BC264-820E-54C4-A6D1-F92AF9CC222E}" dt="2026-07-07T18:14:50.747" v="6906" actId="21"/>
          <ac:picMkLst>
            <pc:docMk/>
            <pc:sldMk cId="1889495731" sldId="302"/>
            <ac:picMk id="3" creationId="{2D9EFCAC-6C16-8D16-6DE0-BA49A1EF34A8}"/>
          </ac:picMkLst>
        </pc:picChg>
        <pc:picChg chg="add mod">
          <ac:chgData name="Toby Donaldson" userId="2e6e5431-bb17-4c41-9985-d39c50d83c73" providerId="ADAL" clId="{F31BC264-820E-54C4-A6D1-F92AF9CC222E}" dt="2026-07-07T18:14:31.528" v="6899"/>
          <ac:picMkLst>
            <pc:docMk/>
            <pc:sldMk cId="1889495731" sldId="302"/>
            <ac:picMk id="7" creationId="{D0A51454-1FD9-4AE1-3F26-C6412087F4CC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5:06.867" v="6909" actId="21"/>
        <pc:sldMkLst>
          <pc:docMk/>
          <pc:sldMk cId="3661548543" sldId="303"/>
        </pc:sldMkLst>
        <pc:picChg chg="add del mod">
          <ac:chgData name="Toby Donaldson" userId="2e6e5431-bb17-4c41-9985-d39c50d83c73" providerId="ADAL" clId="{F31BC264-820E-54C4-A6D1-F92AF9CC222E}" dt="2026-07-07T18:15:06.867" v="6909" actId="21"/>
          <ac:picMkLst>
            <pc:docMk/>
            <pc:sldMk cId="3661548543" sldId="303"/>
            <ac:picMk id="3" creationId="{1F337A0F-A873-2AE9-0630-B806B8A8A5C4}"/>
          </ac:picMkLst>
        </pc:picChg>
        <pc:picChg chg="add mod">
          <ac:chgData name="Toby Donaldson" userId="2e6e5431-bb17-4c41-9985-d39c50d83c73" providerId="ADAL" clId="{F31BC264-820E-54C4-A6D1-F92AF9CC222E}" dt="2026-07-07T18:14:22.357" v="6896"/>
          <ac:picMkLst>
            <pc:docMk/>
            <pc:sldMk cId="3661548543" sldId="303"/>
            <ac:picMk id="7" creationId="{871168C6-2CB6-E94B-23CD-9220BA43E701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4:58.584" v="6908" actId="21"/>
        <pc:sldMkLst>
          <pc:docMk/>
          <pc:sldMk cId="3973868802" sldId="304"/>
        </pc:sldMkLst>
        <pc:picChg chg="add del mod">
          <ac:chgData name="Toby Donaldson" userId="2e6e5431-bb17-4c41-9985-d39c50d83c73" providerId="ADAL" clId="{F31BC264-820E-54C4-A6D1-F92AF9CC222E}" dt="2026-07-07T18:14:58.584" v="6908" actId="21"/>
          <ac:picMkLst>
            <pc:docMk/>
            <pc:sldMk cId="3973868802" sldId="304"/>
            <ac:picMk id="3" creationId="{0F35B9CC-052F-140C-2158-0CD556CBC578}"/>
          </ac:picMkLst>
        </pc:picChg>
        <pc:picChg chg="add mod">
          <ac:chgData name="Toby Donaldson" userId="2e6e5431-bb17-4c41-9985-d39c50d83c73" providerId="ADAL" clId="{F31BC264-820E-54C4-A6D1-F92AF9CC222E}" dt="2026-07-07T18:14:25.593" v="6897"/>
          <ac:picMkLst>
            <pc:docMk/>
            <pc:sldMk cId="3973868802" sldId="304"/>
            <ac:picMk id="7" creationId="{76958968-8FB5-E37A-EDF9-B43ED94A907D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4:06.620" v="6893" actId="21"/>
        <pc:sldMkLst>
          <pc:docMk/>
          <pc:sldMk cId="865677595" sldId="305"/>
        </pc:sldMkLst>
        <pc:picChg chg="add del mod">
          <ac:chgData name="Toby Donaldson" userId="2e6e5431-bb17-4c41-9985-d39c50d83c73" providerId="ADAL" clId="{F31BC264-820E-54C4-A6D1-F92AF9CC222E}" dt="2026-07-07T18:14:06.620" v="6893" actId="21"/>
          <ac:picMkLst>
            <pc:docMk/>
            <pc:sldMk cId="865677595" sldId="305"/>
            <ac:picMk id="3" creationId="{EFD9E782-3DE4-F7FF-FDA7-C68AA7763FFB}"/>
          </ac:picMkLst>
        </pc:picChg>
        <pc:picChg chg="add mod">
          <ac:chgData name="Toby Donaldson" userId="2e6e5431-bb17-4c41-9985-d39c50d83c73" providerId="ADAL" clId="{F31BC264-820E-54C4-A6D1-F92AF9CC222E}" dt="2026-07-07T18:13:55.594" v="6891"/>
          <ac:picMkLst>
            <pc:docMk/>
            <pc:sldMk cId="865677595" sldId="305"/>
            <ac:picMk id="7" creationId="{84ADF516-7741-0EA8-2328-667593665B92}"/>
          </ac:picMkLst>
        </pc:picChg>
        <pc:picChg chg="add mod">
          <ac:chgData name="Toby Donaldson" userId="2e6e5431-bb17-4c41-9985-d39c50d83c73" providerId="ADAL" clId="{F31BC264-820E-54C4-A6D1-F92AF9CC222E}" dt="2026-07-07T18:14:03.729" v="6892"/>
          <ac:picMkLst>
            <pc:docMk/>
            <pc:sldMk cId="865677595" sldId="305"/>
            <ac:picMk id="14" creationId="{A363E604-803D-1A38-CFA0-5A366EEC6F5C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5:09.278" v="6910" actId="21"/>
        <pc:sldMkLst>
          <pc:docMk/>
          <pc:sldMk cId="3818197671" sldId="306"/>
        </pc:sldMkLst>
        <pc:picChg chg="add del mod">
          <ac:chgData name="Toby Donaldson" userId="2e6e5431-bb17-4c41-9985-d39c50d83c73" providerId="ADAL" clId="{F31BC264-820E-54C4-A6D1-F92AF9CC222E}" dt="2026-07-07T18:15:09.278" v="6910" actId="21"/>
          <ac:picMkLst>
            <pc:docMk/>
            <pc:sldMk cId="3818197671" sldId="306"/>
            <ac:picMk id="3" creationId="{5C7D8FCD-D48A-2AB1-15D0-482378952661}"/>
          </ac:picMkLst>
        </pc:picChg>
        <pc:picChg chg="add mod">
          <ac:chgData name="Toby Donaldson" userId="2e6e5431-bb17-4c41-9985-d39c50d83c73" providerId="ADAL" clId="{F31BC264-820E-54C4-A6D1-F92AF9CC222E}" dt="2026-07-07T18:14:11.613" v="6894"/>
          <ac:picMkLst>
            <pc:docMk/>
            <pc:sldMk cId="3818197671" sldId="306"/>
            <ac:picMk id="7" creationId="{DBB57CBD-7B2E-EBBD-A8DF-6C3A6DE498D4}"/>
          </ac:picMkLst>
        </pc:picChg>
        <pc:picChg chg="add mod">
          <ac:chgData name="Toby Donaldson" userId="2e6e5431-bb17-4c41-9985-d39c50d83c73" providerId="ADAL" clId="{F31BC264-820E-54C4-A6D1-F92AF9CC222E}" dt="2026-07-07T18:14:19.865" v="6895"/>
          <ac:picMkLst>
            <pc:docMk/>
            <pc:sldMk cId="3818197671" sldId="306"/>
            <ac:picMk id="14" creationId="{D8B09A94-7168-B3FC-549A-4ECF3D1DA1CD}"/>
          </ac:picMkLst>
        </pc:picChg>
      </pc:sldChg>
      <pc:sldChg chg="addSp modSp mod">
        <pc:chgData name="Toby Donaldson" userId="2e6e5431-bb17-4c41-9985-d39c50d83c73" providerId="ADAL" clId="{F31BC264-820E-54C4-A6D1-F92AF9CC222E}" dt="2026-07-07T18:13:30.968" v="6886" actId="14100"/>
        <pc:sldMkLst>
          <pc:docMk/>
          <pc:sldMk cId="1679941472" sldId="307"/>
        </pc:sldMkLst>
        <pc:picChg chg="add mod">
          <ac:chgData name="Toby Donaldson" userId="2e6e5431-bb17-4c41-9985-d39c50d83c73" providerId="ADAL" clId="{F31BC264-820E-54C4-A6D1-F92AF9CC222E}" dt="2026-07-07T18:13:30.968" v="6886" actId="14100"/>
          <ac:picMkLst>
            <pc:docMk/>
            <pc:sldMk cId="1679941472" sldId="307"/>
            <ac:picMk id="3" creationId="{4CAB23EC-D28E-8DC7-51DD-78453317158E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3:51.296" v="6890" actId="21"/>
        <pc:sldMkLst>
          <pc:docMk/>
          <pc:sldMk cId="3653387100" sldId="308"/>
        </pc:sldMkLst>
        <pc:picChg chg="add del mod">
          <ac:chgData name="Toby Donaldson" userId="2e6e5431-bb17-4c41-9985-d39c50d83c73" providerId="ADAL" clId="{F31BC264-820E-54C4-A6D1-F92AF9CC222E}" dt="2026-07-07T18:13:51.296" v="6890" actId="21"/>
          <ac:picMkLst>
            <pc:docMk/>
            <pc:sldMk cId="3653387100" sldId="308"/>
            <ac:picMk id="3" creationId="{09A01B96-04BA-A419-97AC-69C2C07B26A8}"/>
          </ac:picMkLst>
        </pc:picChg>
        <pc:picChg chg="add mod">
          <ac:chgData name="Toby Donaldson" userId="2e6e5431-bb17-4c41-9985-d39c50d83c73" providerId="ADAL" clId="{F31BC264-820E-54C4-A6D1-F92AF9CC222E}" dt="2026-07-07T18:13:48.134" v="6889"/>
          <ac:picMkLst>
            <pc:docMk/>
            <pc:sldMk cId="3653387100" sldId="308"/>
            <ac:picMk id="7" creationId="{A139B0D6-6780-0045-FFAB-B80541603BAC}"/>
          </ac:picMkLst>
        </pc:picChg>
      </pc:sldChg>
      <pc:sldChg chg="addSp modSp">
        <pc:chgData name="Toby Donaldson" userId="2e6e5431-bb17-4c41-9985-d39c50d83c73" providerId="ADAL" clId="{F31BC264-820E-54C4-A6D1-F92AF9CC222E}" dt="2026-07-07T18:13:37.198" v="6887"/>
        <pc:sldMkLst>
          <pc:docMk/>
          <pc:sldMk cId="476173012" sldId="309"/>
        </pc:sldMkLst>
        <pc:picChg chg="add mod">
          <ac:chgData name="Toby Donaldson" userId="2e6e5431-bb17-4c41-9985-d39c50d83c73" providerId="ADAL" clId="{F31BC264-820E-54C4-A6D1-F92AF9CC222E}" dt="2026-07-07T18:13:37.198" v="6887"/>
          <ac:picMkLst>
            <pc:docMk/>
            <pc:sldMk cId="476173012" sldId="309"/>
            <ac:picMk id="3" creationId="{D871619C-4566-3570-DA24-C4E3DC2FBA5B}"/>
          </ac:picMkLst>
        </pc:picChg>
      </pc:sldChg>
      <pc:sldChg chg="addSp modSp">
        <pc:chgData name="Toby Donaldson" userId="2e6e5431-bb17-4c41-9985-d39c50d83c73" providerId="ADAL" clId="{F31BC264-820E-54C4-A6D1-F92AF9CC222E}" dt="2026-07-07T18:13:42.026" v="6888"/>
        <pc:sldMkLst>
          <pc:docMk/>
          <pc:sldMk cId="3785476128" sldId="310"/>
        </pc:sldMkLst>
        <pc:picChg chg="add mod">
          <ac:chgData name="Toby Donaldson" userId="2e6e5431-bb17-4c41-9985-d39c50d83c73" providerId="ADAL" clId="{F31BC264-820E-54C4-A6D1-F92AF9CC222E}" dt="2026-07-07T18:13:42.026" v="6888"/>
          <ac:picMkLst>
            <pc:docMk/>
            <pc:sldMk cId="3785476128" sldId="310"/>
            <ac:picMk id="3" creationId="{7ABED55F-C13C-7A14-F8EE-3EAAA61AD55F}"/>
          </ac:picMkLst>
        </pc:picChg>
      </pc:sldChg>
      <pc:sldChg chg="addSp modSp mod">
        <pc:chgData name="Toby Donaldson" userId="2e6e5431-bb17-4c41-9985-d39c50d83c73" providerId="ADAL" clId="{F31BC264-820E-54C4-A6D1-F92AF9CC222E}" dt="2026-07-07T20:47:28.678" v="7176"/>
        <pc:sldMkLst>
          <pc:docMk/>
          <pc:sldMk cId="2031534662" sldId="311"/>
        </pc:sldMkLst>
        <pc:spChg chg="mod">
          <ac:chgData name="Toby Donaldson" userId="2e6e5431-bb17-4c41-9985-d39c50d83c73" providerId="ADAL" clId="{F31BC264-820E-54C4-A6D1-F92AF9CC222E}" dt="2026-07-07T18:16:11.088" v="6912" actId="20577"/>
          <ac:spMkLst>
            <pc:docMk/>
            <pc:sldMk cId="2031534662" sldId="311"/>
            <ac:spMk id="5" creationId="{4A7E6DB2-7B9C-126F-25EC-4EC9218BAF00}"/>
          </ac:spMkLst>
        </pc:spChg>
        <pc:inkChg chg="add">
          <ac:chgData name="Toby Donaldson" userId="2e6e5431-bb17-4c41-9985-d39c50d83c73" providerId="ADAL" clId="{F31BC264-820E-54C4-A6D1-F92AF9CC222E}" dt="2026-07-07T20:47:28.678" v="7176"/>
          <ac:inkMkLst>
            <pc:docMk/>
            <pc:sldMk cId="2031534662" sldId="311"/>
            <ac:inkMk id="3" creationId="{E173D4EC-53F0-6D0B-1A2B-27C15635AE3C}"/>
          </ac:inkMkLst>
        </pc:inkChg>
      </pc:sldChg>
      <pc:sldChg chg="addSp delSp mod">
        <pc:chgData name="Toby Donaldson" userId="2e6e5431-bb17-4c41-9985-d39c50d83c73" providerId="ADAL" clId="{F31BC264-820E-54C4-A6D1-F92AF9CC222E}" dt="2026-07-07T20:47:28.678" v="7176"/>
        <pc:sldMkLst>
          <pc:docMk/>
          <pc:sldMk cId="4142904386" sldId="312"/>
        </pc:sldMkLst>
        <pc:spChg chg="del">
          <ac:chgData name="Toby Donaldson" userId="2e6e5431-bb17-4c41-9985-d39c50d83c73" providerId="ADAL" clId="{F31BC264-820E-54C4-A6D1-F92AF9CC222E}" dt="2026-07-07T18:16:42.343" v="6915" actId="21"/>
          <ac:spMkLst>
            <pc:docMk/>
            <pc:sldMk cId="4142904386" sldId="312"/>
            <ac:spMk id="3" creationId="{82DFDCBA-B3AD-D22A-CC0C-6D0BC866ACA4}"/>
          </ac:spMkLst>
        </pc:spChg>
        <pc:spChg chg="del">
          <ac:chgData name="Toby Donaldson" userId="2e6e5431-bb17-4c41-9985-d39c50d83c73" providerId="ADAL" clId="{F31BC264-820E-54C4-A6D1-F92AF9CC222E}" dt="2026-07-07T18:16:35.125" v="6914" actId="21"/>
          <ac:spMkLst>
            <pc:docMk/>
            <pc:sldMk cId="4142904386" sldId="312"/>
            <ac:spMk id="7" creationId="{8D6436CF-74F7-D08A-0731-C38A6B60BEEB}"/>
          </ac:spMkLst>
        </pc:spChg>
        <pc:spChg chg="del">
          <ac:chgData name="Toby Donaldson" userId="2e6e5431-bb17-4c41-9985-d39c50d83c73" providerId="ADAL" clId="{F31BC264-820E-54C4-A6D1-F92AF9CC222E}" dt="2026-07-07T18:16:35.125" v="6914" actId="21"/>
          <ac:spMkLst>
            <pc:docMk/>
            <pc:sldMk cId="4142904386" sldId="312"/>
            <ac:spMk id="8" creationId="{422D7868-4FF3-961A-26FB-9FA51F5D510D}"/>
          </ac:spMkLst>
        </pc:spChg>
        <pc:inkChg chg="add">
          <ac:chgData name="Toby Donaldson" userId="2e6e5431-bb17-4c41-9985-d39c50d83c73" providerId="ADAL" clId="{F31BC264-820E-54C4-A6D1-F92AF9CC222E}" dt="2026-07-07T20:47:28.678" v="7176"/>
          <ac:inkMkLst>
            <pc:docMk/>
            <pc:sldMk cId="4142904386" sldId="312"/>
            <ac:inkMk id="6" creationId="{CE95D2F6-C2E6-9C47-99E1-81992E2D03FA}"/>
          </ac:inkMkLst>
        </pc:inkChg>
      </pc:sldChg>
      <pc:sldChg chg="delSp mod">
        <pc:chgData name="Toby Donaldson" userId="2e6e5431-bb17-4c41-9985-d39c50d83c73" providerId="ADAL" clId="{F31BC264-820E-54C4-A6D1-F92AF9CC222E}" dt="2026-07-07T18:17:54.060" v="6918" actId="21"/>
        <pc:sldMkLst>
          <pc:docMk/>
          <pc:sldMk cId="1955106547" sldId="313"/>
        </pc:sldMkLst>
        <pc:spChg chg="del">
          <ac:chgData name="Toby Donaldson" userId="2e6e5431-bb17-4c41-9985-d39c50d83c73" providerId="ADAL" clId="{F31BC264-820E-54C4-A6D1-F92AF9CC222E}" dt="2026-07-07T18:17:54.060" v="6918" actId="21"/>
          <ac:spMkLst>
            <pc:docMk/>
            <pc:sldMk cId="1955106547" sldId="313"/>
            <ac:spMk id="3" creationId="{3ADB69CB-EA4B-4317-273B-3265E665B0D9}"/>
          </ac:spMkLst>
        </pc:spChg>
        <pc:spChg chg="del">
          <ac:chgData name="Toby Donaldson" userId="2e6e5431-bb17-4c41-9985-d39c50d83c73" providerId="ADAL" clId="{F31BC264-820E-54C4-A6D1-F92AF9CC222E}" dt="2026-07-07T18:17:49.286" v="6917" actId="21"/>
          <ac:spMkLst>
            <pc:docMk/>
            <pc:sldMk cId="1955106547" sldId="313"/>
            <ac:spMk id="9" creationId="{75257CFA-E4D5-77E0-7CBB-44A71F66C514}"/>
          </ac:spMkLst>
        </pc:spChg>
        <pc:spChg chg="del">
          <ac:chgData name="Toby Donaldson" userId="2e6e5431-bb17-4c41-9985-d39c50d83c73" providerId="ADAL" clId="{F31BC264-820E-54C4-A6D1-F92AF9CC222E}" dt="2026-07-07T18:17:49.286" v="6917" actId="21"/>
          <ac:spMkLst>
            <pc:docMk/>
            <pc:sldMk cId="1955106547" sldId="313"/>
            <ac:spMk id="10" creationId="{C839C654-0CE0-8D56-0073-3093C8B08778}"/>
          </ac:spMkLst>
        </pc:spChg>
      </pc:sldChg>
      <pc:sldChg chg="addSp">
        <pc:chgData name="Toby Donaldson" userId="2e6e5431-bb17-4c41-9985-d39c50d83c73" providerId="ADAL" clId="{F31BC264-820E-54C4-A6D1-F92AF9CC222E}" dt="2026-07-07T20:57:30.087" v="7177"/>
        <pc:sldMkLst>
          <pc:docMk/>
          <pc:sldMk cId="3746489490" sldId="318"/>
        </pc:sldMkLst>
        <pc:inkChg chg="add">
          <ac:chgData name="Toby Donaldson" userId="2e6e5431-bb17-4c41-9985-d39c50d83c73" providerId="ADAL" clId="{F31BC264-820E-54C4-A6D1-F92AF9CC222E}" dt="2026-07-07T20:57:30.087" v="7177"/>
          <ac:inkMkLst>
            <pc:docMk/>
            <pc:sldMk cId="3746489490" sldId="318"/>
            <ac:inkMk id="6" creationId="{54DD4913-DB18-A1BD-DAFE-6399726CBC1A}"/>
          </ac:inkMkLst>
        </pc:inkChg>
      </pc:sldChg>
      <pc:sldChg chg="addSp">
        <pc:chgData name="Toby Donaldson" userId="2e6e5431-bb17-4c41-9985-d39c50d83c73" providerId="ADAL" clId="{F31BC264-820E-54C4-A6D1-F92AF9CC222E}" dt="2026-07-07T20:47:28.678" v="7176"/>
        <pc:sldMkLst>
          <pc:docMk/>
          <pc:sldMk cId="106105616" sldId="321"/>
        </pc:sldMkLst>
        <pc:inkChg chg="add">
          <ac:chgData name="Toby Donaldson" userId="2e6e5431-bb17-4c41-9985-d39c50d83c73" providerId="ADAL" clId="{F31BC264-820E-54C4-A6D1-F92AF9CC222E}" dt="2026-07-07T20:47:28.678" v="7176"/>
          <ac:inkMkLst>
            <pc:docMk/>
            <pc:sldMk cId="106105616" sldId="321"/>
            <ac:inkMk id="65" creationId="{41E52916-1BBD-4F8E-4690-D55D415128BC}"/>
          </ac:inkMkLst>
        </pc:inkChg>
      </pc:sldChg>
      <pc:sldChg chg="addSp modSp mod">
        <pc:chgData name="Toby Donaldson" userId="2e6e5431-bb17-4c41-9985-d39c50d83c73" providerId="ADAL" clId="{F31BC264-820E-54C4-A6D1-F92AF9CC222E}" dt="2026-07-07T21:04:52.660" v="7178"/>
        <pc:sldMkLst>
          <pc:docMk/>
          <pc:sldMk cId="1820782728" sldId="323"/>
        </pc:sldMkLst>
        <pc:spChg chg="mod">
          <ac:chgData name="Toby Donaldson" userId="2e6e5431-bb17-4c41-9985-d39c50d83c73" providerId="ADAL" clId="{F31BC264-820E-54C4-A6D1-F92AF9CC222E}" dt="2026-07-07T18:19:56.718" v="6954" actId="113"/>
          <ac:spMkLst>
            <pc:docMk/>
            <pc:sldMk cId="1820782728" sldId="323"/>
            <ac:spMk id="3" creationId="{D85A67D3-3968-20AD-B53C-8BF9390CA54B}"/>
          </ac:spMkLst>
        </pc:spChg>
        <pc:inkChg chg="add">
          <ac:chgData name="Toby Donaldson" userId="2e6e5431-bb17-4c41-9985-d39c50d83c73" providerId="ADAL" clId="{F31BC264-820E-54C4-A6D1-F92AF9CC222E}" dt="2026-07-07T21:04:52.660" v="7178"/>
          <ac:inkMkLst>
            <pc:docMk/>
            <pc:sldMk cId="1820782728" sldId="323"/>
            <ac:inkMk id="5" creationId="{02BAB44A-ABD5-B2FC-EB1C-74EDBE3B9110}"/>
          </ac:inkMkLst>
        </pc:inkChg>
      </pc:sldChg>
      <pc:sldChg chg="addSp delSp modSp mod">
        <pc:chgData name="Toby Donaldson" userId="2e6e5431-bb17-4c41-9985-d39c50d83c73" providerId="ADAL" clId="{F31BC264-820E-54C4-A6D1-F92AF9CC222E}" dt="2026-07-07T18:20:15.504" v="6959"/>
        <pc:sldMkLst>
          <pc:docMk/>
          <pc:sldMk cId="4279159083" sldId="324"/>
        </pc:sldMkLst>
        <pc:spChg chg="del">
          <ac:chgData name="Toby Donaldson" userId="2e6e5431-bb17-4c41-9985-d39c50d83c73" providerId="ADAL" clId="{F31BC264-820E-54C4-A6D1-F92AF9CC222E}" dt="2026-07-07T18:20:00.519" v="6955" actId="21"/>
          <ac:spMkLst>
            <pc:docMk/>
            <pc:sldMk cId="4279159083" sldId="324"/>
            <ac:spMk id="3" creationId="{9AA2DB9E-2EA2-AF2A-1592-962F5DE91E99}"/>
          </ac:spMkLst>
        </pc:spChg>
        <pc:spChg chg="add del mod">
          <ac:chgData name="Toby Donaldson" userId="2e6e5431-bb17-4c41-9985-d39c50d83c73" providerId="ADAL" clId="{F31BC264-820E-54C4-A6D1-F92AF9CC222E}" dt="2026-07-07T18:20:10.163" v="6958" actId="21"/>
          <ac:spMkLst>
            <pc:docMk/>
            <pc:sldMk cId="4279159083" sldId="324"/>
            <ac:spMk id="7" creationId="{B303EA89-A111-4CE5-ECDD-3EBB86302B73}"/>
          </ac:spMkLst>
        </pc:spChg>
        <pc:spChg chg="add mod">
          <ac:chgData name="Toby Donaldson" userId="2e6e5431-bb17-4c41-9985-d39c50d83c73" providerId="ADAL" clId="{F31BC264-820E-54C4-A6D1-F92AF9CC222E}" dt="2026-07-07T18:20:07.732" v="6957"/>
          <ac:spMkLst>
            <pc:docMk/>
            <pc:sldMk cId="4279159083" sldId="324"/>
            <ac:spMk id="8" creationId="{337220B7-5F8A-260D-C807-01FD372B4D59}"/>
          </ac:spMkLst>
        </pc:spChg>
        <pc:spChg chg="add mod">
          <ac:chgData name="Toby Donaldson" userId="2e6e5431-bb17-4c41-9985-d39c50d83c73" providerId="ADAL" clId="{F31BC264-820E-54C4-A6D1-F92AF9CC222E}" dt="2026-07-07T18:20:15.504" v="6959"/>
          <ac:spMkLst>
            <pc:docMk/>
            <pc:sldMk cId="4279159083" sldId="324"/>
            <ac:spMk id="9" creationId="{9A73C4B4-FFB5-0AE6-D9E9-206E8CF50BA2}"/>
          </ac:spMkLst>
        </pc:spChg>
      </pc:sldChg>
      <pc:sldChg chg="addSp modSp mod">
        <pc:chgData name="Toby Donaldson" userId="2e6e5431-bb17-4c41-9985-d39c50d83c73" providerId="ADAL" clId="{F31BC264-820E-54C4-A6D1-F92AF9CC222E}" dt="2026-07-07T21:16:37.333" v="7179"/>
        <pc:sldMkLst>
          <pc:docMk/>
          <pc:sldMk cId="1237262178" sldId="325"/>
        </pc:sldMkLst>
        <pc:spChg chg="mod">
          <ac:chgData name="Toby Donaldson" userId="2e6e5431-bb17-4c41-9985-d39c50d83c73" providerId="ADAL" clId="{F31BC264-820E-54C4-A6D1-F92AF9CC222E}" dt="2026-07-07T18:20:43.388" v="6967" actId="20577"/>
          <ac:spMkLst>
            <pc:docMk/>
            <pc:sldMk cId="1237262178" sldId="325"/>
            <ac:spMk id="3" creationId="{864B3A3C-6D91-C9B6-2A55-B5DC61EB6B2D}"/>
          </ac:spMkLst>
        </pc:spChg>
        <pc:inkChg chg="add">
          <ac:chgData name="Toby Donaldson" userId="2e6e5431-bb17-4c41-9985-d39c50d83c73" providerId="ADAL" clId="{F31BC264-820E-54C4-A6D1-F92AF9CC222E}" dt="2026-07-07T21:16:37.333" v="7179"/>
          <ac:inkMkLst>
            <pc:docMk/>
            <pc:sldMk cId="1237262178" sldId="325"/>
            <ac:inkMk id="45" creationId="{A5C47341-887A-05B9-6B25-34D9F1097DAE}"/>
          </ac:inkMkLst>
        </pc:inkChg>
      </pc:sldChg>
      <pc:sldChg chg="addSp">
        <pc:chgData name="Toby Donaldson" userId="2e6e5431-bb17-4c41-9985-d39c50d83c73" providerId="ADAL" clId="{F31BC264-820E-54C4-A6D1-F92AF9CC222E}" dt="2026-07-07T20:57:30.087" v="7177"/>
        <pc:sldMkLst>
          <pc:docMk/>
          <pc:sldMk cId="1717794979" sldId="326"/>
        </pc:sldMkLst>
        <pc:inkChg chg="add">
          <ac:chgData name="Toby Donaldson" userId="2e6e5431-bb17-4c41-9985-d39c50d83c73" providerId="ADAL" clId="{F31BC264-820E-54C4-A6D1-F92AF9CC222E}" dt="2026-07-07T20:57:30.087" v="7177"/>
          <ac:inkMkLst>
            <pc:docMk/>
            <pc:sldMk cId="1717794979" sldId="326"/>
            <ac:inkMk id="17" creationId="{0012B3CC-55FC-035F-AE50-78C8B5498A84}"/>
          </ac:inkMkLst>
        </pc:inkChg>
      </pc:sldChg>
      <pc:sldChg chg="addSp delSp modSp mod">
        <pc:chgData name="Toby Donaldson" userId="2e6e5431-bb17-4c41-9985-d39c50d83c73" providerId="ADAL" clId="{F31BC264-820E-54C4-A6D1-F92AF9CC222E}" dt="2026-07-07T18:21:06.413" v="6970"/>
        <pc:sldMkLst>
          <pc:docMk/>
          <pc:sldMk cId="687720161" sldId="327"/>
        </pc:sldMkLst>
        <pc:spChg chg="del">
          <ac:chgData name="Toby Donaldson" userId="2e6e5431-bb17-4c41-9985-d39c50d83c73" providerId="ADAL" clId="{F31BC264-820E-54C4-A6D1-F92AF9CC222E}" dt="2026-07-07T18:20:56.359" v="6968" actId="21"/>
          <ac:spMkLst>
            <pc:docMk/>
            <pc:sldMk cId="687720161" sldId="327"/>
            <ac:spMk id="3" creationId="{D3BA0417-7314-ACF6-6C6F-1805E39E627E}"/>
          </ac:spMkLst>
        </pc:spChg>
        <pc:spChg chg="add del mod">
          <ac:chgData name="Toby Donaldson" userId="2e6e5431-bb17-4c41-9985-d39c50d83c73" providerId="ADAL" clId="{F31BC264-820E-54C4-A6D1-F92AF9CC222E}" dt="2026-07-07T18:20:58.744" v="6969" actId="21"/>
          <ac:spMkLst>
            <pc:docMk/>
            <pc:sldMk cId="687720161" sldId="327"/>
            <ac:spMk id="46" creationId="{492AB489-C69F-FE17-9D06-0A7D2EAC8F1E}"/>
          </ac:spMkLst>
        </pc:spChg>
        <pc:spChg chg="add mod">
          <ac:chgData name="Toby Donaldson" userId="2e6e5431-bb17-4c41-9985-d39c50d83c73" providerId="ADAL" clId="{F31BC264-820E-54C4-A6D1-F92AF9CC222E}" dt="2026-07-07T18:21:06.413" v="6970"/>
          <ac:spMkLst>
            <pc:docMk/>
            <pc:sldMk cId="687720161" sldId="327"/>
            <ac:spMk id="47" creationId="{CB705E69-F314-105F-9485-C7CD6BE785EC}"/>
          </ac:spMkLst>
        </pc:spChg>
      </pc:sldChg>
      <pc:sldChg chg="modSp mod">
        <pc:chgData name="Toby Donaldson" userId="2e6e5431-bb17-4c41-9985-d39c50d83c73" providerId="ADAL" clId="{F31BC264-820E-54C4-A6D1-F92AF9CC222E}" dt="2026-07-07T18:28:07.734" v="7101" actId="20577"/>
        <pc:sldMkLst>
          <pc:docMk/>
          <pc:sldMk cId="1535305635" sldId="328"/>
        </pc:sldMkLst>
        <pc:spChg chg="mod">
          <ac:chgData name="Toby Donaldson" userId="2e6e5431-bb17-4c41-9985-d39c50d83c73" providerId="ADAL" clId="{F31BC264-820E-54C4-A6D1-F92AF9CC222E}" dt="2026-07-07T18:28:07.734" v="7101" actId="20577"/>
          <ac:spMkLst>
            <pc:docMk/>
            <pc:sldMk cId="1535305635" sldId="328"/>
            <ac:spMk id="3" creationId="{735C4B4B-24C7-7884-A603-002DBEB6AFF5}"/>
          </ac:spMkLst>
        </pc:spChg>
      </pc:sldChg>
      <pc:sldChg chg="add">
        <pc:chgData name="Toby Donaldson" userId="2e6e5431-bb17-4c41-9985-d39c50d83c73" providerId="ADAL" clId="{F31BC264-820E-54C4-A6D1-F92AF9CC222E}" dt="2026-07-07T18:16:24.408" v="6913" actId="2890"/>
        <pc:sldMkLst>
          <pc:docMk/>
          <pc:sldMk cId="2328850276" sldId="329"/>
        </pc:sldMkLst>
      </pc:sldChg>
      <pc:sldChg chg="add">
        <pc:chgData name="Toby Donaldson" userId="2e6e5431-bb17-4c41-9985-d39c50d83c73" providerId="ADAL" clId="{F31BC264-820E-54C4-A6D1-F92AF9CC222E}" dt="2026-07-07T18:17:44.967" v="6916" actId="2890"/>
        <pc:sldMkLst>
          <pc:docMk/>
          <pc:sldMk cId="1229345825" sldId="330"/>
        </pc:sldMkLst>
      </pc:sldChg>
    </pc:docChg>
  </pc:docChgLst>
  <pc:docChgLst>
    <pc:chgData name="Toby Donaldson" userId="2e6e5431-bb17-4c41-9985-d39c50d83c73" providerId="ADAL" clId="{7F9681A8-EEE2-56F4-9B39-ECCBEE0471AC}"/>
    <pc:docChg chg="undo redo custSel addSld delSld modSld sldOrd">
      <pc:chgData name="Toby Donaldson" userId="2e6e5431-bb17-4c41-9985-d39c50d83c73" providerId="ADAL" clId="{7F9681A8-EEE2-56F4-9B39-ECCBEE0471AC}" dt="2026-07-07T04:38:51.825" v="22763" actId="20577"/>
      <pc:docMkLst>
        <pc:docMk/>
      </pc:docMkLst>
      <pc:sldChg chg="modSp mod">
        <pc:chgData name="Toby Donaldson" userId="2e6e5431-bb17-4c41-9985-d39c50d83c73" providerId="ADAL" clId="{7F9681A8-EEE2-56F4-9B39-ECCBEE0471AC}" dt="2026-07-07T04:38:51.825" v="22763" actId="20577"/>
        <pc:sldMkLst>
          <pc:docMk/>
          <pc:sldMk cId="9530373" sldId="256"/>
        </pc:sldMkLst>
        <pc:spChg chg="mod">
          <ac:chgData name="Toby Donaldson" userId="2e6e5431-bb17-4c41-9985-d39c50d83c73" providerId="ADAL" clId="{7F9681A8-EEE2-56F4-9B39-ECCBEE0471AC}" dt="2026-07-07T04:38:51.825" v="22763" actId="20577"/>
          <ac:spMkLst>
            <pc:docMk/>
            <pc:sldMk cId="9530373" sldId="256"/>
            <ac:spMk id="2" creationId="{92D403EF-79C8-55AD-08D0-C88D1F127FD0}"/>
          </ac:spMkLst>
        </pc:spChg>
        <pc:spChg chg="mod">
          <ac:chgData name="Toby Donaldson" userId="2e6e5431-bb17-4c41-9985-d39c50d83c73" providerId="ADAL" clId="{7F9681A8-EEE2-56F4-9B39-ECCBEE0471AC}" dt="2026-07-06T18:05:26.673" v="19323" actId="20577"/>
          <ac:spMkLst>
            <pc:docMk/>
            <pc:sldMk cId="9530373" sldId="256"/>
            <ac:spMk id="3" creationId="{A0FC18ED-98A4-48F4-FD7B-2E7703435F99}"/>
          </ac:spMkLst>
        </pc:spChg>
      </pc:sldChg>
      <pc:sldChg chg="del">
        <pc:chgData name="Toby Donaldson" userId="2e6e5431-bb17-4c41-9985-d39c50d83c73" providerId="ADAL" clId="{7F9681A8-EEE2-56F4-9B39-ECCBEE0471AC}" dt="2026-07-06T18:05:43.259" v="19324" actId="2696"/>
        <pc:sldMkLst>
          <pc:docMk/>
          <pc:sldMk cId="2141975521" sldId="257"/>
        </pc:sldMkLst>
      </pc:sldChg>
      <pc:sldChg chg="del">
        <pc:chgData name="Toby Donaldson" userId="2e6e5431-bb17-4c41-9985-d39c50d83c73" providerId="ADAL" clId="{7F9681A8-EEE2-56F4-9B39-ECCBEE0471AC}" dt="2026-07-06T18:05:43.259" v="19324" actId="2696"/>
        <pc:sldMkLst>
          <pc:docMk/>
          <pc:sldMk cId="840441275" sldId="258"/>
        </pc:sldMkLst>
      </pc:sldChg>
      <pc:sldChg chg="del">
        <pc:chgData name="Toby Donaldson" userId="2e6e5431-bb17-4c41-9985-d39c50d83c73" providerId="ADAL" clId="{7F9681A8-EEE2-56F4-9B39-ECCBEE0471AC}" dt="2026-07-06T18:05:43.259" v="19324" actId="2696"/>
        <pc:sldMkLst>
          <pc:docMk/>
          <pc:sldMk cId="3263256051" sldId="259"/>
        </pc:sldMkLst>
      </pc:sldChg>
      <pc:sldChg chg="del">
        <pc:chgData name="Toby Donaldson" userId="2e6e5431-bb17-4c41-9985-d39c50d83c73" providerId="ADAL" clId="{7F9681A8-EEE2-56F4-9B39-ECCBEE0471AC}" dt="2026-07-06T18:05:43.259" v="19324" actId="2696"/>
        <pc:sldMkLst>
          <pc:docMk/>
          <pc:sldMk cId="3184262657" sldId="260"/>
        </pc:sldMkLst>
      </pc:sldChg>
      <pc:sldChg chg="del">
        <pc:chgData name="Toby Donaldson" userId="2e6e5431-bb17-4c41-9985-d39c50d83c73" providerId="ADAL" clId="{7F9681A8-EEE2-56F4-9B39-ECCBEE0471AC}" dt="2026-07-06T18:05:43.259" v="19324" actId="2696"/>
        <pc:sldMkLst>
          <pc:docMk/>
          <pc:sldMk cId="2378066371" sldId="261"/>
        </pc:sldMkLst>
      </pc:sldChg>
      <pc:sldChg chg="del">
        <pc:chgData name="Toby Donaldson" userId="2e6e5431-bb17-4c41-9985-d39c50d83c73" providerId="ADAL" clId="{7F9681A8-EEE2-56F4-9B39-ECCBEE0471AC}" dt="2026-07-06T18:05:43.259" v="19324" actId="2696"/>
        <pc:sldMkLst>
          <pc:docMk/>
          <pc:sldMk cId="2501075412" sldId="262"/>
        </pc:sldMkLst>
      </pc:sldChg>
      <pc:sldChg chg="del">
        <pc:chgData name="Toby Donaldson" userId="2e6e5431-bb17-4c41-9985-d39c50d83c73" providerId="ADAL" clId="{7F9681A8-EEE2-56F4-9B39-ECCBEE0471AC}" dt="2026-07-06T18:05:43.259" v="19324" actId="2696"/>
        <pc:sldMkLst>
          <pc:docMk/>
          <pc:sldMk cId="1091161656" sldId="263"/>
        </pc:sldMkLst>
      </pc:sldChg>
      <pc:sldChg chg="addSp modSp mod">
        <pc:chgData name="Toby Donaldson" userId="2e6e5431-bb17-4c41-9985-d39c50d83c73" providerId="ADAL" clId="{7F9681A8-EEE2-56F4-9B39-ECCBEE0471AC}" dt="2026-07-06T18:09:05.289" v="19674" actId="14100"/>
        <pc:sldMkLst>
          <pc:docMk/>
          <pc:sldMk cId="2592607096" sldId="264"/>
        </pc:sldMkLst>
        <pc:spChg chg="add mod">
          <ac:chgData name="Toby Donaldson" userId="2e6e5431-bb17-4c41-9985-d39c50d83c73" providerId="ADAL" clId="{7F9681A8-EEE2-56F4-9B39-ECCBEE0471AC}" dt="2026-07-06T18:09:05.289" v="19674" actId="14100"/>
          <ac:spMkLst>
            <pc:docMk/>
            <pc:sldMk cId="2592607096" sldId="264"/>
            <ac:spMk id="4" creationId="{B11F1822-FB76-48CE-E059-A44A4497CB09}"/>
          </ac:spMkLst>
        </pc:spChg>
      </pc:sldChg>
      <pc:sldChg chg="delSp del mod">
        <pc:chgData name="Toby Donaldson" userId="2e6e5431-bb17-4c41-9985-d39c50d83c73" providerId="ADAL" clId="{7F9681A8-EEE2-56F4-9B39-ECCBEE0471AC}" dt="2026-07-06T18:10:57.429" v="19836" actId="2696"/>
        <pc:sldMkLst>
          <pc:docMk/>
          <pc:sldMk cId="2251480560" sldId="265"/>
        </pc:sldMkLst>
        <pc:inkChg chg="del">
          <ac:chgData name="Toby Donaldson" userId="2e6e5431-bb17-4c41-9985-d39c50d83c73" providerId="ADAL" clId="{7F9681A8-EEE2-56F4-9B39-ECCBEE0471AC}" dt="2026-07-06T18:07:44.376" v="19651" actId="21"/>
          <ac:inkMkLst>
            <pc:docMk/>
            <pc:sldMk cId="2251480560" sldId="265"/>
            <ac:inkMk id="41" creationId="{CC06B238-D079-1448-9D8D-D188BD08C8EF}"/>
          </ac:inkMkLst>
        </pc:inkChg>
      </pc:sldChg>
      <pc:sldChg chg="del">
        <pc:chgData name="Toby Donaldson" userId="2e6e5431-bb17-4c41-9985-d39c50d83c73" providerId="ADAL" clId="{7F9681A8-EEE2-56F4-9B39-ECCBEE0471AC}" dt="2026-07-06T18:10:57.429" v="19836" actId="2696"/>
        <pc:sldMkLst>
          <pc:docMk/>
          <pc:sldMk cId="564830593" sldId="266"/>
        </pc:sldMkLst>
      </pc:sldChg>
      <pc:sldChg chg="del">
        <pc:chgData name="Toby Donaldson" userId="2e6e5431-bb17-4c41-9985-d39c50d83c73" providerId="ADAL" clId="{7F9681A8-EEE2-56F4-9B39-ECCBEE0471AC}" dt="2026-07-06T18:10:57.429" v="19836" actId="2696"/>
        <pc:sldMkLst>
          <pc:docMk/>
          <pc:sldMk cId="3448458330" sldId="267"/>
        </pc:sldMkLst>
      </pc:sldChg>
      <pc:sldChg chg="del">
        <pc:chgData name="Toby Donaldson" userId="2e6e5431-bb17-4c41-9985-d39c50d83c73" providerId="ADAL" clId="{7F9681A8-EEE2-56F4-9B39-ECCBEE0471AC}" dt="2026-07-06T18:10:57.429" v="19836" actId="2696"/>
        <pc:sldMkLst>
          <pc:docMk/>
          <pc:sldMk cId="2786486047" sldId="268"/>
        </pc:sldMkLst>
      </pc:sldChg>
      <pc:sldChg chg="del">
        <pc:chgData name="Toby Donaldson" userId="2e6e5431-bb17-4c41-9985-d39c50d83c73" providerId="ADAL" clId="{7F9681A8-EEE2-56F4-9B39-ECCBEE0471AC}" dt="2026-07-06T18:10:57.429" v="19836" actId="2696"/>
        <pc:sldMkLst>
          <pc:docMk/>
          <pc:sldMk cId="1775365488" sldId="269"/>
        </pc:sldMkLst>
      </pc:sldChg>
      <pc:sldChg chg="del">
        <pc:chgData name="Toby Donaldson" userId="2e6e5431-bb17-4c41-9985-d39c50d83c73" providerId="ADAL" clId="{7F9681A8-EEE2-56F4-9B39-ECCBEE0471AC}" dt="2026-07-06T18:08:10.213" v="19652" actId="2696"/>
        <pc:sldMkLst>
          <pc:docMk/>
          <pc:sldMk cId="1532730266" sldId="270"/>
        </pc:sldMkLst>
      </pc:sldChg>
      <pc:sldChg chg="del">
        <pc:chgData name="Toby Donaldson" userId="2e6e5431-bb17-4c41-9985-d39c50d83c73" providerId="ADAL" clId="{7F9681A8-EEE2-56F4-9B39-ECCBEE0471AC}" dt="2026-07-06T18:08:10.213" v="19652" actId="2696"/>
        <pc:sldMkLst>
          <pc:docMk/>
          <pc:sldMk cId="1717266924" sldId="271"/>
        </pc:sldMkLst>
      </pc:sldChg>
      <pc:sldChg chg="del">
        <pc:chgData name="Toby Donaldson" userId="2e6e5431-bb17-4c41-9985-d39c50d83c73" providerId="ADAL" clId="{7F9681A8-EEE2-56F4-9B39-ECCBEE0471AC}" dt="2026-07-06T18:08:10.213" v="19652" actId="2696"/>
        <pc:sldMkLst>
          <pc:docMk/>
          <pc:sldMk cId="1403331413" sldId="272"/>
        </pc:sldMkLst>
      </pc:sldChg>
      <pc:sldChg chg="del">
        <pc:chgData name="Toby Donaldson" userId="2e6e5431-bb17-4c41-9985-d39c50d83c73" providerId="ADAL" clId="{7F9681A8-EEE2-56F4-9B39-ECCBEE0471AC}" dt="2026-07-06T18:08:10.213" v="19652" actId="2696"/>
        <pc:sldMkLst>
          <pc:docMk/>
          <pc:sldMk cId="1675940344" sldId="273"/>
        </pc:sldMkLst>
      </pc:sldChg>
      <pc:sldChg chg="del">
        <pc:chgData name="Toby Donaldson" userId="2e6e5431-bb17-4c41-9985-d39c50d83c73" providerId="ADAL" clId="{7F9681A8-EEE2-56F4-9B39-ECCBEE0471AC}" dt="2026-07-06T18:08:10.213" v="19652" actId="2696"/>
        <pc:sldMkLst>
          <pc:docMk/>
          <pc:sldMk cId="2779663032" sldId="274"/>
        </pc:sldMkLst>
      </pc:sldChg>
      <pc:sldChg chg="delSp modSp del mod">
        <pc:chgData name="Toby Donaldson" userId="2e6e5431-bb17-4c41-9985-d39c50d83c73" providerId="ADAL" clId="{7F9681A8-EEE2-56F4-9B39-ECCBEE0471AC}" dt="2026-07-06T18:20:01.299" v="20154" actId="2696"/>
        <pc:sldMkLst>
          <pc:docMk/>
          <pc:sldMk cId="829582894" sldId="275"/>
        </pc:sldMkLst>
        <pc:spChg chg="mod">
          <ac:chgData name="Toby Donaldson" userId="2e6e5431-bb17-4c41-9985-d39c50d83c73" providerId="ADAL" clId="{7F9681A8-EEE2-56F4-9B39-ECCBEE0471AC}" dt="2026-07-06T18:16:00.839" v="20095" actId="165"/>
          <ac:spMkLst>
            <pc:docMk/>
            <pc:sldMk cId="829582894" sldId="275"/>
            <ac:spMk id="18" creationId="{0561B69C-7C3D-BD19-C2E3-E514047E24B3}"/>
          </ac:spMkLst>
        </pc:spChg>
        <pc:spChg chg="mod">
          <ac:chgData name="Toby Donaldson" userId="2e6e5431-bb17-4c41-9985-d39c50d83c73" providerId="ADAL" clId="{7F9681A8-EEE2-56F4-9B39-ECCBEE0471AC}" dt="2026-07-06T18:16:00.839" v="20095" actId="165"/>
          <ac:spMkLst>
            <pc:docMk/>
            <pc:sldMk cId="829582894" sldId="275"/>
            <ac:spMk id="19" creationId="{22010C28-C055-AC6F-4211-12AF050895E1}"/>
          </ac:spMkLst>
        </pc:spChg>
        <pc:spChg chg="mod">
          <ac:chgData name="Toby Donaldson" userId="2e6e5431-bb17-4c41-9985-d39c50d83c73" providerId="ADAL" clId="{7F9681A8-EEE2-56F4-9B39-ECCBEE0471AC}" dt="2026-07-06T18:16:00.839" v="20095" actId="165"/>
          <ac:spMkLst>
            <pc:docMk/>
            <pc:sldMk cId="829582894" sldId="275"/>
            <ac:spMk id="20" creationId="{1FC4456A-E328-FBDB-1330-3FC8EB777C79}"/>
          </ac:spMkLst>
        </pc:spChg>
        <pc:spChg chg="mod">
          <ac:chgData name="Toby Donaldson" userId="2e6e5431-bb17-4c41-9985-d39c50d83c73" providerId="ADAL" clId="{7F9681A8-EEE2-56F4-9B39-ECCBEE0471AC}" dt="2026-07-06T18:16:00.839" v="20095" actId="165"/>
          <ac:spMkLst>
            <pc:docMk/>
            <pc:sldMk cId="829582894" sldId="275"/>
            <ac:spMk id="21" creationId="{8F938DA6-7EE9-D5BA-9873-36110F56FF21}"/>
          </ac:spMkLst>
        </pc:spChg>
        <pc:spChg chg="mod">
          <ac:chgData name="Toby Donaldson" userId="2e6e5431-bb17-4c41-9985-d39c50d83c73" providerId="ADAL" clId="{7F9681A8-EEE2-56F4-9B39-ECCBEE0471AC}" dt="2026-07-06T18:16:00.839" v="20095" actId="165"/>
          <ac:spMkLst>
            <pc:docMk/>
            <pc:sldMk cId="829582894" sldId="275"/>
            <ac:spMk id="22" creationId="{A4554E15-2CEA-E7F5-A10C-75C9D69FA6A6}"/>
          </ac:spMkLst>
        </pc:spChg>
        <pc:spChg chg="mod">
          <ac:chgData name="Toby Donaldson" userId="2e6e5431-bb17-4c41-9985-d39c50d83c73" providerId="ADAL" clId="{7F9681A8-EEE2-56F4-9B39-ECCBEE0471AC}" dt="2026-07-06T18:16:00.839" v="20095" actId="165"/>
          <ac:spMkLst>
            <pc:docMk/>
            <pc:sldMk cId="829582894" sldId="275"/>
            <ac:spMk id="25" creationId="{EDCF63CD-18AB-B8C4-1A1B-893D15DB3B1C}"/>
          </ac:spMkLst>
        </pc:spChg>
        <pc:spChg chg="mod">
          <ac:chgData name="Toby Donaldson" userId="2e6e5431-bb17-4c41-9985-d39c50d83c73" providerId="ADAL" clId="{7F9681A8-EEE2-56F4-9B39-ECCBEE0471AC}" dt="2026-07-06T18:16:00.839" v="20095" actId="165"/>
          <ac:spMkLst>
            <pc:docMk/>
            <pc:sldMk cId="829582894" sldId="275"/>
            <ac:spMk id="26" creationId="{E17DE63E-1473-8284-DADF-12BD3E97E31C}"/>
          </ac:spMkLst>
        </pc:spChg>
        <pc:spChg chg="mod">
          <ac:chgData name="Toby Donaldson" userId="2e6e5431-bb17-4c41-9985-d39c50d83c73" providerId="ADAL" clId="{7F9681A8-EEE2-56F4-9B39-ECCBEE0471AC}" dt="2026-07-06T18:16:00.839" v="20095" actId="165"/>
          <ac:spMkLst>
            <pc:docMk/>
            <pc:sldMk cId="829582894" sldId="275"/>
            <ac:spMk id="27" creationId="{5BA7C342-C516-C088-DE49-F7BF84C45298}"/>
          </ac:spMkLst>
        </pc:spChg>
        <pc:spChg chg="mod">
          <ac:chgData name="Toby Donaldson" userId="2e6e5431-bb17-4c41-9985-d39c50d83c73" providerId="ADAL" clId="{7F9681A8-EEE2-56F4-9B39-ECCBEE0471AC}" dt="2026-07-06T18:16:00.839" v="20095" actId="165"/>
          <ac:spMkLst>
            <pc:docMk/>
            <pc:sldMk cId="829582894" sldId="275"/>
            <ac:spMk id="29" creationId="{CED14EB4-6BFC-DE48-C215-5EA5CFDD7F7A}"/>
          </ac:spMkLst>
        </pc:spChg>
        <pc:spChg chg="mod">
          <ac:chgData name="Toby Donaldson" userId="2e6e5431-bb17-4c41-9985-d39c50d83c73" providerId="ADAL" clId="{7F9681A8-EEE2-56F4-9B39-ECCBEE0471AC}" dt="2026-07-06T18:16:00.839" v="20095" actId="165"/>
          <ac:spMkLst>
            <pc:docMk/>
            <pc:sldMk cId="829582894" sldId="275"/>
            <ac:spMk id="30" creationId="{2166AE7C-4CA9-95FB-A9CA-6C7EBB321189}"/>
          </ac:spMkLst>
        </pc:spChg>
        <pc:inkChg chg="del">
          <ac:chgData name="Toby Donaldson" userId="2e6e5431-bb17-4c41-9985-d39c50d83c73" providerId="ADAL" clId="{7F9681A8-EEE2-56F4-9B39-ECCBEE0471AC}" dt="2026-07-06T18:15:54.432" v="20094" actId="21"/>
          <ac:inkMkLst>
            <pc:docMk/>
            <pc:sldMk cId="829582894" sldId="275"/>
            <ac:inkMk id="32" creationId="{6286591E-2310-9BDA-8421-1CF787324066}"/>
          </ac:inkMkLst>
        </pc:inkChg>
      </pc:sldChg>
      <pc:sldChg chg="del">
        <pc:chgData name="Toby Donaldson" userId="2e6e5431-bb17-4c41-9985-d39c50d83c73" providerId="ADAL" clId="{7F9681A8-EEE2-56F4-9B39-ECCBEE0471AC}" dt="2026-07-06T18:20:01.299" v="20154" actId="2696"/>
        <pc:sldMkLst>
          <pc:docMk/>
          <pc:sldMk cId="1525370219" sldId="276"/>
        </pc:sldMkLst>
      </pc:sldChg>
      <pc:sldChg chg="del">
        <pc:chgData name="Toby Donaldson" userId="2e6e5431-bb17-4c41-9985-d39c50d83c73" providerId="ADAL" clId="{7F9681A8-EEE2-56F4-9B39-ECCBEE0471AC}" dt="2026-07-06T18:20:01.299" v="20154" actId="2696"/>
        <pc:sldMkLst>
          <pc:docMk/>
          <pc:sldMk cId="4251538934" sldId="277"/>
        </pc:sldMkLst>
      </pc:sldChg>
      <pc:sldChg chg="del">
        <pc:chgData name="Toby Donaldson" userId="2e6e5431-bb17-4c41-9985-d39c50d83c73" providerId="ADAL" clId="{7F9681A8-EEE2-56F4-9B39-ECCBEE0471AC}" dt="2026-07-06T18:20:01.299" v="20154" actId="2696"/>
        <pc:sldMkLst>
          <pc:docMk/>
          <pc:sldMk cId="2979288468" sldId="278"/>
        </pc:sldMkLst>
      </pc:sldChg>
      <pc:sldChg chg="del">
        <pc:chgData name="Toby Donaldson" userId="2e6e5431-bb17-4c41-9985-d39c50d83c73" providerId="ADAL" clId="{7F9681A8-EEE2-56F4-9B39-ECCBEE0471AC}" dt="2026-07-06T18:20:01.299" v="20154" actId="2696"/>
        <pc:sldMkLst>
          <pc:docMk/>
          <pc:sldMk cId="3867704620" sldId="279"/>
        </pc:sldMkLst>
      </pc:sldChg>
      <pc:sldChg chg="del">
        <pc:chgData name="Toby Donaldson" userId="2e6e5431-bb17-4c41-9985-d39c50d83c73" providerId="ADAL" clId="{7F9681A8-EEE2-56F4-9B39-ECCBEE0471AC}" dt="2026-07-06T18:20:01.299" v="20154" actId="2696"/>
        <pc:sldMkLst>
          <pc:docMk/>
          <pc:sldMk cId="2002583262" sldId="280"/>
        </pc:sldMkLst>
      </pc:sldChg>
      <pc:sldChg chg="del">
        <pc:chgData name="Toby Donaldson" userId="2e6e5431-bb17-4c41-9985-d39c50d83c73" providerId="ADAL" clId="{7F9681A8-EEE2-56F4-9B39-ECCBEE0471AC}" dt="2026-07-06T18:20:01.299" v="20154" actId="2696"/>
        <pc:sldMkLst>
          <pc:docMk/>
          <pc:sldMk cId="851915149" sldId="281"/>
        </pc:sldMkLst>
      </pc:sldChg>
      <pc:sldChg chg="del">
        <pc:chgData name="Toby Donaldson" userId="2e6e5431-bb17-4c41-9985-d39c50d83c73" providerId="ADAL" clId="{7F9681A8-EEE2-56F4-9B39-ECCBEE0471AC}" dt="2026-07-06T18:20:01.299" v="20154" actId="2696"/>
        <pc:sldMkLst>
          <pc:docMk/>
          <pc:sldMk cId="3641487090" sldId="282"/>
        </pc:sldMkLst>
      </pc:sldChg>
      <pc:sldChg chg="del">
        <pc:chgData name="Toby Donaldson" userId="2e6e5431-bb17-4c41-9985-d39c50d83c73" providerId="ADAL" clId="{7F9681A8-EEE2-56F4-9B39-ECCBEE0471AC}" dt="2026-07-06T18:20:01.299" v="20154" actId="2696"/>
        <pc:sldMkLst>
          <pc:docMk/>
          <pc:sldMk cId="2637133452" sldId="283"/>
        </pc:sldMkLst>
      </pc:sldChg>
      <pc:sldChg chg="del">
        <pc:chgData name="Toby Donaldson" userId="2e6e5431-bb17-4c41-9985-d39c50d83c73" providerId="ADAL" clId="{7F9681A8-EEE2-56F4-9B39-ECCBEE0471AC}" dt="2026-07-06T18:20:01.299" v="20154" actId="2696"/>
        <pc:sldMkLst>
          <pc:docMk/>
          <pc:sldMk cId="4229251929" sldId="284"/>
        </pc:sldMkLst>
      </pc:sldChg>
      <pc:sldChg chg="del">
        <pc:chgData name="Toby Donaldson" userId="2e6e5431-bb17-4c41-9985-d39c50d83c73" providerId="ADAL" clId="{7F9681A8-EEE2-56F4-9B39-ECCBEE0471AC}" dt="2026-07-06T18:20:01.299" v="20154" actId="2696"/>
        <pc:sldMkLst>
          <pc:docMk/>
          <pc:sldMk cId="1603748545" sldId="285"/>
        </pc:sldMkLst>
      </pc:sldChg>
      <pc:sldChg chg="addSp delSp modSp add mod">
        <pc:chgData name="Toby Donaldson" userId="2e6e5431-bb17-4c41-9985-d39c50d83c73" providerId="ADAL" clId="{7F9681A8-EEE2-56F4-9B39-ECCBEE0471AC}" dt="2026-07-06T18:10:35.069" v="19835" actId="14100"/>
        <pc:sldMkLst>
          <pc:docMk/>
          <pc:sldMk cId="340872484" sldId="286"/>
        </pc:sldMkLst>
        <pc:spChg chg="add mod">
          <ac:chgData name="Toby Donaldson" userId="2e6e5431-bb17-4c41-9985-d39c50d83c73" providerId="ADAL" clId="{7F9681A8-EEE2-56F4-9B39-ECCBEE0471AC}" dt="2026-07-06T18:09:47.984" v="19744" actId="1076"/>
          <ac:spMkLst>
            <pc:docMk/>
            <pc:sldMk cId="340872484" sldId="286"/>
            <ac:spMk id="6" creationId="{6024659C-6021-F980-3B58-784D03DDAB55}"/>
          </ac:spMkLst>
        </pc:spChg>
        <pc:spChg chg="add mod">
          <ac:chgData name="Toby Donaldson" userId="2e6e5431-bb17-4c41-9985-d39c50d83c73" providerId="ADAL" clId="{7F9681A8-EEE2-56F4-9B39-ECCBEE0471AC}" dt="2026-07-06T18:10:35.069" v="19835" actId="14100"/>
          <ac:spMkLst>
            <pc:docMk/>
            <pc:sldMk cId="340872484" sldId="286"/>
            <ac:spMk id="9" creationId="{E5996A9D-056B-5853-5A28-88918CDAB823}"/>
          </ac:spMkLst>
        </pc:spChg>
        <pc:inkChg chg="del">
          <ac:chgData name="Toby Donaldson" userId="2e6e5431-bb17-4c41-9985-d39c50d83c73" providerId="ADAL" clId="{7F9681A8-EEE2-56F4-9B39-ECCBEE0471AC}" dt="2026-07-06T18:09:11.889" v="19675" actId="21"/>
          <ac:inkMkLst>
            <pc:docMk/>
            <pc:sldMk cId="340872484" sldId="286"/>
            <ac:inkMk id="5" creationId="{C44B00DA-E1B1-5360-0DA3-7EA015E1524F}"/>
          </ac:inkMkLst>
        </pc:inkChg>
        <pc:cxnChg chg="add">
          <ac:chgData name="Toby Donaldson" userId="2e6e5431-bb17-4c41-9985-d39c50d83c73" providerId="ADAL" clId="{7F9681A8-EEE2-56F4-9B39-ECCBEE0471AC}" dt="2026-07-06T18:09:53.743" v="19745" actId="11529"/>
          <ac:cxnSpMkLst>
            <pc:docMk/>
            <pc:sldMk cId="340872484" sldId="286"/>
            <ac:cxnSpMk id="8" creationId="{9CD7832D-5060-5E83-7DDC-9BDBC437EAC2}"/>
          </ac:cxnSpMkLst>
        </pc:cxnChg>
      </pc:sldChg>
      <pc:sldChg chg="del ord">
        <pc:chgData name="Toby Donaldson" userId="2e6e5431-bb17-4c41-9985-d39c50d83c73" providerId="ADAL" clId="{7F9681A8-EEE2-56F4-9B39-ECCBEE0471AC}" dt="2026-07-06T18:08:44.843" v="19655" actId="2696"/>
        <pc:sldMkLst>
          <pc:docMk/>
          <pc:sldMk cId="1809626557" sldId="286"/>
        </pc:sldMkLst>
      </pc:sldChg>
      <pc:sldChg chg="del">
        <pc:chgData name="Toby Donaldson" userId="2e6e5431-bb17-4c41-9985-d39c50d83c73" providerId="ADAL" clId="{7F9681A8-EEE2-56F4-9B39-ECCBEE0471AC}" dt="2026-07-06T18:20:01.299" v="20154" actId="2696"/>
        <pc:sldMkLst>
          <pc:docMk/>
          <pc:sldMk cId="2038838820" sldId="287"/>
        </pc:sldMkLst>
      </pc:sldChg>
      <pc:sldChg chg="del">
        <pc:chgData name="Toby Donaldson" userId="2e6e5431-bb17-4c41-9985-d39c50d83c73" providerId="ADAL" clId="{7F9681A8-EEE2-56F4-9B39-ECCBEE0471AC}" dt="2026-07-06T19:36:15.660" v="21725" actId="2696"/>
        <pc:sldMkLst>
          <pc:docMk/>
          <pc:sldMk cId="455429676" sldId="288"/>
        </pc:sldMkLst>
      </pc:sldChg>
      <pc:sldChg chg="del">
        <pc:chgData name="Toby Donaldson" userId="2e6e5431-bb17-4c41-9985-d39c50d83c73" providerId="ADAL" clId="{7F9681A8-EEE2-56F4-9B39-ECCBEE0471AC}" dt="2026-07-06T19:28:13.060" v="21354" actId="2696"/>
        <pc:sldMkLst>
          <pc:docMk/>
          <pc:sldMk cId="2026226063" sldId="289"/>
        </pc:sldMkLst>
      </pc:sldChg>
      <pc:sldChg chg="del">
        <pc:chgData name="Toby Donaldson" userId="2e6e5431-bb17-4c41-9985-d39c50d83c73" providerId="ADAL" clId="{7F9681A8-EEE2-56F4-9B39-ECCBEE0471AC}" dt="2026-07-06T18:20:14.719" v="20155" actId="2696"/>
        <pc:sldMkLst>
          <pc:docMk/>
          <pc:sldMk cId="4265642692" sldId="290"/>
        </pc:sldMkLst>
      </pc:sldChg>
      <pc:sldChg chg="del">
        <pc:chgData name="Toby Donaldson" userId="2e6e5431-bb17-4c41-9985-d39c50d83c73" providerId="ADAL" clId="{7F9681A8-EEE2-56F4-9B39-ECCBEE0471AC}" dt="2026-07-06T18:20:01.299" v="20154" actId="2696"/>
        <pc:sldMkLst>
          <pc:docMk/>
          <pc:sldMk cId="334443577" sldId="291"/>
        </pc:sldMkLst>
      </pc:sldChg>
      <pc:sldChg chg="del">
        <pc:chgData name="Toby Donaldson" userId="2e6e5431-bb17-4c41-9985-d39c50d83c73" providerId="ADAL" clId="{7F9681A8-EEE2-56F4-9B39-ECCBEE0471AC}" dt="2026-07-06T19:28:02.328" v="21353" actId="2696"/>
        <pc:sldMkLst>
          <pc:docMk/>
          <pc:sldMk cId="2925061429" sldId="292"/>
        </pc:sldMkLst>
      </pc:sldChg>
      <pc:sldChg chg="del">
        <pc:chgData name="Toby Donaldson" userId="2e6e5431-bb17-4c41-9985-d39c50d83c73" providerId="ADAL" clId="{7F9681A8-EEE2-56F4-9B39-ECCBEE0471AC}" dt="2026-07-06T19:28:02.328" v="21353" actId="2696"/>
        <pc:sldMkLst>
          <pc:docMk/>
          <pc:sldMk cId="1314648312" sldId="293"/>
        </pc:sldMkLst>
      </pc:sldChg>
      <pc:sldChg chg="del">
        <pc:chgData name="Toby Donaldson" userId="2e6e5431-bb17-4c41-9985-d39c50d83c73" providerId="ADAL" clId="{7F9681A8-EEE2-56F4-9B39-ECCBEE0471AC}" dt="2026-07-06T19:28:02.328" v="21353" actId="2696"/>
        <pc:sldMkLst>
          <pc:docMk/>
          <pc:sldMk cId="2266727789" sldId="294"/>
        </pc:sldMkLst>
      </pc:sldChg>
      <pc:sldChg chg="del">
        <pc:chgData name="Toby Donaldson" userId="2e6e5431-bb17-4c41-9985-d39c50d83c73" providerId="ADAL" clId="{7F9681A8-EEE2-56F4-9B39-ECCBEE0471AC}" dt="2026-07-06T19:28:02.328" v="21353" actId="2696"/>
        <pc:sldMkLst>
          <pc:docMk/>
          <pc:sldMk cId="1343814238" sldId="295"/>
        </pc:sldMkLst>
      </pc:sldChg>
      <pc:sldChg chg="modSp new mod">
        <pc:chgData name="Toby Donaldson" userId="2e6e5431-bb17-4c41-9985-d39c50d83c73" providerId="ADAL" clId="{7F9681A8-EEE2-56F4-9B39-ECCBEE0471AC}" dt="2026-07-06T18:11:38.204" v="19847" actId="20577"/>
        <pc:sldMkLst>
          <pc:docMk/>
          <pc:sldMk cId="2579258547" sldId="296"/>
        </pc:sldMkLst>
        <pc:spChg chg="mod">
          <ac:chgData name="Toby Donaldson" userId="2e6e5431-bb17-4c41-9985-d39c50d83c73" providerId="ADAL" clId="{7F9681A8-EEE2-56F4-9B39-ECCBEE0471AC}" dt="2026-07-06T18:05:59.876" v="19371" actId="20577"/>
          <ac:spMkLst>
            <pc:docMk/>
            <pc:sldMk cId="2579258547" sldId="296"/>
            <ac:spMk id="2" creationId="{DF6DE29F-4AD7-8321-C583-5ED5DE6FC936}"/>
          </ac:spMkLst>
        </pc:spChg>
        <pc:spChg chg="mod">
          <ac:chgData name="Toby Donaldson" userId="2e6e5431-bb17-4c41-9985-d39c50d83c73" providerId="ADAL" clId="{7F9681A8-EEE2-56F4-9B39-ECCBEE0471AC}" dt="2026-07-06T18:11:38.204" v="19847" actId="20577"/>
          <ac:spMkLst>
            <pc:docMk/>
            <pc:sldMk cId="2579258547" sldId="296"/>
            <ac:spMk id="3" creationId="{828EFB7D-8273-2511-FCFF-B838DE0DAD00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7-06T18:20:48.949" v="20199" actId="14100"/>
        <pc:sldMkLst>
          <pc:docMk/>
          <pc:sldMk cId="888644859" sldId="297"/>
        </pc:sldMkLst>
        <pc:spChg chg="mod">
          <ac:chgData name="Toby Donaldson" userId="2e6e5431-bb17-4c41-9985-d39c50d83c73" providerId="ADAL" clId="{7F9681A8-EEE2-56F4-9B39-ECCBEE0471AC}" dt="2026-07-06T18:20:48.949" v="20199" actId="14100"/>
          <ac:spMkLst>
            <pc:docMk/>
            <pc:sldMk cId="888644859" sldId="297"/>
            <ac:spMk id="2" creationId="{1F5160C9-6A61-8011-EBC6-88810EFA7400}"/>
          </ac:spMkLst>
        </pc:spChg>
        <pc:spChg chg="mod">
          <ac:chgData name="Toby Donaldson" userId="2e6e5431-bb17-4c41-9985-d39c50d83c73" providerId="ADAL" clId="{7F9681A8-EEE2-56F4-9B39-ECCBEE0471AC}" dt="2026-07-06T18:15:40.158" v="20093" actId="20577"/>
          <ac:spMkLst>
            <pc:docMk/>
            <pc:sldMk cId="888644859" sldId="297"/>
            <ac:spMk id="3" creationId="{AC7810F2-FED9-485D-34EB-2E0F657BA839}"/>
          </ac:spMkLst>
        </pc:spChg>
        <pc:spChg chg="del">
          <ac:chgData name="Toby Donaldson" userId="2e6e5431-bb17-4c41-9985-d39c50d83c73" providerId="ADAL" clId="{7F9681A8-EEE2-56F4-9B39-ECCBEE0471AC}" dt="2026-07-06T18:12:01.242" v="19856" actId="21"/>
          <ac:spMkLst>
            <pc:docMk/>
            <pc:sldMk cId="888644859" sldId="297"/>
            <ac:spMk id="6" creationId="{CB45A12D-578D-B079-BA83-6CF05905ED7C}"/>
          </ac:spMkLst>
        </pc:spChg>
        <pc:spChg chg="mod">
          <ac:chgData name="Toby Donaldson" userId="2e6e5431-bb17-4c41-9985-d39c50d83c73" providerId="ADAL" clId="{7F9681A8-EEE2-56F4-9B39-ECCBEE0471AC}" dt="2026-07-06T18:17:20.140" v="20106" actId="113"/>
          <ac:spMkLst>
            <pc:docMk/>
            <pc:sldMk cId="888644859" sldId="297"/>
            <ac:spMk id="7" creationId="{880DBB7E-65E9-EB53-3F0E-E4A726266728}"/>
          </ac:spMkLst>
        </pc:spChg>
        <pc:spChg chg="del">
          <ac:chgData name="Toby Donaldson" userId="2e6e5431-bb17-4c41-9985-d39c50d83c73" providerId="ADAL" clId="{7F9681A8-EEE2-56F4-9B39-ECCBEE0471AC}" dt="2026-07-06T18:12:06.725" v="19859" actId="21"/>
          <ac:spMkLst>
            <pc:docMk/>
            <pc:sldMk cId="888644859" sldId="297"/>
            <ac:spMk id="9" creationId="{054897AD-F8CE-E95C-14F9-4BB5F70D5F28}"/>
          </ac:spMkLst>
        </pc:spChg>
        <pc:spChg chg="mod">
          <ac:chgData name="Toby Donaldson" userId="2e6e5431-bb17-4c41-9985-d39c50d83c73" providerId="ADAL" clId="{7F9681A8-EEE2-56F4-9B39-ECCBEE0471AC}" dt="2026-07-06T18:16:59.676" v="20102" actId="692"/>
          <ac:spMkLst>
            <pc:docMk/>
            <pc:sldMk cId="888644859" sldId="297"/>
            <ac:spMk id="10" creationId="{F9AEEB4F-BB42-6397-2A9E-E883EE822757}"/>
          </ac:spMkLst>
        </pc:spChg>
        <pc:spChg chg="add del mod">
          <ac:chgData name="Toby Donaldson" userId="2e6e5431-bb17-4c41-9985-d39c50d83c73" providerId="ADAL" clId="{7F9681A8-EEE2-56F4-9B39-ECCBEE0471AC}" dt="2026-07-06T18:17:48.814" v="20113" actId="21"/>
          <ac:spMkLst>
            <pc:docMk/>
            <pc:sldMk cId="888644859" sldId="297"/>
            <ac:spMk id="13" creationId="{2741E14A-361F-3A65-AEBC-FCF890F05270}"/>
          </ac:spMkLst>
        </pc:spChg>
        <pc:spChg chg="add mod">
          <ac:chgData name="Toby Donaldson" userId="2e6e5431-bb17-4c41-9985-d39c50d83c73" providerId="ADAL" clId="{7F9681A8-EEE2-56F4-9B39-ECCBEE0471AC}" dt="2026-07-06T18:17:45.447" v="20112" actId="1076"/>
          <ac:spMkLst>
            <pc:docMk/>
            <pc:sldMk cId="888644859" sldId="297"/>
            <ac:spMk id="14" creationId="{CB7ED3A3-B950-AF0F-46A7-C81E3925F1AE}"/>
          </ac:spMkLst>
        </pc:spChg>
        <pc:spChg chg="add mod">
          <ac:chgData name="Toby Donaldson" userId="2e6e5431-bb17-4c41-9985-d39c50d83c73" providerId="ADAL" clId="{7F9681A8-EEE2-56F4-9B39-ECCBEE0471AC}" dt="2026-07-06T18:18:13.930" v="20117" actId="1076"/>
          <ac:spMkLst>
            <pc:docMk/>
            <pc:sldMk cId="888644859" sldId="297"/>
            <ac:spMk id="15" creationId="{23807AA2-DF9A-6E6C-C6E8-CE47FC91B605}"/>
          </ac:spMkLst>
        </pc:spChg>
        <pc:spChg chg="add mod">
          <ac:chgData name="Toby Donaldson" userId="2e6e5431-bb17-4c41-9985-d39c50d83c73" providerId="ADAL" clId="{7F9681A8-EEE2-56F4-9B39-ECCBEE0471AC}" dt="2026-07-06T18:18:52.298" v="20124" actId="1076"/>
          <ac:spMkLst>
            <pc:docMk/>
            <pc:sldMk cId="888644859" sldId="297"/>
            <ac:spMk id="19" creationId="{01B03086-D0F0-88C8-AC22-1B00C0CCF8D7}"/>
          </ac:spMkLst>
        </pc:spChg>
        <pc:spChg chg="add mod">
          <ac:chgData name="Toby Donaldson" userId="2e6e5431-bb17-4c41-9985-d39c50d83c73" providerId="ADAL" clId="{7F9681A8-EEE2-56F4-9B39-ECCBEE0471AC}" dt="2026-07-06T18:19:05.052" v="20129" actId="20577"/>
          <ac:spMkLst>
            <pc:docMk/>
            <pc:sldMk cId="888644859" sldId="297"/>
            <ac:spMk id="20" creationId="{5ADD9CBC-D8BA-055E-2DE6-1AA5CC5070FF}"/>
          </ac:spMkLst>
        </pc:spChg>
        <pc:spChg chg="add mod">
          <ac:chgData name="Toby Donaldson" userId="2e6e5431-bb17-4c41-9985-d39c50d83c73" providerId="ADAL" clId="{7F9681A8-EEE2-56F4-9B39-ECCBEE0471AC}" dt="2026-07-06T18:19:27.582" v="20152" actId="1076"/>
          <ac:spMkLst>
            <pc:docMk/>
            <pc:sldMk cId="888644859" sldId="297"/>
            <ac:spMk id="21" creationId="{44BA48C2-A136-E70C-07A0-6C4531395DD2}"/>
          </ac:spMkLst>
        </pc:spChg>
        <pc:spChg chg="add mod">
          <ac:chgData name="Toby Donaldson" userId="2e6e5431-bb17-4c41-9985-d39c50d83c73" providerId="ADAL" clId="{7F9681A8-EEE2-56F4-9B39-ECCBEE0471AC}" dt="2026-07-06T18:19:34.081" v="20153" actId="1076"/>
          <ac:spMkLst>
            <pc:docMk/>
            <pc:sldMk cId="888644859" sldId="297"/>
            <ac:spMk id="22" creationId="{FE16EDF9-8A14-A527-8D0E-EB6576B63E20}"/>
          </ac:spMkLst>
        </pc:spChg>
        <pc:grpChg chg="add mod">
          <ac:chgData name="Toby Donaldson" userId="2e6e5431-bb17-4c41-9985-d39c50d83c73" providerId="ADAL" clId="{7F9681A8-EEE2-56F4-9B39-ECCBEE0471AC}" dt="2026-07-06T18:16:12.203" v="20096"/>
          <ac:grpSpMkLst>
            <pc:docMk/>
            <pc:sldMk cId="888644859" sldId="297"/>
            <ac:grpSpMk id="5" creationId="{5F969112-C360-BA54-FC44-EBD310066EAA}"/>
          </ac:grpSpMkLst>
        </pc:grpChg>
        <pc:picChg chg="del">
          <ac:chgData name="Toby Donaldson" userId="2e6e5431-bb17-4c41-9985-d39c50d83c73" providerId="ADAL" clId="{7F9681A8-EEE2-56F4-9B39-ECCBEE0471AC}" dt="2026-07-06T18:12:04.539" v="19858" actId="21"/>
          <ac:picMkLst>
            <pc:docMk/>
            <pc:sldMk cId="888644859" sldId="297"/>
            <ac:picMk id="4" creationId="{99684639-F94F-3334-D977-1B782484C945}"/>
          </ac:picMkLst>
        </pc:picChg>
        <pc:cxnChg chg="del">
          <ac:chgData name="Toby Donaldson" userId="2e6e5431-bb17-4c41-9985-d39c50d83c73" providerId="ADAL" clId="{7F9681A8-EEE2-56F4-9B39-ECCBEE0471AC}" dt="2026-07-06T18:12:03.383" v="19857" actId="21"/>
          <ac:cxnSpMkLst>
            <pc:docMk/>
            <pc:sldMk cId="888644859" sldId="297"/>
            <ac:cxnSpMk id="8" creationId="{469DF4C9-372D-432F-CF71-B4B99DF7E785}"/>
          </ac:cxnSpMkLst>
        </pc:cxnChg>
        <pc:cxnChg chg="add mod">
          <ac:chgData name="Toby Donaldson" userId="2e6e5431-bb17-4c41-9985-d39c50d83c73" providerId="ADAL" clId="{7F9681A8-EEE2-56F4-9B39-ECCBEE0471AC}" dt="2026-07-06T18:18:18.648" v="20118" actId="14100"/>
          <ac:cxnSpMkLst>
            <pc:docMk/>
            <pc:sldMk cId="888644859" sldId="297"/>
            <ac:cxnSpMk id="11" creationId="{98093DD6-C819-EDBE-8A63-927EDBB17598}"/>
          </ac:cxnSpMkLst>
        </pc:cxnChg>
        <pc:cxnChg chg="add mod">
          <ac:chgData name="Toby Donaldson" userId="2e6e5431-bb17-4c41-9985-d39c50d83c73" providerId="ADAL" clId="{7F9681A8-EEE2-56F4-9B39-ECCBEE0471AC}" dt="2026-07-06T18:18:21.898" v="20119" actId="14100"/>
          <ac:cxnSpMkLst>
            <pc:docMk/>
            <pc:sldMk cId="888644859" sldId="297"/>
            <ac:cxnSpMk id="12" creationId="{FF834057-1C62-66F5-045C-2C0BC50D7F5C}"/>
          </ac:cxnSpMkLst>
        </pc:cxnChg>
      </pc:sldChg>
      <pc:sldChg chg="addSp delSp modSp new mod">
        <pc:chgData name="Toby Donaldson" userId="2e6e5431-bb17-4c41-9985-d39c50d83c73" providerId="ADAL" clId="{7F9681A8-EEE2-56F4-9B39-ECCBEE0471AC}" dt="2026-07-06T18:40:21.072" v="20324" actId="21"/>
        <pc:sldMkLst>
          <pc:docMk/>
          <pc:sldMk cId="1965191371" sldId="298"/>
        </pc:sldMkLst>
        <pc:spChg chg="mod">
          <ac:chgData name="Toby Donaldson" userId="2e6e5431-bb17-4c41-9985-d39c50d83c73" providerId="ADAL" clId="{7F9681A8-EEE2-56F4-9B39-ECCBEE0471AC}" dt="2026-07-06T18:35:07.799" v="20278" actId="1076"/>
          <ac:spMkLst>
            <pc:docMk/>
            <pc:sldMk cId="1965191371" sldId="298"/>
            <ac:spMk id="2" creationId="{60F94A5E-8904-4CDE-5967-FAB18066AC97}"/>
          </ac:spMkLst>
        </pc:spChg>
        <pc:spChg chg="del mod">
          <ac:chgData name="Toby Donaldson" userId="2e6e5431-bb17-4c41-9985-d39c50d83c73" providerId="ADAL" clId="{7F9681A8-EEE2-56F4-9B39-ECCBEE0471AC}" dt="2026-07-06T18:20:57.011" v="20201" actId="21"/>
          <ac:spMkLst>
            <pc:docMk/>
            <pc:sldMk cId="1965191371" sldId="298"/>
            <ac:spMk id="3" creationId="{32A59755-116F-B0B7-820A-7ABBA74A3A7C}"/>
          </ac:spMkLst>
        </pc:spChg>
        <pc:spChg chg="mod">
          <ac:chgData name="Toby Donaldson" userId="2e6e5431-bb17-4c41-9985-d39c50d83c73" providerId="ADAL" clId="{7F9681A8-EEE2-56F4-9B39-ECCBEE0471AC}" dt="2026-07-06T18:21:00.376" v="20202" actId="20577"/>
          <ac:spMkLst>
            <pc:docMk/>
            <pc:sldMk cId="1965191371" sldId="298"/>
            <ac:spMk id="5" creationId="{B1D8DF40-1222-8581-AF84-11C9209B487E}"/>
          </ac:spMkLst>
        </pc:spChg>
        <pc:spChg chg="mod">
          <ac:chgData name="Toby Donaldson" userId="2e6e5431-bb17-4c41-9985-d39c50d83c73" providerId="ADAL" clId="{7F9681A8-EEE2-56F4-9B39-ECCBEE0471AC}" dt="2026-07-06T18:20:53.901" v="20200"/>
          <ac:spMkLst>
            <pc:docMk/>
            <pc:sldMk cId="1965191371" sldId="298"/>
            <ac:spMk id="6" creationId="{8EEBA474-690B-9FDB-F5C8-0C1FBB6DC200}"/>
          </ac:spMkLst>
        </pc:spChg>
        <pc:spChg chg="add del mod">
          <ac:chgData name="Toby Donaldson" userId="2e6e5431-bb17-4c41-9985-d39c50d83c73" providerId="ADAL" clId="{7F9681A8-EEE2-56F4-9B39-ECCBEE0471AC}" dt="2026-07-06T18:21:32.734" v="20212"/>
          <ac:spMkLst>
            <pc:docMk/>
            <pc:sldMk cId="1965191371" sldId="298"/>
            <ac:spMk id="7" creationId="{5B84C13A-3F51-DB34-3876-F73E52304E89}"/>
          </ac:spMkLst>
        </pc:spChg>
        <pc:spChg chg="mod">
          <ac:chgData name="Toby Donaldson" userId="2e6e5431-bb17-4c41-9985-d39c50d83c73" providerId="ADAL" clId="{7F9681A8-EEE2-56F4-9B39-ECCBEE0471AC}" dt="2026-07-06T18:22:55.629" v="20227" actId="408"/>
          <ac:spMkLst>
            <pc:docMk/>
            <pc:sldMk cId="1965191371" sldId="298"/>
            <ac:spMk id="9" creationId="{356CBA32-3456-F284-F987-96CAB65D2D4E}"/>
          </ac:spMkLst>
        </pc:spChg>
        <pc:spChg chg="mod">
          <ac:chgData name="Toby Donaldson" userId="2e6e5431-bb17-4c41-9985-d39c50d83c73" providerId="ADAL" clId="{7F9681A8-EEE2-56F4-9B39-ECCBEE0471AC}" dt="2026-07-06T18:22:55.629" v="20227" actId="408"/>
          <ac:spMkLst>
            <pc:docMk/>
            <pc:sldMk cId="1965191371" sldId="298"/>
            <ac:spMk id="10" creationId="{2C2A7830-D557-21F3-05CA-036E6F2B5529}"/>
          </ac:spMkLst>
        </pc:spChg>
        <pc:spChg chg="mod">
          <ac:chgData name="Toby Donaldson" userId="2e6e5431-bb17-4c41-9985-d39c50d83c73" providerId="ADAL" clId="{7F9681A8-EEE2-56F4-9B39-ECCBEE0471AC}" dt="2026-07-06T18:22:55.629" v="20227" actId="408"/>
          <ac:spMkLst>
            <pc:docMk/>
            <pc:sldMk cId="1965191371" sldId="298"/>
            <ac:spMk id="12" creationId="{FF9A9A06-332C-EA68-2D3C-845FFAB5515E}"/>
          </ac:spMkLst>
        </pc:spChg>
        <pc:spChg chg="mod">
          <ac:chgData name="Toby Donaldson" userId="2e6e5431-bb17-4c41-9985-d39c50d83c73" providerId="ADAL" clId="{7F9681A8-EEE2-56F4-9B39-ECCBEE0471AC}" dt="2026-07-06T18:22:55.629" v="20227" actId="408"/>
          <ac:spMkLst>
            <pc:docMk/>
            <pc:sldMk cId="1965191371" sldId="298"/>
            <ac:spMk id="13" creationId="{2D906A9B-C887-42E3-86B3-3D19B7AF0B6C}"/>
          </ac:spMkLst>
        </pc:spChg>
        <pc:spChg chg="mod">
          <ac:chgData name="Toby Donaldson" userId="2e6e5431-bb17-4c41-9985-d39c50d83c73" providerId="ADAL" clId="{7F9681A8-EEE2-56F4-9B39-ECCBEE0471AC}" dt="2026-07-06T18:34:29.573" v="20272" actId="165"/>
          <ac:spMkLst>
            <pc:docMk/>
            <pc:sldMk cId="1965191371" sldId="298"/>
            <ac:spMk id="18" creationId="{AE534329-2A1F-988E-CE97-0FE595E9B01B}"/>
          </ac:spMkLst>
        </pc:spChg>
        <pc:spChg chg="mod">
          <ac:chgData name="Toby Donaldson" userId="2e6e5431-bb17-4c41-9985-d39c50d83c73" providerId="ADAL" clId="{7F9681A8-EEE2-56F4-9B39-ECCBEE0471AC}" dt="2026-07-06T18:34:29.573" v="20272" actId="165"/>
          <ac:spMkLst>
            <pc:docMk/>
            <pc:sldMk cId="1965191371" sldId="298"/>
            <ac:spMk id="19" creationId="{946ADC37-0CBD-2A41-2B6F-81C63E69C624}"/>
          </ac:spMkLst>
        </pc:spChg>
        <pc:spChg chg="mod">
          <ac:chgData name="Toby Donaldson" userId="2e6e5431-bb17-4c41-9985-d39c50d83c73" providerId="ADAL" clId="{7F9681A8-EEE2-56F4-9B39-ECCBEE0471AC}" dt="2026-07-06T18:34:29.573" v="20272" actId="165"/>
          <ac:spMkLst>
            <pc:docMk/>
            <pc:sldMk cId="1965191371" sldId="298"/>
            <ac:spMk id="21" creationId="{087D2DAB-926A-B9C3-4686-9E2A2461E327}"/>
          </ac:spMkLst>
        </pc:spChg>
        <pc:spChg chg="mod">
          <ac:chgData name="Toby Donaldson" userId="2e6e5431-bb17-4c41-9985-d39c50d83c73" providerId="ADAL" clId="{7F9681A8-EEE2-56F4-9B39-ECCBEE0471AC}" dt="2026-07-06T18:34:29.573" v="20272" actId="165"/>
          <ac:spMkLst>
            <pc:docMk/>
            <pc:sldMk cId="1965191371" sldId="298"/>
            <ac:spMk id="22" creationId="{B788F74B-0A56-E3E4-E1ED-5E878DEE2907}"/>
          </ac:spMkLst>
        </pc:spChg>
        <pc:spChg chg="mod">
          <ac:chgData name="Toby Donaldson" userId="2e6e5431-bb17-4c41-9985-d39c50d83c73" providerId="ADAL" clId="{7F9681A8-EEE2-56F4-9B39-ECCBEE0471AC}" dt="2026-07-06T18:34:29.573" v="20272" actId="165"/>
          <ac:spMkLst>
            <pc:docMk/>
            <pc:sldMk cId="1965191371" sldId="298"/>
            <ac:spMk id="25" creationId="{3792AD59-6549-C841-1EB4-D99527FD78A7}"/>
          </ac:spMkLst>
        </pc:spChg>
        <pc:spChg chg="mod">
          <ac:chgData name="Toby Donaldson" userId="2e6e5431-bb17-4c41-9985-d39c50d83c73" providerId="ADAL" clId="{7F9681A8-EEE2-56F4-9B39-ECCBEE0471AC}" dt="2026-07-06T18:34:29.573" v="20272" actId="165"/>
          <ac:spMkLst>
            <pc:docMk/>
            <pc:sldMk cId="1965191371" sldId="298"/>
            <ac:spMk id="26" creationId="{0675FCCA-2B98-79B3-6858-D9F85285ACD8}"/>
          </ac:spMkLst>
        </pc:spChg>
        <pc:spChg chg="add mod topLvl">
          <ac:chgData name="Toby Donaldson" userId="2e6e5431-bb17-4c41-9985-d39c50d83c73" providerId="ADAL" clId="{7F9681A8-EEE2-56F4-9B39-ECCBEE0471AC}" dt="2026-07-06T18:40:21.072" v="20324" actId="21"/>
          <ac:spMkLst>
            <pc:docMk/>
            <pc:sldMk cId="1965191371" sldId="298"/>
            <ac:spMk id="32" creationId="{C0A64620-EFFA-E5C0-106A-71224A0399FA}"/>
          </ac:spMkLst>
        </pc:spChg>
        <pc:spChg chg="add del mod">
          <ac:chgData name="Toby Donaldson" userId="2e6e5431-bb17-4c41-9985-d39c50d83c73" providerId="ADAL" clId="{7F9681A8-EEE2-56F4-9B39-ECCBEE0471AC}" dt="2026-07-06T18:33:22.646" v="20261" actId="21"/>
          <ac:spMkLst>
            <pc:docMk/>
            <pc:sldMk cId="1965191371" sldId="298"/>
            <ac:spMk id="34" creationId="{9CC0C9C8-8F6B-237C-DF3E-233C47D46EE3}"/>
          </ac:spMkLst>
        </pc:spChg>
        <pc:spChg chg="mod">
          <ac:chgData name="Toby Donaldson" userId="2e6e5431-bb17-4c41-9985-d39c50d83c73" providerId="ADAL" clId="{7F9681A8-EEE2-56F4-9B39-ECCBEE0471AC}" dt="2026-07-06T18:34:01.266" v="20268"/>
          <ac:spMkLst>
            <pc:docMk/>
            <pc:sldMk cId="1965191371" sldId="298"/>
            <ac:spMk id="39" creationId="{F18BAC70-4817-80C8-64CC-81E828E08836}"/>
          </ac:spMkLst>
        </pc:spChg>
        <pc:spChg chg="mod">
          <ac:chgData name="Toby Donaldson" userId="2e6e5431-bb17-4c41-9985-d39c50d83c73" providerId="ADAL" clId="{7F9681A8-EEE2-56F4-9B39-ECCBEE0471AC}" dt="2026-07-06T18:34:06.245" v="20270"/>
          <ac:spMkLst>
            <pc:docMk/>
            <pc:sldMk cId="1965191371" sldId="298"/>
            <ac:spMk id="42" creationId="{8E786848-F507-F866-7B4A-0E3D2D5960D6}"/>
          </ac:spMkLst>
        </pc:spChg>
        <pc:spChg chg="mod">
          <ac:chgData name="Toby Donaldson" userId="2e6e5431-bb17-4c41-9985-d39c50d83c73" providerId="ADAL" clId="{7F9681A8-EEE2-56F4-9B39-ECCBEE0471AC}" dt="2026-07-06T18:35:30.905" v="20279"/>
          <ac:spMkLst>
            <pc:docMk/>
            <pc:sldMk cId="1965191371" sldId="298"/>
            <ac:spMk id="45" creationId="{18AFB5F4-38AA-3F06-8A5E-9840D6455B91}"/>
          </ac:spMkLst>
        </pc:spChg>
        <pc:spChg chg="mod">
          <ac:chgData name="Toby Donaldson" userId="2e6e5431-bb17-4c41-9985-d39c50d83c73" providerId="ADAL" clId="{7F9681A8-EEE2-56F4-9B39-ECCBEE0471AC}" dt="2026-07-06T18:39:05.219" v="20314" actId="165"/>
          <ac:spMkLst>
            <pc:docMk/>
            <pc:sldMk cId="1965191371" sldId="298"/>
            <ac:spMk id="51" creationId="{6F70A861-F9C4-4949-00B5-19C392E506FA}"/>
          </ac:spMkLst>
        </pc:spChg>
        <pc:spChg chg="mod">
          <ac:chgData name="Toby Donaldson" userId="2e6e5431-bb17-4c41-9985-d39c50d83c73" providerId="ADAL" clId="{7F9681A8-EEE2-56F4-9B39-ECCBEE0471AC}" dt="2026-07-06T18:39:05.219" v="20314" actId="165"/>
          <ac:spMkLst>
            <pc:docMk/>
            <pc:sldMk cId="1965191371" sldId="298"/>
            <ac:spMk id="52" creationId="{CB65EB69-B9E1-896F-F9DB-C9365EFA4B86}"/>
          </ac:spMkLst>
        </pc:spChg>
        <pc:spChg chg="mod">
          <ac:chgData name="Toby Donaldson" userId="2e6e5431-bb17-4c41-9985-d39c50d83c73" providerId="ADAL" clId="{7F9681A8-EEE2-56F4-9B39-ECCBEE0471AC}" dt="2026-07-06T18:39:05.219" v="20314" actId="165"/>
          <ac:spMkLst>
            <pc:docMk/>
            <pc:sldMk cId="1965191371" sldId="298"/>
            <ac:spMk id="53" creationId="{285DDA7F-44EC-86F1-4C75-D5533CF29CE1}"/>
          </ac:spMkLst>
        </pc:spChg>
        <pc:spChg chg="mod">
          <ac:chgData name="Toby Donaldson" userId="2e6e5431-bb17-4c41-9985-d39c50d83c73" providerId="ADAL" clId="{7F9681A8-EEE2-56F4-9B39-ECCBEE0471AC}" dt="2026-07-06T18:39:05.219" v="20314" actId="165"/>
          <ac:spMkLst>
            <pc:docMk/>
            <pc:sldMk cId="1965191371" sldId="298"/>
            <ac:spMk id="54" creationId="{85A368B4-C515-0018-BD8B-90237783010F}"/>
          </ac:spMkLst>
        </pc:spChg>
        <pc:spChg chg="mod topLvl">
          <ac:chgData name="Toby Donaldson" userId="2e6e5431-bb17-4c41-9985-d39c50d83c73" providerId="ADAL" clId="{7F9681A8-EEE2-56F4-9B39-ECCBEE0471AC}" dt="2026-07-06T18:39:11.384" v="20315" actId="164"/>
          <ac:spMkLst>
            <pc:docMk/>
            <pc:sldMk cId="1965191371" sldId="298"/>
            <ac:spMk id="56" creationId="{56F1995E-29A5-8FCA-7671-A81025C9988C}"/>
          </ac:spMkLst>
        </pc:spChg>
        <pc:spChg chg="mod">
          <ac:chgData name="Toby Donaldson" userId="2e6e5431-bb17-4c41-9985-d39c50d83c73" providerId="ADAL" clId="{7F9681A8-EEE2-56F4-9B39-ECCBEE0471AC}" dt="2026-07-06T18:38:53.750" v="20312" actId="165"/>
          <ac:spMkLst>
            <pc:docMk/>
            <pc:sldMk cId="1965191371" sldId="298"/>
            <ac:spMk id="64" creationId="{0DFB83F9-2FA7-325A-8BB6-0D7CA60F9B49}"/>
          </ac:spMkLst>
        </pc:spChg>
        <pc:spChg chg="mod">
          <ac:chgData name="Toby Donaldson" userId="2e6e5431-bb17-4c41-9985-d39c50d83c73" providerId="ADAL" clId="{7F9681A8-EEE2-56F4-9B39-ECCBEE0471AC}" dt="2026-07-06T18:38:53.750" v="20312" actId="165"/>
          <ac:spMkLst>
            <pc:docMk/>
            <pc:sldMk cId="1965191371" sldId="298"/>
            <ac:spMk id="65" creationId="{5A51C805-EE81-2FE9-CDCC-730B1C2D44D6}"/>
          </ac:spMkLst>
        </pc:spChg>
        <pc:spChg chg="mod">
          <ac:chgData name="Toby Donaldson" userId="2e6e5431-bb17-4c41-9985-d39c50d83c73" providerId="ADAL" clId="{7F9681A8-EEE2-56F4-9B39-ECCBEE0471AC}" dt="2026-07-06T18:38:53.750" v="20312" actId="165"/>
          <ac:spMkLst>
            <pc:docMk/>
            <pc:sldMk cId="1965191371" sldId="298"/>
            <ac:spMk id="66" creationId="{649DE608-ABB8-9E37-486F-A0D2332A127A}"/>
          </ac:spMkLst>
        </pc:spChg>
        <pc:spChg chg="mod">
          <ac:chgData name="Toby Donaldson" userId="2e6e5431-bb17-4c41-9985-d39c50d83c73" providerId="ADAL" clId="{7F9681A8-EEE2-56F4-9B39-ECCBEE0471AC}" dt="2026-07-06T18:38:53.750" v="20312" actId="165"/>
          <ac:spMkLst>
            <pc:docMk/>
            <pc:sldMk cId="1965191371" sldId="298"/>
            <ac:spMk id="67" creationId="{AF260F8A-D743-8201-8F41-3E7F5E9E72B6}"/>
          </ac:spMkLst>
        </pc:spChg>
        <pc:spChg chg="add mod topLvl">
          <ac:chgData name="Toby Donaldson" userId="2e6e5431-bb17-4c41-9985-d39c50d83c73" providerId="ADAL" clId="{7F9681A8-EEE2-56F4-9B39-ECCBEE0471AC}" dt="2026-07-06T18:38:59.098" v="20313" actId="164"/>
          <ac:spMkLst>
            <pc:docMk/>
            <pc:sldMk cId="1965191371" sldId="298"/>
            <ac:spMk id="68" creationId="{B0F6A224-B9AE-DCF6-85D5-58616EFB8890}"/>
          </ac:spMkLst>
        </pc:spChg>
        <pc:spChg chg="mod">
          <ac:chgData name="Toby Donaldson" userId="2e6e5431-bb17-4c41-9985-d39c50d83c73" providerId="ADAL" clId="{7F9681A8-EEE2-56F4-9B39-ECCBEE0471AC}" dt="2026-07-06T18:38:38.578" v="20309"/>
          <ac:spMkLst>
            <pc:docMk/>
            <pc:sldMk cId="1965191371" sldId="298"/>
            <ac:spMk id="74" creationId="{778719D2-E946-8C81-0F86-0154C29FBE4D}"/>
          </ac:spMkLst>
        </pc:spChg>
        <pc:spChg chg="mod">
          <ac:chgData name="Toby Donaldson" userId="2e6e5431-bb17-4c41-9985-d39c50d83c73" providerId="ADAL" clId="{7F9681A8-EEE2-56F4-9B39-ECCBEE0471AC}" dt="2026-07-06T18:38:38.578" v="20309"/>
          <ac:spMkLst>
            <pc:docMk/>
            <pc:sldMk cId="1965191371" sldId="298"/>
            <ac:spMk id="75" creationId="{CDA7694D-52D2-5045-4C60-723A24CEA062}"/>
          </ac:spMkLst>
        </pc:spChg>
        <pc:spChg chg="mod">
          <ac:chgData name="Toby Donaldson" userId="2e6e5431-bb17-4c41-9985-d39c50d83c73" providerId="ADAL" clId="{7F9681A8-EEE2-56F4-9B39-ECCBEE0471AC}" dt="2026-07-06T18:38:38.578" v="20309"/>
          <ac:spMkLst>
            <pc:docMk/>
            <pc:sldMk cId="1965191371" sldId="298"/>
            <ac:spMk id="77" creationId="{5A83443E-16A2-BC8C-F34C-5811DB98E66A}"/>
          </ac:spMkLst>
        </pc:spChg>
        <pc:spChg chg="mod">
          <ac:chgData name="Toby Donaldson" userId="2e6e5431-bb17-4c41-9985-d39c50d83c73" providerId="ADAL" clId="{7F9681A8-EEE2-56F4-9B39-ECCBEE0471AC}" dt="2026-07-06T18:38:38.578" v="20309"/>
          <ac:spMkLst>
            <pc:docMk/>
            <pc:sldMk cId="1965191371" sldId="298"/>
            <ac:spMk id="78" creationId="{3606C743-C8C3-9A52-4E7E-9C2C96AC2EA9}"/>
          </ac:spMkLst>
        </pc:spChg>
        <pc:spChg chg="mod">
          <ac:chgData name="Toby Donaldson" userId="2e6e5431-bb17-4c41-9985-d39c50d83c73" providerId="ADAL" clId="{7F9681A8-EEE2-56F4-9B39-ECCBEE0471AC}" dt="2026-07-06T18:39:34.141" v="20318" actId="20577"/>
          <ac:spMkLst>
            <pc:docMk/>
            <pc:sldMk cId="1965191371" sldId="298"/>
            <ac:spMk id="81" creationId="{B9219DE0-4434-3DA4-ACB7-445F7E6C4BD2}"/>
          </ac:spMkLst>
        </pc:spChg>
        <pc:spChg chg="mod">
          <ac:chgData name="Toby Donaldson" userId="2e6e5431-bb17-4c41-9985-d39c50d83c73" providerId="ADAL" clId="{7F9681A8-EEE2-56F4-9B39-ECCBEE0471AC}" dt="2026-07-06T18:38:38.578" v="20309"/>
          <ac:spMkLst>
            <pc:docMk/>
            <pc:sldMk cId="1965191371" sldId="298"/>
            <ac:spMk id="82" creationId="{BF81B0FF-279F-0EAF-AD7C-F20E403CABFE}"/>
          </ac:spMkLst>
        </pc:spChg>
        <pc:spChg chg="mod">
          <ac:chgData name="Toby Donaldson" userId="2e6e5431-bb17-4c41-9985-d39c50d83c73" providerId="ADAL" clId="{7F9681A8-EEE2-56F4-9B39-ECCBEE0471AC}" dt="2026-07-06T18:38:38.578" v="20309"/>
          <ac:spMkLst>
            <pc:docMk/>
            <pc:sldMk cId="1965191371" sldId="298"/>
            <ac:spMk id="85" creationId="{47890AF8-764A-D989-C15C-71F687376CCC}"/>
          </ac:spMkLst>
        </pc:spChg>
        <pc:spChg chg="mod">
          <ac:chgData name="Toby Donaldson" userId="2e6e5431-bb17-4c41-9985-d39c50d83c73" providerId="ADAL" clId="{7F9681A8-EEE2-56F4-9B39-ECCBEE0471AC}" dt="2026-07-06T18:39:27.029" v="20316"/>
          <ac:spMkLst>
            <pc:docMk/>
            <pc:sldMk cId="1965191371" sldId="298"/>
            <ac:spMk id="90" creationId="{29D3135A-F106-14E7-AA47-06202A0991C5}"/>
          </ac:spMkLst>
        </pc:spChg>
        <pc:grpChg chg="add mod">
          <ac:chgData name="Toby Donaldson" userId="2e6e5431-bb17-4c41-9985-d39c50d83c73" providerId="ADAL" clId="{7F9681A8-EEE2-56F4-9B39-ECCBEE0471AC}" dt="2026-07-06T18:35:07.799" v="20278" actId="1076"/>
          <ac:grpSpMkLst>
            <pc:docMk/>
            <pc:sldMk cId="1965191371" sldId="298"/>
            <ac:grpSpMk id="4" creationId="{7C332C5A-9120-53DC-E29D-CF8DAA221BA4}"/>
          </ac:grpSpMkLst>
        </pc:grpChg>
        <pc:grpChg chg="add mod">
          <ac:chgData name="Toby Donaldson" userId="2e6e5431-bb17-4c41-9985-d39c50d83c73" providerId="ADAL" clId="{7F9681A8-EEE2-56F4-9B39-ECCBEE0471AC}" dt="2026-07-06T18:22:55.629" v="20227" actId="408"/>
          <ac:grpSpMkLst>
            <pc:docMk/>
            <pc:sldMk cId="1965191371" sldId="298"/>
            <ac:grpSpMk id="8" creationId="{1E2D1C31-7E49-F2CD-4376-E5E534983100}"/>
          </ac:grpSpMkLst>
        </pc:grpChg>
        <pc:grpChg chg="add mod">
          <ac:chgData name="Toby Donaldson" userId="2e6e5431-bb17-4c41-9985-d39c50d83c73" providerId="ADAL" clId="{7F9681A8-EEE2-56F4-9B39-ECCBEE0471AC}" dt="2026-07-06T18:22:55.629" v="20227" actId="408"/>
          <ac:grpSpMkLst>
            <pc:docMk/>
            <pc:sldMk cId="1965191371" sldId="298"/>
            <ac:grpSpMk id="11" creationId="{6495D11A-91D5-50A9-9C3D-51F2A36E81D1}"/>
          </ac:grpSpMkLst>
        </pc:grpChg>
        <pc:grpChg chg="add del mod topLvl">
          <ac:chgData name="Toby Donaldson" userId="2e6e5431-bb17-4c41-9985-d39c50d83c73" providerId="ADAL" clId="{7F9681A8-EEE2-56F4-9B39-ECCBEE0471AC}" dt="2026-07-06T18:40:02.393" v="20321" actId="21"/>
          <ac:grpSpMkLst>
            <pc:docMk/>
            <pc:sldMk cId="1965191371" sldId="298"/>
            <ac:grpSpMk id="17" creationId="{F57F331A-74CE-DC5C-FCA8-611FB1CB5300}"/>
          </ac:grpSpMkLst>
        </pc:grpChg>
        <pc:grpChg chg="add del mod topLvl">
          <ac:chgData name="Toby Donaldson" userId="2e6e5431-bb17-4c41-9985-d39c50d83c73" providerId="ADAL" clId="{7F9681A8-EEE2-56F4-9B39-ECCBEE0471AC}" dt="2026-07-06T18:40:02.393" v="20321" actId="21"/>
          <ac:grpSpMkLst>
            <pc:docMk/>
            <pc:sldMk cId="1965191371" sldId="298"/>
            <ac:grpSpMk id="20" creationId="{06DC95E5-B2C2-ED15-54F0-8B3DFD426B02}"/>
          </ac:grpSpMkLst>
        </pc:grpChg>
        <pc:grpChg chg="add del mod topLvl">
          <ac:chgData name="Toby Donaldson" userId="2e6e5431-bb17-4c41-9985-d39c50d83c73" providerId="ADAL" clId="{7F9681A8-EEE2-56F4-9B39-ECCBEE0471AC}" dt="2026-07-06T18:40:02.393" v="20321" actId="21"/>
          <ac:grpSpMkLst>
            <pc:docMk/>
            <pc:sldMk cId="1965191371" sldId="298"/>
            <ac:grpSpMk id="24" creationId="{FB4E9F85-077C-7253-6961-9E09E862536A}"/>
          </ac:grpSpMkLst>
        </pc:grpChg>
        <pc:grpChg chg="add del mod">
          <ac:chgData name="Toby Donaldson" userId="2e6e5431-bb17-4c41-9985-d39c50d83c73" providerId="ADAL" clId="{7F9681A8-EEE2-56F4-9B39-ECCBEE0471AC}" dt="2026-07-06T18:34:29.573" v="20272" actId="165"/>
          <ac:grpSpMkLst>
            <pc:docMk/>
            <pc:sldMk cId="1965191371" sldId="298"/>
            <ac:grpSpMk id="30" creationId="{86E48C56-0069-CC15-4BDE-629E1D7C4BD6}"/>
          </ac:grpSpMkLst>
        </pc:grpChg>
        <pc:grpChg chg="add del mod">
          <ac:chgData name="Toby Donaldson" userId="2e6e5431-bb17-4c41-9985-d39c50d83c73" providerId="ADAL" clId="{7F9681A8-EEE2-56F4-9B39-ECCBEE0471AC}" dt="2026-07-06T18:40:02.393" v="20321" actId="21"/>
          <ac:grpSpMkLst>
            <pc:docMk/>
            <pc:sldMk cId="1965191371" sldId="298"/>
            <ac:grpSpMk id="31" creationId="{99548F88-78D1-7661-DDA9-90EDF40F4256}"/>
          </ac:grpSpMkLst>
        </pc:grpChg>
        <pc:grpChg chg="add del mod">
          <ac:chgData name="Toby Donaldson" userId="2e6e5431-bb17-4c41-9985-d39c50d83c73" providerId="ADAL" clId="{7F9681A8-EEE2-56F4-9B39-ECCBEE0471AC}" dt="2026-07-06T18:40:21.072" v="20324" actId="21"/>
          <ac:grpSpMkLst>
            <pc:docMk/>
            <pc:sldMk cId="1965191371" sldId="298"/>
            <ac:grpSpMk id="37" creationId="{A70019F3-D230-0879-2E5B-828606EFD669}"/>
          </ac:grpSpMkLst>
        </pc:grpChg>
        <pc:grpChg chg="add del mod">
          <ac:chgData name="Toby Donaldson" userId="2e6e5431-bb17-4c41-9985-d39c50d83c73" providerId="ADAL" clId="{7F9681A8-EEE2-56F4-9B39-ECCBEE0471AC}" dt="2026-07-06T18:40:02.393" v="20321" actId="21"/>
          <ac:grpSpMkLst>
            <pc:docMk/>
            <pc:sldMk cId="1965191371" sldId="298"/>
            <ac:grpSpMk id="38" creationId="{5876BBA3-9AA7-DBF8-2A71-CA9CC3FC7F44}"/>
          </ac:grpSpMkLst>
        </pc:grpChg>
        <pc:grpChg chg="add del mod">
          <ac:chgData name="Toby Donaldson" userId="2e6e5431-bb17-4c41-9985-d39c50d83c73" providerId="ADAL" clId="{7F9681A8-EEE2-56F4-9B39-ECCBEE0471AC}" dt="2026-07-06T18:40:02.393" v="20321" actId="21"/>
          <ac:grpSpMkLst>
            <pc:docMk/>
            <pc:sldMk cId="1965191371" sldId="298"/>
            <ac:grpSpMk id="41" creationId="{9C157E00-262A-D4D4-8487-5B9528DF55C7}"/>
          </ac:grpSpMkLst>
        </pc:grpChg>
        <pc:grpChg chg="add mod">
          <ac:chgData name="Toby Donaldson" userId="2e6e5431-bb17-4c41-9985-d39c50d83c73" providerId="ADAL" clId="{7F9681A8-EEE2-56F4-9B39-ECCBEE0471AC}" dt="2026-07-06T18:35:30.905" v="20279"/>
          <ac:grpSpMkLst>
            <pc:docMk/>
            <pc:sldMk cId="1965191371" sldId="298"/>
            <ac:grpSpMk id="44" creationId="{9BACC669-525A-0331-0A07-165E7C5ABD3E}"/>
          </ac:grpSpMkLst>
        </pc:grpChg>
        <pc:grpChg chg="add del mod topLvl">
          <ac:chgData name="Toby Donaldson" userId="2e6e5431-bb17-4c41-9985-d39c50d83c73" providerId="ADAL" clId="{7F9681A8-EEE2-56F4-9B39-ECCBEE0471AC}" dt="2026-07-06T18:39:57.758" v="20320" actId="21"/>
          <ac:grpSpMkLst>
            <pc:docMk/>
            <pc:sldMk cId="1965191371" sldId="298"/>
            <ac:grpSpMk id="47" creationId="{C5E23C23-4911-5B16-FB3F-E78650276514}"/>
          </ac:grpSpMkLst>
        </pc:grpChg>
        <pc:grpChg chg="mod">
          <ac:chgData name="Toby Donaldson" userId="2e6e5431-bb17-4c41-9985-d39c50d83c73" providerId="ADAL" clId="{7F9681A8-EEE2-56F4-9B39-ECCBEE0471AC}" dt="2026-07-06T18:39:05.219" v="20314" actId="165"/>
          <ac:grpSpMkLst>
            <pc:docMk/>
            <pc:sldMk cId="1965191371" sldId="298"/>
            <ac:grpSpMk id="48" creationId="{998139B2-75C6-4289-6298-C80DCE448EDD}"/>
          </ac:grpSpMkLst>
        </pc:grpChg>
        <pc:grpChg chg="mod">
          <ac:chgData name="Toby Donaldson" userId="2e6e5431-bb17-4c41-9985-d39c50d83c73" providerId="ADAL" clId="{7F9681A8-EEE2-56F4-9B39-ECCBEE0471AC}" dt="2026-07-06T18:39:05.219" v="20314" actId="165"/>
          <ac:grpSpMkLst>
            <pc:docMk/>
            <pc:sldMk cId="1965191371" sldId="298"/>
            <ac:grpSpMk id="49" creationId="{495C9C4E-DA95-65C9-41A8-1BEFEA713619}"/>
          </ac:grpSpMkLst>
        </pc:grpChg>
        <pc:grpChg chg="add del mod">
          <ac:chgData name="Toby Donaldson" userId="2e6e5431-bb17-4c41-9985-d39c50d83c73" providerId="ADAL" clId="{7F9681A8-EEE2-56F4-9B39-ECCBEE0471AC}" dt="2026-07-06T18:36:03.313" v="20288" actId="165"/>
          <ac:grpSpMkLst>
            <pc:docMk/>
            <pc:sldMk cId="1965191371" sldId="298"/>
            <ac:grpSpMk id="55" creationId="{5C53BF3C-430D-BC84-F481-E28E4787187F}"/>
          </ac:grpSpMkLst>
        </pc:grpChg>
        <pc:grpChg chg="add del mod">
          <ac:chgData name="Toby Donaldson" userId="2e6e5431-bb17-4c41-9985-d39c50d83c73" providerId="ADAL" clId="{7F9681A8-EEE2-56F4-9B39-ECCBEE0471AC}" dt="2026-07-06T18:37:25.984" v="20300" actId="165"/>
          <ac:grpSpMkLst>
            <pc:docMk/>
            <pc:sldMk cId="1965191371" sldId="298"/>
            <ac:grpSpMk id="60" creationId="{64328470-48B6-CD11-4BFD-55AD2F9E9838}"/>
          </ac:grpSpMkLst>
        </pc:grpChg>
        <pc:grpChg chg="del mod topLvl">
          <ac:chgData name="Toby Donaldson" userId="2e6e5431-bb17-4c41-9985-d39c50d83c73" providerId="ADAL" clId="{7F9681A8-EEE2-56F4-9B39-ECCBEE0471AC}" dt="2026-07-06T18:39:57.758" v="20320" actId="21"/>
          <ac:grpSpMkLst>
            <pc:docMk/>
            <pc:sldMk cId="1965191371" sldId="298"/>
            <ac:grpSpMk id="61" creationId="{0376F32C-C65E-B5FA-017F-8DDF28839253}"/>
          </ac:grpSpMkLst>
        </pc:grpChg>
        <pc:grpChg chg="del mod topLvl">
          <ac:chgData name="Toby Donaldson" userId="2e6e5431-bb17-4c41-9985-d39c50d83c73" providerId="ADAL" clId="{7F9681A8-EEE2-56F4-9B39-ECCBEE0471AC}" dt="2026-07-06T18:39:57.758" v="20320" actId="21"/>
          <ac:grpSpMkLst>
            <pc:docMk/>
            <pc:sldMk cId="1965191371" sldId="298"/>
            <ac:grpSpMk id="62" creationId="{52D58481-4773-3867-BB99-3B8A9AB13E7B}"/>
          </ac:grpSpMkLst>
        </pc:grpChg>
        <pc:grpChg chg="add del mod">
          <ac:chgData name="Toby Donaldson" userId="2e6e5431-bb17-4c41-9985-d39c50d83c73" providerId="ADAL" clId="{7F9681A8-EEE2-56F4-9B39-ECCBEE0471AC}" dt="2026-07-06T18:39:05.219" v="20314" actId="165"/>
          <ac:grpSpMkLst>
            <pc:docMk/>
            <pc:sldMk cId="1965191371" sldId="298"/>
            <ac:grpSpMk id="71" creationId="{A8F5C6D0-0939-0C98-12C1-12252098B822}"/>
          </ac:grpSpMkLst>
        </pc:grpChg>
        <pc:grpChg chg="add del mod">
          <ac:chgData name="Toby Donaldson" userId="2e6e5431-bb17-4c41-9985-d39c50d83c73" providerId="ADAL" clId="{7F9681A8-EEE2-56F4-9B39-ECCBEE0471AC}" dt="2026-07-06T18:38:53.750" v="20312" actId="165"/>
          <ac:grpSpMkLst>
            <pc:docMk/>
            <pc:sldMk cId="1965191371" sldId="298"/>
            <ac:grpSpMk id="72" creationId="{D03B36FD-2F72-85B4-63A0-7F0B9BB5CF6B}"/>
          </ac:grpSpMkLst>
        </pc:grpChg>
        <pc:grpChg chg="del mod">
          <ac:chgData name="Toby Donaldson" userId="2e6e5431-bb17-4c41-9985-d39c50d83c73" providerId="ADAL" clId="{7F9681A8-EEE2-56F4-9B39-ECCBEE0471AC}" dt="2026-07-06T18:40:02.393" v="20321" actId="21"/>
          <ac:grpSpMkLst>
            <pc:docMk/>
            <pc:sldMk cId="1965191371" sldId="298"/>
            <ac:grpSpMk id="73" creationId="{F3C4AA17-8013-227E-714D-806AD558B104}"/>
          </ac:grpSpMkLst>
        </pc:grpChg>
        <pc:grpChg chg="del mod">
          <ac:chgData name="Toby Donaldson" userId="2e6e5431-bb17-4c41-9985-d39c50d83c73" providerId="ADAL" clId="{7F9681A8-EEE2-56F4-9B39-ECCBEE0471AC}" dt="2026-07-06T18:40:02.393" v="20321" actId="21"/>
          <ac:grpSpMkLst>
            <pc:docMk/>
            <pc:sldMk cId="1965191371" sldId="298"/>
            <ac:grpSpMk id="76" creationId="{23181DC4-CA0D-CC77-7225-699A8BC47C9A}"/>
          </ac:grpSpMkLst>
        </pc:grpChg>
        <pc:grpChg chg="add del mod">
          <ac:chgData name="Toby Donaldson" userId="2e6e5431-bb17-4c41-9985-d39c50d83c73" providerId="ADAL" clId="{7F9681A8-EEE2-56F4-9B39-ECCBEE0471AC}" dt="2026-07-06T18:40:02.393" v="20321" actId="21"/>
          <ac:grpSpMkLst>
            <pc:docMk/>
            <pc:sldMk cId="1965191371" sldId="298"/>
            <ac:grpSpMk id="80" creationId="{75A8F770-FBBD-7382-8747-A0416B63274F}"/>
          </ac:grpSpMkLst>
        </pc:grpChg>
        <pc:grpChg chg="add del mod">
          <ac:chgData name="Toby Donaldson" userId="2e6e5431-bb17-4c41-9985-d39c50d83c73" providerId="ADAL" clId="{7F9681A8-EEE2-56F4-9B39-ECCBEE0471AC}" dt="2026-07-06T18:38:48.584" v="20311" actId="21"/>
          <ac:grpSpMkLst>
            <pc:docMk/>
            <pc:sldMk cId="1965191371" sldId="298"/>
            <ac:grpSpMk id="84" creationId="{6C9B6CAE-F01A-BCFB-008E-B90DFC1964FF}"/>
          </ac:grpSpMkLst>
        </pc:grpChg>
        <pc:grpChg chg="add del mod">
          <ac:chgData name="Toby Donaldson" userId="2e6e5431-bb17-4c41-9985-d39c50d83c73" providerId="ADAL" clId="{7F9681A8-EEE2-56F4-9B39-ECCBEE0471AC}" dt="2026-07-06T18:39:57.758" v="20320" actId="21"/>
          <ac:grpSpMkLst>
            <pc:docMk/>
            <pc:sldMk cId="1965191371" sldId="298"/>
            <ac:grpSpMk id="87" creationId="{C3E0FDAB-4066-9604-0E20-271E8871E89E}"/>
          </ac:grpSpMkLst>
        </pc:grpChg>
        <pc:grpChg chg="add del mod">
          <ac:chgData name="Toby Donaldson" userId="2e6e5431-bb17-4c41-9985-d39c50d83c73" providerId="ADAL" clId="{7F9681A8-EEE2-56F4-9B39-ECCBEE0471AC}" dt="2026-07-06T18:39:57.758" v="20320" actId="21"/>
          <ac:grpSpMkLst>
            <pc:docMk/>
            <pc:sldMk cId="1965191371" sldId="298"/>
            <ac:grpSpMk id="88" creationId="{BB77F9E0-9257-ECAD-4AE4-29CEC988AB4A}"/>
          </ac:grpSpMkLst>
        </pc:grpChg>
        <pc:grpChg chg="add del mod">
          <ac:chgData name="Toby Donaldson" userId="2e6e5431-bb17-4c41-9985-d39c50d83c73" providerId="ADAL" clId="{7F9681A8-EEE2-56F4-9B39-ECCBEE0471AC}" dt="2026-07-06T18:40:02.393" v="20321" actId="21"/>
          <ac:grpSpMkLst>
            <pc:docMk/>
            <pc:sldMk cId="1965191371" sldId="298"/>
            <ac:grpSpMk id="89" creationId="{21120113-36A7-2B40-F4D7-F0DC79C46DF8}"/>
          </ac:grpSpMkLst>
        </pc:grpChg>
        <pc:picChg chg="add del mod topLvl">
          <ac:chgData name="Toby Donaldson" userId="2e6e5431-bb17-4c41-9985-d39c50d83c73" providerId="ADAL" clId="{7F9681A8-EEE2-56F4-9B39-ECCBEE0471AC}" dt="2026-07-06T18:40:21.072" v="20324" actId="21"/>
          <ac:picMkLst>
            <pc:docMk/>
            <pc:sldMk cId="1965191371" sldId="298"/>
            <ac:picMk id="36" creationId="{4083EAEB-BB5D-803A-CEA1-B36DB4703E42}"/>
          </ac:picMkLst>
        </pc:picChg>
        <pc:picChg chg="mod">
          <ac:chgData name="Toby Donaldson" userId="2e6e5431-bb17-4c41-9985-d39c50d83c73" providerId="ADAL" clId="{7F9681A8-EEE2-56F4-9B39-ECCBEE0471AC}" dt="2026-07-06T18:34:01.266" v="20268"/>
          <ac:picMkLst>
            <pc:docMk/>
            <pc:sldMk cId="1965191371" sldId="298"/>
            <ac:picMk id="40" creationId="{E5F1DB7C-005D-1C1A-4A60-2C5ECFC39A09}"/>
          </ac:picMkLst>
        </pc:picChg>
        <pc:picChg chg="mod">
          <ac:chgData name="Toby Donaldson" userId="2e6e5431-bb17-4c41-9985-d39c50d83c73" providerId="ADAL" clId="{7F9681A8-EEE2-56F4-9B39-ECCBEE0471AC}" dt="2026-07-06T18:34:06.245" v="20270"/>
          <ac:picMkLst>
            <pc:docMk/>
            <pc:sldMk cId="1965191371" sldId="298"/>
            <ac:picMk id="43" creationId="{89460805-BDCD-EA6C-A63E-FDAE5BB75F38}"/>
          </ac:picMkLst>
        </pc:picChg>
        <pc:picChg chg="mod">
          <ac:chgData name="Toby Donaldson" userId="2e6e5431-bb17-4c41-9985-d39c50d83c73" providerId="ADAL" clId="{7F9681A8-EEE2-56F4-9B39-ECCBEE0471AC}" dt="2026-07-06T18:35:30.905" v="20279"/>
          <ac:picMkLst>
            <pc:docMk/>
            <pc:sldMk cId="1965191371" sldId="298"/>
            <ac:picMk id="46" creationId="{1A901A7D-AA74-222D-4E2D-64CA9CAFD527}"/>
          </ac:picMkLst>
        </pc:picChg>
        <pc:picChg chg="del mod topLvl">
          <ac:chgData name="Toby Donaldson" userId="2e6e5431-bb17-4c41-9985-d39c50d83c73" providerId="ADAL" clId="{7F9681A8-EEE2-56F4-9B39-ECCBEE0471AC}" dt="2026-07-06T18:36:07.021" v="20289" actId="21"/>
          <ac:picMkLst>
            <pc:docMk/>
            <pc:sldMk cId="1965191371" sldId="298"/>
            <ac:picMk id="57" creationId="{EE0F5B2C-0DC8-F211-7A55-0624735B6FAA}"/>
          </ac:picMkLst>
        </pc:picChg>
        <pc:picChg chg="add mod">
          <ac:chgData name="Toby Donaldson" userId="2e6e5431-bb17-4c41-9985-d39c50d83c73" providerId="ADAL" clId="{7F9681A8-EEE2-56F4-9B39-ECCBEE0471AC}" dt="2026-07-06T18:39:11.384" v="20315" actId="164"/>
          <ac:picMkLst>
            <pc:docMk/>
            <pc:sldMk cId="1965191371" sldId="298"/>
            <ac:picMk id="59" creationId="{951186E6-DB48-D94F-E783-20ED7110FC82}"/>
          </ac:picMkLst>
        </pc:picChg>
        <pc:picChg chg="add mod topLvl">
          <ac:chgData name="Toby Donaldson" userId="2e6e5431-bb17-4c41-9985-d39c50d83c73" providerId="ADAL" clId="{7F9681A8-EEE2-56F4-9B39-ECCBEE0471AC}" dt="2026-07-06T18:38:59.098" v="20313" actId="164"/>
          <ac:picMkLst>
            <pc:docMk/>
            <pc:sldMk cId="1965191371" sldId="298"/>
            <ac:picMk id="69" creationId="{BEAA61E1-7732-496D-DBCD-05B06DA3F272}"/>
          </ac:picMkLst>
        </pc:picChg>
        <pc:picChg chg="mod">
          <ac:chgData name="Toby Donaldson" userId="2e6e5431-bb17-4c41-9985-d39c50d83c73" providerId="ADAL" clId="{7F9681A8-EEE2-56F4-9B39-ECCBEE0471AC}" dt="2026-07-06T18:38:38.578" v="20309"/>
          <ac:picMkLst>
            <pc:docMk/>
            <pc:sldMk cId="1965191371" sldId="298"/>
            <ac:picMk id="86" creationId="{83BE5206-112E-CE6A-71D4-F3C5F469E665}"/>
          </ac:picMkLst>
        </pc:picChg>
        <pc:picChg chg="mod">
          <ac:chgData name="Toby Donaldson" userId="2e6e5431-bb17-4c41-9985-d39c50d83c73" providerId="ADAL" clId="{7F9681A8-EEE2-56F4-9B39-ECCBEE0471AC}" dt="2026-07-06T18:39:27.029" v="20316"/>
          <ac:picMkLst>
            <pc:docMk/>
            <pc:sldMk cId="1965191371" sldId="298"/>
            <ac:picMk id="91" creationId="{7FB10483-10BB-E100-4731-2336001B2F97}"/>
          </ac:picMkLst>
        </pc:picChg>
        <pc:cxnChg chg="add mod">
          <ac:chgData name="Toby Donaldson" userId="2e6e5431-bb17-4c41-9985-d39c50d83c73" providerId="ADAL" clId="{7F9681A8-EEE2-56F4-9B39-ECCBEE0471AC}" dt="2026-07-06T18:22:55.629" v="20227" actId="408"/>
          <ac:cxnSpMkLst>
            <pc:docMk/>
            <pc:sldMk cId="1965191371" sldId="298"/>
            <ac:cxnSpMk id="15" creationId="{F61D3EC3-9386-8D4E-AD6E-77CEBAB597C6}"/>
          </ac:cxnSpMkLst>
        </pc:cxnChg>
        <pc:cxnChg chg="add mod">
          <ac:chgData name="Toby Donaldson" userId="2e6e5431-bb17-4c41-9985-d39c50d83c73" providerId="ADAL" clId="{7F9681A8-EEE2-56F4-9B39-ECCBEE0471AC}" dt="2026-07-06T18:35:07.799" v="20278" actId="1076"/>
          <ac:cxnSpMkLst>
            <pc:docMk/>
            <pc:sldMk cId="1965191371" sldId="298"/>
            <ac:cxnSpMk id="23" creationId="{EBC5D69C-A75C-35B8-7AA4-F171B364FE7C}"/>
          </ac:cxnSpMkLst>
        </pc:cxnChg>
        <pc:cxnChg chg="add mod">
          <ac:chgData name="Toby Donaldson" userId="2e6e5431-bb17-4c41-9985-d39c50d83c73" providerId="ADAL" clId="{7F9681A8-EEE2-56F4-9B39-ECCBEE0471AC}" dt="2026-07-06T18:34:54.133" v="20276" actId="1076"/>
          <ac:cxnSpMkLst>
            <pc:docMk/>
            <pc:sldMk cId="1965191371" sldId="298"/>
            <ac:cxnSpMk id="27" creationId="{1356CC8C-8719-8849-A86E-0D2AC3DE7042}"/>
          </ac:cxnSpMkLst>
        </pc:cxnChg>
        <pc:cxnChg chg="mod">
          <ac:chgData name="Toby Donaldson" userId="2e6e5431-bb17-4c41-9985-d39c50d83c73" providerId="ADAL" clId="{7F9681A8-EEE2-56F4-9B39-ECCBEE0471AC}" dt="2026-07-06T18:39:57.758" v="20320" actId="21"/>
          <ac:cxnSpMkLst>
            <pc:docMk/>
            <pc:sldMk cId="1965191371" sldId="298"/>
            <ac:cxnSpMk id="50" creationId="{A34FF5D3-CC5C-25E3-C958-C847ADB1A6F5}"/>
          </ac:cxnSpMkLst>
        </pc:cxnChg>
        <pc:cxnChg chg="del mod topLvl">
          <ac:chgData name="Toby Donaldson" userId="2e6e5431-bb17-4c41-9985-d39c50d83c73" providerId="ADAL" clId="{7F9681A8-EEE2-56F4-9B39-ECCBEE0471AC}" dt="2026-07-06T18:39:57.758" v="20320" actId="21"/>
          <ac:cxnSpMkLst>
            <pc:docMk/>
            <pc:sldMk cId="1965191371" sldId="298"/>
            <ac:cxnSpMk id="63" creationId="{3B029B37-DD6B-269A-5793-C9182653AB24}"/>
          </ac:cxnSpMkLst>
        </pc:cxnChg>
        <pc:cxnChg chg="mod">
          <ac:chgData name="Toby Donaldson" userId="2e6e5431-bb17-4c41-9985-d39c50d83c73" providerId="ADAL" clId="{7F9681A8-EEE2-56F4-9B39-ECCBEE0471AC}" dt="2026-07-06T18:38:42.298" v="20310" actId="1076"/>
          <ac:cxnSpMkLst>
            <pc:docMk/>
            <pc:sldMk cId="1965191371" sldId="298"/>
            <ac:cxnSpMk id="79" creationId="{869DED64-FC5F-88C8-D512-16782B990540}"/>
          </ac:cxnSpMkLst>
        </pc:cxnChg>
        <pc:cxnChg chg="mod">
          <ac:chgData name="Toby Donaldson" userId="2e6e5431-bb17-4c41-9985-d39c50d83c73" providerId="ADAL" clId="{7F9681A8-EEE2-56F4-9B39-ECCBEE0471AC}" dt="2026-07-06T18:38:42.298" v="20310" actId="1076"/>
          <ac:cxnSpMkLst>
            <pc:docMk/>
            <pc:sldMk cId="1965191371" sldId="298"/>
            <ac:cxnSpMk id="83" creationId="{B351746B-EE76-E881-C00C-8E42341341FF}"/>
          </ac:cxnSpMkLst>
        </pc:cxnChg>
      </pc:sldChg>
      <pc:sldChg chg="delSp modSp add mod">
        <pc:chgData name="Toby Donaldson" userId="2e6e5431-bb17-4c41-9985-d39c50d83c73" providerId="ADAL" clId="{7F9681A8-EEE2-56F4-9B39-ECCBEE0471AC}" dt="2026-07-06T18:40:49.080" v="20328" actId="21"/>
        <pc:sldMkLst>
          <pc:docMk/>
          <pc:sldMk cId="1806807581" sldId="299"/>
        </pc:sldMkLst>
        <pc:grpChg chg="del">
          <ac:chgData name="Toby Donaldson" userId="2e6e5431-bb17-4c41-9985-d39c50d83c73" providerId="ADAL" clId="{7F9681A8-EEE2-56F4-9B39-ECCBEE0471AC}" dt="2026-07-06T18:40:42.710" v="20326" actId="21"/>
          <ac:grpSpMkLst>
            <pc:docMk/>
            <pc:sldMk cId="1806807581" sldId="299"/>
            <ac:grpSpMk id="17" creationId="{BD019002-AFE4-FDC1-0B06-1921C70A41A4}"/>
          </ac:grpSpMkLst>
        </pc:grpChg>
        <pc:grpChg chg="del">
          <ac:chgData name="Toby Donaldson" userId="2e6e5431-bb17-4c41-9985-d39c50d83c73" providerId="ADAL" clId="{7F9681A8-EEE2-56F4-9B39-ECCBEE0471AC}" dt="2026-07-06T18:40:42.710" v="20326" actId="21"/>
          <ac:grpSpMkLst>
            <pc:docMk/>
            <pc:sldMk cId="1806807581" sldId="299"/>
            <ac:grpSpMk id="20" creationId="{2426C875-3DCA-DAFB-F725-D747C2B8E5D6}"/>
          </ac:grpSpMkLst>
        </pc:grpChg>
        <pc:grpChg chg="del">
          <ac:chgData name="Toby Donaldson" userId="2e6e5431-bb17-4c41-9985-d39c50d83c73" providerId="ADAL" clId="{7F9681A8-EEE2-56F4-9B39-ECCBEE0471AC}" dt="2026-07-06T18:40:42.710" v="20326" actId="21"/>
          <ac:grpSpMkLst>
            <pc:docMk/>
            <pc:sldMk cId="1806807581" sldId="299"/>
            <ac:grpSpMk id="24" creationId="{EDB7215C-AC32-7873-6F1C-160C71005F85}"/>
          </ac:grpSpMkLst>
        </pc:grpChg>
        <pc:grpChg chg="del">
          <ac:chgData name="Toby Donaldson" userId="2e6e5431-bb17-4c41-9985-d39c50d83c73" providerId="ADAL" clId="{7F9681A8-EEE2-56F4-9B39-ECCBEE0471AC}" dt="2026-07-06T18:40:42.710" v="20326" actId="21"/>
          <ac:grpSpMkLst>
            <pc:docMk/>
            <pc:sldMk cId="1806807581" sldId="299"/>
            <ac:grpSpMk id="41" creationId="{801544F4-B43E-0C1B-027D-C383A8E789C0}"/>
          </ac:grpSpMkLst>
        </pc:grpChg>
        <pc:grpChg chg="del">
          <ac:chgData name="Toby Donaldson" userId="2e6e5431-bb17-4c41-9985-d39c50d83c73" providerId="ADAL" clId="{7F9681A8-EEE2-56F4-9B39-ECCBEE0471AC}" dt="2026-07-06T18:40:49.080" v="20328" actId="21"/>
          <ac:grpSpMkLst>
            <pc:docMk/>
            <pc:sldMk cId="1806807581" sldId="299"/>
            <ac:grpSpMk id="47" creationId="{6B810A10-D712-4E68-9DE0-3660DD411BA4}"/>
          </ac:grpSpMkLst>
        </pc:grpChg>
        <pc:grpChg chg="del">
          <ac:chgData name="Toby Donaldson" userId="2e6e5431-bb17-4c41-9985-d39c50d83c73" providerId="ADAL" clId="{7F9681A8-EEE2-56F4-9B39-ECCBEE0471AC}" dt="2026-07-06T18:40:45.902" v="20327" actId="21"/>
          <ac:grpSpMkLst>
            <pc:docMk/>
            <pc:sldMk cId="1806807581" sldId="299"/>
            <ac:grpSpMk id="61" creationId="{355253EE-226E-5040-B58C-A448435041E5}"/>
          </ac:grpSpMkLst>
        </pc:grpChg>
        <pc:grpChg chg="del">
          <ac:chgData name="Toby Donaldson" userId="2e6e5431-bb17-4c41-9985-d39c50d83c73" providerId="ADAL" clId="{7F9681A8-EEE2-56F4-9B39-ECCBEE0471AC}" dt="2026-07-06T18:40:49.080" v="20328" actId="21"/>
          <ac:grpSpMkLst>
            <pc:docMk/>
            <pc:sldMk cId="1806807581" sldId="299"/>
            <ac:grpSpMk id="62" creationId="{F79FD902-0FAE-3199-8F5F-DA856CB028A7}"/>
          </ac:grpSpMkLst>
        </pc:grpChg>
        <pc:grpChg chg="del">
          <ac:chgData name="Toby Donaldson" userId="2e6e5431-bb17-4c41-9985-d39c50d83c73" providerId="ADAL" clId="{7F9681A8-EEE2-56F4-9B39-ECCBEE0471AC}" dt="2026-07-06T18:40:42.710" v="20326" actId="21"/>
          <ac:grpSpMkLst>
            <pc:docMk/>
            <pc:sldMk cId="1806807581" sldId="299"/>
            <ac:grpSpMk id="73" creationId="{F34DC579-7FD9-058E-4376-2192E2CCA958}"/>
          </ac:grpSpMkLst>
        </pc:grpChg>
        <pc:grpChg chg="del">
          <ac:chgData name="Toby Donaldson" userId="2e6e5431-bb17-4c41-9985-d39c50d83c73" providerId="ADAL" clId="{7F9681A8-EEE2-56F4-9B39-ECCBEE0471AC}" dt="2026-07-06T18:40:42.710" v="20326" actId="21"/>
          <ac:grpSpMkLst>
            <pc:docMk/>
            <pc:sldMk cId="1806807581" sldId="299"/>
            <ac:grpSpMk id="76" creationId="{9F5FDE49-988F-DE09-2E94-00C264AAED9C}"/>
          </ac:grpSpMkLst>
        </pc:grpChg>
        <pc:grpChg chg="del">
          <ac:chgData name="Toby Donaldson" userId="2e6e5431-bb17-4c41-9985-d39c50d83c73" providerId="ADAL" clId="{7F9681A8-EEE2-56F4-9B39-ECCBEE0471AC}" dt="2026-07-06T18:40:42.710" v="20326" actId="21"/>
          <ac:grpSpMkLst>
            <pc:docMk/>
            <pc:sldMk cId="1806807581" sldId="299"/>
            <ac:grpSpMk id="80" creationId="{5B1780A0-23A0-DD7F-0EE5-52879D624520}"/>
          </ac:grpSpMkLst>
        </pc:grpChg>
        <pc:grpChg chg="del">
          <ac:chgData name="Toby Donaldson" userId="2e6e5431-bb17-4c41-9985-d39c50d83c73" providerId="ADAL" clId="{7F9681A8-EEE2-56F4-9B39-ECCBEE0471AC}" dt="2026-07-06T18:40:45.902" v="20327" actId="21"/>
          <ac:grpSpMkLst>
            <pc:docMk/>
            <pc:sldMk cId="1806807581" sldId="299"/>
            <ac:grpSpMk id="87" creationId="{8E923DA9-FA31-0E71-A20C-A42C75419F6C}"/>
          </ac:grpSpMkLst>
        </pc:grpChg>
        <pc:grpChg chg="del">
          <ac:chgData name="Toby Donaldson" userId="2e6e5431-bb17-4c41-9985-d39c50d83c73" providerId="ADAL" clId="{7F9681A8-EEE2-56F4-9B39-ECCBEE0471AC}" dt="2026-07-06T18:40:45.902" v="20327" actId="21"/>
          <ac:grpSpMkLst>
            <pc:docMk/>
            <pc:sldMk cId="1806807581" sldId="299"/>
            <ac:grpSpMk id="88" creationId="{AF38D233-CDD4-AD1C-7657-C882C0564705}"/>
          </ac:grpSpMkLst>
        </pc:grpChg>
        <pc:grpChg chg="del">
          <ac:chgData name="Toby Donaldson" userId="2e6e5431-bb17-4c41-9985-d39c50d83c73" providerId="ADAL" clId="{7F9681A8-EEE2-56F4-9B39-ECCBEE0471AC}" dt="2026-07-06T18:40:42.710" v="20326" actId="21"/>
          <ac:grpSpMkLst>
            <pc:docMk/>
            <pc:sldMk cId="1806807581" sldId="299"/>
            <ac:grpSpMk id="89" creationId="{ED5479E1-A7D3-2951-8032-9C778541C74B}"/>
          </ac:grpSpMkLst>
        </pc:grpChg>
        <pc:cxnChg chg="del mod">
          <ac:chgData name="Toby Donaldson" userId="2e6e5431-bb17-4c41-9985-d39c50d83c73" providerId="ADAL" clId="{7F9681A8-EEE2-56F4-9B39-ECCBEE0471AC}" dt="2026-07-06T18:40:42.710" v="20326" actId="21"/>
          <ac:cxnSpMkLst>
            <pc:docMk/>
            <pc:sldMk cId="1806807581" sldId="299"/>
            <ac:cxnSpMk id="23" creationId="{DC30A58F-82E3-162C-ED9D-1475EE14A8CB}"/>
          </ac:cxnSpMkLst>
        </pc:cxnChg>
        <pc:cxnChg chg="mod">
          <ac:chgData name="Toby Donaldson" userId="2e6e5431-bb17-4c41-9985-d39c50d83c73" providerId="ADAL" clId="{7F9681A8-EEE2-56F4-9B39-ECCBEE0471AC}" dt="2026-07-06T18:40:49.080" v="20328" actId="21"/>
          <ac:cxnSpMkLst>
            <pc:docMk/>
            <pc:sldMk cId="1806807581" sldId="299"/>
            <ac:cxnSpMk id="50" creationId="{09EE7044-7043-C2FF-0AC4-FFAB2880B79B}"/>
          </ac:cxnSpMkLst>
        </pc:cxnChg>
        <pc:cxnChg chg="del mod">
          <ac:chgData name="Toby Donaldson" userId="2e6e5431-bb17-4c41-9985-d39c50d83c73" providerId="ADAL" clId="{7F9681A8-EEE2-56F4-9B39-ECCBEE0471AC}" dt="2026-07-06T18:40:45.902" v="20327" actId="21"/>
          <ac:cxnSpMkLst>
            <pc:docMk/>
            <pc:sldMk cId="1806807581" sldId="299"/>
            <ac:cxnSpMk id="63" creationId="{E7B68D2B-13B4-6189-F838-5AE1EBF3DDB2}"/>
          </ac:cxnSpMkLst>
        </pc:cxnChg>
        <pc:cxnChg chg="del mod">
          <ac:chgData name="Toby Donaldson" userId="2e6e5431-bb17-4c41-9985-d39c50d83c73" providerId="ADAL" clId="{7F9681A8-EEE2-56F4-9B39-ECCBEE0471AC}" dt="2026-07-06T18:40:42.710" v="20326" actId="21"/>
          <ac:cxnSpMkLst>
            <pc:docMk/>
            <pc:sldMk cId="1806807581" sldId="299"/>
            <ac:cxnSpMk id="83" creationId="{0188D66C-02D5-D1C0-46D8-7FCB091C2B4A}"/>
          </ac:cxnSpMkLst>
        </pc:cxnChg>
      </pc:sldChg>
      <pc:sldChg chg="add">
        <pc:chgData name="Toby Donaldson" userId="2e6e5431-bb17-4c41-9985-d39c50d83c73" providerId="ADAL" clId="{7F9681A8-EEE2-56F4-9B39-ECCBEE0471AC}" dt="2026-07-06T18:40:08.949" v="20322" actId="2890"/>
        <pc:sldMkLst>
          <pc:docMk/>
          <pc:sldMk cId="4029823130" sldId="300"/>
        </pc:sldMkLst>
      </pc:sldChg>
      <pc:sldChg chg="addSp delSp modSp add mod">
        <pc:chgData name="Toby Donaldson" userId="2e6e5431-bb17-4c41-9985-d39c50d83c73" providerId="ADAL" clId="{7F9681A8-EEE2-56F4-9B39-ECCBEE0471AC}" dt="2026-07-06T18:44:04.006" v="20352" actId="20577"/>
        <pc:sldMkLst>
          <pc:docMk/>
          <pc:sldMk cId="1800350072" sldId="301"/>
        </pc:sldMkLst>
        <pc:spChg chg="mod topLvl">
          <ac:chgData name="Toby Donaldson" userId="2e6e5431-bb17-4c41-9985-d39c50d83c73" providerId="ADAL" clId="{7F9681A8-EEE2-56F4-9B39-ECCBEE0471AC}" dt="2026-07-06T18:44:04.006" v="20352" actId="20577"/>
          <ac:spMkLst>
            <pc:docMk/>
            <pc:sldMk cId="1800350072" sldId="301"/>
            <ac:spMk id="42" creationId="{80954577-BFAF-8468-7032-60A1CABA1414}"/>
          </ac:spMkLst>
        </pc:spChg>
        <pc:grpChg chg="add del mod">
          <ac:chgData name="Toby Donaldson" userId="2e6e5431-bb17-4c41-9985-d39c50d83c73" providerId="ADAL" clId="{7F9681A8-EEE2-56F4-9B39-ECCBEE0471AC}" dt="2026-07-06T18:44:01.029" v="20351" actId="21"/>
          <ac:grpSpMkLst>
            <pc:docMk/>
            <pc:sldMk cId="1800350072" sldId="301"/>
            <ac:grpSpMk id="41" creationId="{6B39EEAA-EEF5-9ED8-342D-E5374D24BAA3}"/>
          </ac:grpSpMkLst>
        </pc:grpChg>
        <pc:grpChg chg="add del">
          <ac:chgData name="Toby Donaldson" userId="2e6e5431-bb17-4c41-9985-d39c50d83c73" providerId="ADAL" clId="{7F9681A8-EEE2-56F4-9B39-ECCBEE0471AC}" dt="2026-07-06T18:42:47.180" v="20348" actId="21"/>
          <ac:grpSpMkLst>
            <pc:docMk/>
            <pc:sldMk cId="1800350072" sldId="301"/>
            <ac:grpSpMk id="47" creationId="{3A6BDECE-E488-EDAB-BDB3-79EC720E64CD}"/>
          </ac:grpSpMkLst>
        </pc:grpChg>
        <pc:grpChg chg="add del">
          <ac:chgData name="Toby Donaldson" userId="2e6e5431-bb17-4c41-9985-d39c50d83c73" providerId="ADAL" clId="{7F9681A8-EEE2-56F4-9B39-ECCBEE0471AC}" dt="2026-07-06T18:42:44.717" v="20347" actId="21"/>
          <ac:grpSpMkLst>
            <pc:docMk/>
            <pc:sldMk cId="1800350072" sldId="301"/>
            <ac:grpSpMk id="61" creationId="{B4527739-B44D-7727-4DC7-9505528F09C1}"/>
          </ac:grpSpMkLst>
        </pc:grpChg>
        <pc:grpChg chg="add del">
          <ac:chgData name="Toby Donaldson" userId="2e6e5431-bb17-4c41-9985-d39c50d83c73" providerId="ADAL" clId="{7F9681A8-EEE2-56F4-9B39-ECCBEE0471AC}" dt="2026-07-06T18:42:47.180" v="20348" actId="21"/>
          <ac:grpSpMkLst>
            <pc:docMk/>
            <pc:sldMk cId="1800350072" sldId="301"/>
            <ac:grpSpMk id="62" creationId="{319AD4D9-90DA-1E2C-82BD-325531655364}"/>
          </ac:grpSpMkLst>
        </pc:grpChg>
        <pc:grpChg chg="add del">
          <ac:chgData name="Toby Donaldson" userId="2e6e5431-bb17-4c41-9985-d39c50d83c73" providerId="ADAL" clId="{7F9681A8-EEE2-56F4-9B39-ECCBEE0471AC}" dt="2026-07-06T18:42:53.167" v="20349" actId="21"/>
          <ac:grpSpMkLst>
            <pc:docMk/>
            <pc:sldMk cId="1800350072" sldId="301"/>
            <ac:grpSpMk id="73" creationId="{121109CD-AB8E-524E-FCF1-8A4EF9EB7354}"/>
          </ac:grpSpMkLst>
        </pc:grpChg>
        <pc:grpChg chg="add del">
          <ac:chgData name="Toby Donaldson" userId="2e6e5431-bb17-4c41-9985-d39c50d83c73" providerId="ADAL" clId="{7F9681A8-EEE2-56F4-9B39-ECCBEE0471AC}" dt="2026-07-06T18:42:53.167" v="20349" actId="21"/>
          <ac:grpSpMkLst>
            <pc:docMk/>
            <pc:sldMk cId="1800350072" sldId="301"/>
            <ac:grpSpMk id="76" creationId="{D3319D58-7ADD-4437-45F4-E70B72A4F4E2}"/>
          </ac:grpSpMkLst>
        </pc:grpChg>
        <pc:grpChg chg="add del">
          <ac:chgData name="Toby Donaldson" userId="2e6e5431-bb17-4c41-9985-d39c50d83c73" providerId="ADAL" clId="{7F9681A8-EEE2-56F4-9B39-ECCBEE0471AC}" dt="2026-07-06T18:42:53.167" v="20349" actId="21"/>
          <ac:grpSpMkLst>
            <pc:docMk/>
            <pc:sldMk cId="1800350072" sldId="301"/>
            <ac:grpSpMk id="80" creationId="{EC689153-6ADE-1BEE-F579-965614E971DB}"/>
          </ac:grpSpMkLst>
        </pc:grpChg>
        <pc:grpChg chg="add del">
          <ac:chgData name="Toby Donaldson" userId="2e6e5431-bb17-4c41-9985-d39c50d83c73" providerId="ADAL" clId="{7F9681A8-EEE2-56F4-9B39-ECCBEE0471AC}" dt="2026-07-06T18:42:44.717" v="20347" actId="21"/>
          <ac:grpSpMkLst>
            <pc:docMk/>
            <pc:sldMk cId="1800350072" sldId="301"/>
            <ac:grpSpMk id="87" creationId="{B93BF2A3-3AC6-F9FD-38C7-4264739741B8}"/>
          </ac:grpSpMkLst>
        </pc:grpChg>
        <pc:grpChg chg="add del">
          <ac:chgData name="Toby Donaldson" userId="2e6e5431-bb17-4c41-9985-d39c50d83c73" providerId="ADAL" clId="{7F9681A8-EEE2-56F4-9B39-ECCBEE0471AC}" dt="2026-07-06T18:42:44.717" v="20347" actId="21"/>
          <ac:grpSpMkLst>
            <pc:docMk/>
            <pc:sldMk cId="1800350072" sldId="301"/>
            <ac:grpSpMk id="88" creationId="{E841A5F3-96FF-FA35-0905-0287BE55462F}"/>
          </ac:grpSpMkLst>
        </pc:grpChg>
        <pc:grpChg chg="add del">
          <ac:chgData name="Toby Donaldson" userId="2e6e5431-bb17-4c41-9985-d39c50d83c73" providerId="ADAL" clId="{7F9681A8-EEE2-56F4-9B39-ECCBEE0471AC}" dt="2026-07-06T18:42:53.167" v="20349" actId="21"/>
          <ac:grpSpMkLst>
            <pc:docMk/>
            <pc:sldMk cId="1800350072" sldId="301"/>
            <ac:grpSpMk id="89" creationId="{C5F8E5DC-7A02-67D5-E36E-618531F0B1ED}"/>
          </ac:grpSpMkLst>
        </pc:grpChg>
        <pc:picChg chg="add del mod topLvl">
          <ac:chgData name="Toby Donaldson" userId="2e6e5431-bb17-4c41-9985-d39c50d83c73" providerId="ADAL" clId="{7F9681A8-EEE2-56F4-9B39-ECCBEE0471AC}" dt="2026-07-06T18:44:01.029" v="20351" actId="21"/>
          <ac:picMkLst>
            <pc:docMk/>
            <pc:sldMk cId="1800350072" sldId="301"/>
            <ac:picMk id="43" creationId="{6A3644A7-61B6-A5D8-162C-C630D2F1DC13}"/>
          </ac:picMkLst>
        </pc:picChg>
        <pc:cxnChg chg="mod">
          <ac:chgData name="Toby Donaldson" userId="2e6e5431-bb17-4c41-9985-d39c50d83c73" providerId="ADAL" clId="{7F9681A8-EEE2-56F4-9B39-ECCBEE0471AC}" dt="2026-07-06T18:42:47.180" v="20348" actId="21"/>
          <ac:cxnSpMkLst>
            <pc:docMk/>
            <pc:sldMk cId="1800350072" sldId="301"/>
            <ac:cxnSpMk id="50" creationId="{61EBE626-144E-7250-1292-3C37437A0FB8}"/>
          </ac:cxnSpMkLst>
        </pc:cxnChg>
        <pc:cxnChg chg="add del mod">
          <ac:chgData name="Toby Donaldson" userId="2e6e5431-bb17-4c41-9985-d39c50d83c73" providerId="ADAL" clId="{7F9681A8-EEE2-56F4-9B39-ECCBEE0471AC}" dt="2026-07-06T18:42:44.717" v="20347" actId="21"/>
          <ac:cxnSpMkLst>
            <pc:docMk/>
            <pc:sldMk cId="1800350072" sldId="301"/>
            <ac:cxnSpMk id="63" creationId="{F08C251E-B4FA-6224-1F0D-4F593AA00A8D}"/>
          </ac:cxnSpMkLst>
        </pc:cxnChg>
        <pc:cxnChg chg="add del mod">
          <ac:chgData name="Toby Donaldson" userId="2e6e5431-bb17-4c41-9985-d39c50d83c73" providerId="ADAL" clId="{7F9681A8-EEE2-56F4-9B39-ECCBEE0471AC}" dt="2026-07-06T18:42:53.167" v="20349" actId="21"/>
          <ac:cxnSpMkLst>
            <pc:docMk/>
            <pc:sldMk cId="1800350072" sldId="301"/>
            <ac:cxnSpMk id="79" creationId="{83010662-18C2-4E3B-C6A7-8335948C584B}"/>
          </ac:cxnSpMkLst>
        </pc:cxnChg>
        <pc:cxnChg chg="add del mod">
          <ac:chgData name="Toby Donaldson" userId="2e6e5431-bb17-4c41-9985-d39c50d83c73" providerId="ADAL" clId="{7F9681A8-EEE2-56F4-9B39-ECCBEE0471AC}" dt="2026-07-06T18:42:53.167" v="20349" actId="21"/>
          <ac:cxnSpMkLst>
            <pc:docMk/>
            <pc:sldMk cId="1800350072" sldId="301"/>
            <ac:cxnSpMk id="83" creationId="{D584DA0E-99E4-3BFF-1DD0-69274B8A0309}"/>
          </ac:cxnSpMkLst>
        </pc:cxnChg>
      </pc:sldChg>
      <pc:sldChg chg="delSp modSp add mod ord">
        <pc:chgData name="Toby Donaldson" userId="2e6e5431-bb17-4c41-9985-d39c50d83c73" providerId="ADAL" clId="{7F9681A8-EEE2-56F4-9B39-ECCBEE0471AC}" dt="2026-07-06T18:42:29.772" v="20345" actId="20578"/>
        <pc:sldMkLst>
          <pc:docMk/>
          <pc:sldMk cId="1889495731" sldId="302"/>
        </pc:sldMkLst>
        <pc:spChg chg="mod topLvl">
          <ac:chgData name="Toby Donaldson" userId="2e6e5431-bb17-4c41-9985-d39c50d83c73" providerId="ADAL" clId="{7F9681A8-EEE2-56F4-9B39-ECCBEE0471AC}" dt="2026-07-06T18:41:02.004" v="20331" actId="20577"/>
          <ac:spMkLst>
            <pc:docMk/>
            <pc:sldMk cId="1889495731" sldId="302"/>
            <ac:spMk id="39" creationId="{3E9FFF53-EC8D-4B38-3474-7377D56A5DDC}"/>
          </ac:spMkLst>
        </pc:spChg>
        <pc:grpChg chg="del">
          <ac:chgData name="Toby Donaldson" userId="2e6e5431-bb17-4c41-9985-d39c50d83c73" providerId="ADAL" clId="{7F9681A8-EEE2-56F4-9B39-ECCBEE0471AC}" dt="2026-07-06T18:40:59.491" v="20330" actId="21"/>
          <ac:grpSpMkLst>
            <pc:docMk/>
            <pc:sldMk cId="1889495731" sldId="302"/>
            <ac:grpSpMk id="38" creationId="{87FEC368-B641-190B-185E-AD722179B35C}"/>
          </ac:grpSpMkLst>
        </pc:grpChg>
        <pc:picChg chg="del topLvl">
          <ac:chgData name="Toby Donaldson" userId="2e6e5431-bb17-4c41-9985-d39c50d83c73" providerId="ADAL" clId="{7F9681A8-EEE2-56F4-9B39-ECCBEE0471AC}" dt="2026-07-06T18:40:59.491" v="20330" actId="21"/>
          <ac:picMkLst>
            <pc:docMk/>
            <pc:sldMk cId="1889495731" sldId="302"/>
            <ac:picMk id="40" creationId="{BAAFCE61-EF55-3764-4E87-18B9A26C79FF}"/>
          </ac:picMkLst>
        </pc:picChg>
      </pc:sldChg>
      <pc:sldChg chg="add del">
        <pc:chgData name="Toby Donaldson" userId="2e6e5431-bb17-4c41-9985-d39c50d83c73" providerId="ADAL" clId="{7F9681A8-EEE2-56F4-9B39-ECCBEE0471AC}" dt="2026-07-06T18:42:27.076" v="20342" actId="2890"/>
        <pc:sldMkLst>
          <pc:docMk/>
          <pc:sldMk cId="2030296325" sldId="303"/>
        </pc:sldMkLst>
      </pc:sldChg>
      <pc:sldChg chg="addSp delSp modSp add mod">
        <pc:chgData name="Toby Donaldson" userId="2e6e5431-bb17-4c41-9985-d39c50d83c73" providerId="ADAL" clId="{7F9681A8-EEE2-56F4-9B39-ECCBEE0471AC}" dt="2026-07-06T18:45:22.478" v="20373" actId="21"/>
        <pc:sldMkLst>
          <pc:docMk/>
          <pc:sldMk cId="3661548543" sldId="303"/>
        </pc:sldMkLst>
        <pc:spChg chg="mod topLvl">
          <ac:chgData name="Toby Donaldson" userId="2e6e5431-bb17-4c41-9985-d39c50d83c73" providerId="ADAL" clId="{7F9681A8-EEE2-56F4-9B39-ECCBEE0471AC}" dt="2026-07-06T18:45:22.478" v="20373" actId="21"/>
          <ac:spMkLst>
            <pc:docMk/>
            <pc:sldMk cId="3661548543" sldId="303"/>
            <ac:spMk id="56" creationId="{B0A26359-4637-DA95-A16F-C3B96DC9A0C5}"/>
          </ac:spMkLst>
        </pc:spChg>
        <pc:grpChg chg="del">
          <ac:chgData name="Toby Donaldson" userId="2e6e5431-bb17-4c41-9985-d39c50d83c73" providerId="ADAL" clId="{7F9681A8-EEE2-56F4-9B39-ECCBEE0471AC}" dt="2026-07-06T18:44:32.269" v="20356" actId="21"/>
          <ac:grpSpMkLst>
            <pc:docMk/>
            <pc:sldMk cId="3661548543" sldId="303"/>
            <ac:grpSpMk id="61" creationId="{EEB0DE1C-8582-FB9B-DB36-67C02704EAB2}"/>
          </ac:grpSpMkLst>
        </pc:grpChg>
        <pc:grpChg chg="del">
          <ac:chgData name="Toby Donaldson" userId="2e6e5431-bb17-4c41-9985-d39c50d83c73" providerId="ADAL" clId="{7F9681A8-EEE2-56F4-9B39-ECCBEE0471AC}" dt="2026-07-06T18:44:32.269" v="20356" actId="21"/>
          <ac:grpSpMkLst>
            <pc:docMk/>
            <pc:sldMk cId="3661548543" sldId="303"/>
            <ac:grpSpMk id="62" creationId="{9BA10C10-3EEE-5CFD-0661-CDDCC70AD7CB}"/>
          </ac:grpSpMkLst>
        </pc:grpChg>
        <pc:grpChg chg="del">
          <ac:chgData name="Toby Donaldson" userId="2e6e5431-bb17-4c41-9985-d39c50d83c73" providerId="ADAL" clId="{7F9681A8-EEE2-56F4-9B39-ECCBEE0471AC}" dt="2026-07-06T18:44:25.256" v="20354" actId="21"/>
          <ac:grpSpMkLst>
            <pc:docMk/>
            <pc:sldMk cId="3661548543" sldId="303"/>
            <ac:grpSpMk id="73" creationId="{66FBAA89-7491-4367-13A2-B52300BF1E46}"/>
          </ac:grpSpMkLst>
        </pc:grpChg>
        <pc:grpChg chg="del">
          <ac:chgData name="Toby Donaldson" userId="2e6e5431-bb17-4c41-9985-d39c50d83c73" providerId="ADAL" clId="{7F9681A8-EEE2-56F4-9B39-ECCBEE0471AC}" dt="2026-07-06T18:44:27.666" v="20355" actId="21"/>
          <ac:grpSpMkLst>
            <pc:docMk/>
            <pc:sldMk cId="3661548543" sldId="303"/>
            <ac:grpSpMk id="76" creationId="{E434CA55-55EE-89D7-76F2-9D7DEA0F0886}"/>
          </ac:grpSpMkLst>
        </pc:grpChg>
        <pc:grpChg chg="del">
          <ac:chgData name="Toby Donaldson" userId="2e6e5431-bb17-4c41-9985-d39c50d83c73" providerId="ADAL" clId="{7F9681A8-EEE2-56F4-9B39-ECCBEE0471AC}" dt="2026-07-06T18:44:25.256" v="20354" actId="21"/>
          <ac:grpSpMkLst>
            <pc:docMk/>
            <pc:sldMk cId="3661548543" sldId="303"/>
            <ac:grpSpMk id="80" creationId="{934890AA-86D1-6077-AA98-2941AAD6A965}"/>
          </ac:grpSpMkLst>
        </pc:grpChg>
        <pc:grpChg chg="del">
          <ac:chgData name="Toby Donaldson" userId="2e6e5431-bb17-4c41-9985-d39c50d83c73" providerId="ADAL" clId="{7F9681A8-EEE2-56F4-9B39-ECCBEE0471AC}" dt="2026-07-06T18:44:32.269" v="20356" actId="21"/>
          <ac:grpSpMkLst>
            <pc:docMk/>
            <pc:sldMk cId="3661548543" sldId="303"/>
            <ac:grpSpMk id="87" creationId="{C6DB5A27-ABBF-C881-9D9D-4089D1B0ACB9}"/>
          </ac:grpSpMkLst>
        </pc:grpChg>
        <pc:grpChg chg="add del">
          <ac:chgData name="Toby Donaldson" userId="2e6e5431-bb17-4c41-9985-d39c50d83c73" providerId="ADAL" clId="{7F9681A8-EEE2-56F4-9B39-ECCBEE0471AC}" dt="2026-07-06T18:45:22.478" v="20373" actId="21"/>
          <ac:grpSpMkLst>
            <pc:docMk/>
            <pc:sldMk cId="3661548543" sldId="303"/>
            <ac:grpSpMk id="88" creationId="{44243FE0-6474-3299-3462-DA167EDB384F}"/>
          </ac:grpSpMkLst>
        </pc:grpChg>
        <pc:grpChg chg="del">
          <ac:chgData name="Toby Donaldson" userId="2e6e5431-bb17-4c41-9985-d39c50d83c73" providerId="ADAL" clId="{7F9681A8-EEE2-56F4-9B39-ECCBEE0471AC}" dt="2026-07-06T18:44:25.256" v="20354" actId="21"/>
          <ac:grpSpMkLst>
            <pc:docMk/>
            <pc:sldMk cId="3661548543" sldId="303"/>
            <ac:grpSpMk id="89" creationId="{BC3799A3-B607-CE18-E443-7986E0FFFE74}"/>
          </ac:grpSpMkLst>
        </pc:grpChg>
        <pc:picChg chg="add del topLvl">
          <ac:chgData name="Toby Donaldson" userId="2e6e5431-bb17-4c41-9985-d39c50d83c73" providerId="ADAL" clId="{7F9681A8-EEE2-56F4-9B39-ECCBEE0471AC}" dt="2026-07-06T18:45:22.478" v="20373" actId="21"/>
          <ac:picMkLst>
            <pc:docMk/>
            <pc:sldMk cId="3661548543" sldId="303"/>
            <ac:picMk id="59" creationId="{FCA69114-3660-596F-F1A8-CAFD3B32E33F}"/>
          </ac:picMkLst>
        </pc:picChg>
        <pc:cxnChg chg="del mod">
          <ac:chgData name="Toby Donaldson" userId="2e6e5431-bb17-4c41-9985-d39c50d83c73" providerId="ADAL" clId="{7F9681A8-EEE2-56F4-9B39-ECCBEE0471AC}" dt="2026-07-06T18:44:32.269" v="20356" actId="21"/>
          <ac:cxnSpMkLst>
            <pc:docMk/>
            <pc:sldMk cId="3661548543" sldId="303"/>
            <ac:cxnSpMk id="63" creationId="{EE6643C4-2059-C8E0-B9C3-36A481D2F61F}"/>
          </ac:cxnSpMkLst>
        </pc:cxnChg>
        <pc:cxnChg chg="del mod">
          <ac:chgData name="Toby Donaldson" userId="2e6e5431-bb17-4c41-9985-d39c50d83c73" providerId="ADAL" clId="{7F9681A8-EEE2-56F4-9B39-ECCBEE0471AC}" dt="2026-07-06T18:44:25.256" v="20354" actId="21"/>
          <ac:cxnSpMkLst>
            <pc:docMk/>
            <pc:sldMk cId="3661548543" sldId="303"/>
            <ac:cxnSpMk id="79" creationId="{07113031-2DD9-FFCA-6F1A-D9325E040CAB}"/>
          </ac:cxnSpMkLst>
        </pc:cxnChg>
        <pc:cxnChg chg="del mod">
          <ac:chgData name="Toby Donaldson" userId="2e6e5431-bb17-4c41-9985-d39c50d83c73" providerId="ADAL" clId="{7F9681A8-EEE2-56F4-9B39-ECCBEE0471AC}" dt="2026-07-06T18:44:25.256" v="20354" actId="21"/>
          <ac:cxnSpMkLst>
            <pc:docMk/>
            <pc:sldMk cId="3661548543" sldId="303"/>
            <ac:cxnSpMk id="83" creationId="{673FBE0D-C6A4-5646-AF44-20F4493103B9}"/>
          </ac:cxnSpMkLst>
        </pc:cxnChg>
      </pc:sldChg>
      <pc:sldChg chg="add">
        <pc:chgData name="Toby Donaldson" userId="2e6e5431-bb17-4c41-9985-d39c50d83c73" providerId="ADAL" clId="{7F9681A8-EEE2-56F4-9B39-ECCBEE0471AC}" dt="2026-07-06T18:43:56.966" v="20350" actId="2890"/>
        <pc:sldMkLst>
          <pc:docMk/>
          <pc:sldMk cId="3973868802" sldId="304"/>
        </pc:sldMkLst>
      </pc:sldChg>
      <pc:sldChg chg="delSp modSp add mod">
        <pc:chgData name="Toby Donaldson" userId="2e6e5431-bb17-4c41-9985-d39c50d83c73" providerId="ADAL" clId="{7F9681A8-EEE2-56F4-9B39-ECCBEE0471AC}" dt="2026-07-06T18:45:55.418" v="20381" actId="20577"/>
        <pc:sldMkLst>
          <pc:docMk/>
          <pc:sldMk cId="865677595" sldId="305"/>
        </pc:sldMkLst>
        <pc:spChg chg="mod topLvl">
          <ac:chgData name="Toby Donaldson" userId="2e6e5431-bb17-4c41-9985-d39c50d83c73" providerId="ADAL" clId="{7F9681A8-EEE2-56F4-9B39-ECCBEE0471AC}" dt="2026-07-06T18:45:55.418" v="20381" actId="20577"/>
          <ac:spMkLst>
            <pc:docMk/>
            <pc:sldMk cId="865677595" sldId="305"/>
            <ac:spMk id="68" creationId="{9EA86F98-B4E3-2D39-5827-385C0FCC3FE3}"/>
          </ac:spMkLst>
        </pc:spChg>
        <pc:grpChg chg="del">
          <ac:chgData name="Toby Donaldson" userId="2e6e5431-bb17-4c41-9985-d39c50d83c73" providerId="ADAL" clId="{7F9681A8-EEE2-56F4-9B39-ECCBEE0471AC}" dt="2026-07-06T18:45:40.583" v="20375" actId="21"/>
          <ac:grpSpMkLst>
            <pc:docMk/>
            <pc:sldMk cId="865677595" sldId="305"/>
            <ac:grpSpMk id="73" creationId="{2C275FB3-0D4A-B6C4-24CF-D83F0E62A79B}"/>
          </ac:grpSpMkLst>
        </pc:grpChg>
        <pc:grpChg chg="del">
          <ac:chgData name="Toby Donaldson" userId="2e6e5431-bb17-4c41-9985-d39c50d83c73" providerId="ADAL" clId="{7F9681A8-EEE2-56F4-9B39-ECCBEE0471AC}" dt="2026-07-06T18:45:40.583" v="20375" actId="21"/>
          <ac:grpSpMkLst>
            <pc:docMk/>
            <pc:sldMk cId="865677595" sldId="305"/>
            <ac:grpSpMk id="76" creationId="{D35AB660-C672-C70F-CE56-746CD7CA00F0}"/>
          </ac:grpSpMkLst>
        </pc:grpChg>
        <pc:grpChg chg="del">
          <ac:chgData name="Toby Donaldson" userId="2e6e5431-bb17-4c41-9985-d39c50d83c73" providerId="ADAL" clId="{7F9681A8-EEE2-56F4-9B39-ECCBEE0471AC}" dt="2026-07-06T18:45:40.583" v="20375" actId="21"/>
          <ac:grpSpMkLst>
            <pc:docMk/>
            <pc:sldMk cId="865677595" sldId="305"/>
            <ac:grpSpMk id="80" creationId="{C47BD7BD-A2D2-E5F3-FF7B-7DD44D9EA5E4}"/>
          </ac:grpSpMkLst>
        </pc:grpChg>
        <pc:grpChg chg="del">
          <ac:chgData name="Toby Donaldson" userId="2e6e5431-bb17-4c41-9985-d39c50d83c73" providerId="ADAL" clId="{7F9681A8-EEE2-56F4-9B39-ECCBEE0471AC}" dt="2026-07-06T18:45:48.573" v="20377" actId="21"/>
          <ac:grpSpMkLst>
            <pc:docMk/>
            <pc:sldMk cId="865677595" sldId="305"/>
            <ac:grpSpMk id="87" creationId="{ECD5CB09-30C0-05A2-8478-C449C1B5E2C7}"/>
          </ac:grpSpMkLst>
        </pc:grpChg>
        <pc:grpChg chg="del">
          <ac:chgData name="Toby Donaldson" userId="2e6e5431-bb17-4c41-9985-d39c50d83c73" providerId="ADAL" clId="{7F9681A8-EEE2-56F4-9B39-ECCBEE0471AC}" dt="2026-07-06T18:45:40.583" v="20375" actId="21"/>
          <ac:grpSpMkLst>
            <pc:docMk/>
            <pc:sldMk cId="865677595" sldId="305"/>
            <ac:grpSpMk id="89" creationId="{FA83F3DA-3F10-5C2A-C2B4-F889CBC5F57D}"/>
          </ac:grpSpMkLst>
        </pc:grpChg>
        <pc:picChg chg="del topLvl">
          <ac:chgData name="Toby Donaldson" userId="2e6e5431-bb17-4c41-9985-d39c50d83c73" providerId="ADAL" clId="{7F9681A8-EEE2-56F4-9B39-ECCBEE0471AC}" dt="2026-07-06T18:45:48.573" v="20377" actId="21"/>
          <ac:picMkLst>
            <pc:docMk/>
            <pc:sldMk cId="865677595" sldId="305"/>
            <ac:picMk id="69" creationId="{B5CB9AA8-7DA3-D9F7-1A32-29112CE61FFE}"/>
          </ac:picMkLst>
        </pc:picChg>
        <pc:cxnChg chg="del mod">
          <ac:chgData name="Toby Donaldson" userId="2e6e5431-bb17-4c41-9985-d39c50d83c73" providerId="ADAL" clId="{7F9681A8-EEE2-56F4-9B39-ECCBEE0471AC}" dt="2026-07-06T18:45:40.583" v="20375" actId="21"/>
          <ac:cxnSpMkLst>
            <pc:docMk/>
            <pc:sldMk cId="865677595" sldId="305"/>
            <ac:cxnSpMk id="79" creationId="{E92BA906-47D1-C136-C379-28299ABB1F1C}"/>
          </ac:cxnSpMkLst>
        </pc:cxnChg>
        <pc:cxnChg chg="del mod">
          <ac:chgData name="Toby Donaldson" userId="2e6e5431-bb17-4c41-9985-d39c50d83c73" providerId="ADAL" clId="{7F9681A8-EEE2-56F4-9B39-ECCBEE0471AC}" dt="2026-07-06T18:45:40.583" v="20375" actId="21"/>
          <ac:cxnSpMkLst>
            <pc:docMk/>
            <pc:sldMk cId="865677595" sldId="305"/>
            <ac:cxnSpMk id="83" creationId="{93D3472B-F14C-1514-EB09-527165D12B9F}"/>
          </ac:cxnSpMkLst>
        </pc:cxnChg>
      </pc:sldChg>
      <pc:sldChg chg="add">
        <pc:chgData name="Toby Donaldson" userId="2e6e5431-bb17-4c41-9985-d39c50d83c73" providerId="ADAL" clId="{7F9681A8-EEE2-56F4-9B39-ECCBEE0471AC}" dt="2026-07-06T18:45:02.432" v="20367" actId="2890"/>
        <pc:sldMkLst>
          <pc:docMk/>
          <pc:sldMk cId="3818197671" sldId="306"/>
        </pc:sldMkLst>
      </pc:sldChg>
      <pc:sldChg chg="delSp modSp add mod">
        <pc:chgData name="Toby Donaldson" userId="2e6e5431-bb17-4c41-9985-d39c50d83c73" providerId="ADAL" clId="{7F9681A8-EEE2-56F4-9B39-ECCBEE0471AC}" dt="2026-07-06T18:46:24.167" v="20389" actId="21"/>
        <pc:sldMkLst>
          <pc:docMk/>
          <pc:sldMk cId="1679941472" sldId="307"/>
        </pc:sldMkLst>
        <pc:spChg chg="mod topLvl">
          <ac:chgData name="Toby Donaldson" userId="2e6e5431-bb17-4c41-9985-d39c50d83c73" providerId="ADAL" clId="{7F9681A8-EEE2-56F4-9B39-ECCBEE0471AC}" dt="2026-07-06T18:46:24.167" v="20389" actId="21"/>
          <ac:spMkLst>
            <pc:docMk/>
            <pc:sldMk cId="1679941472" sldId="307"/>
            <ac:spMk id="90" creationId="{F4155D9B-6628-7F32-9078-65E83E3524A0}"/>
          </ac:spMkLst>
        </pc:spChg>
        <pc:grpChg chg="del">
          <ac:chgData name="Toby Donaldson" userId="2e6e5431-bb17-4c41-9985-d39c50d83c73" providerId="ADAL" clId="{7F9681A8-EEE2-56F4-9B39-ECCBEE0471AC}" dt="2026-07-06T18:46:24.167" v="20389" actId="21"/>
          <ac:grpSpMkLst>
            <pc:docMk/>
            <pc:sldMk cId="1679941472" sldId="307"/>
            <ac:grpSpMk id="89" creationId="{0A81B6CD-742C-6522-8440-577533E43743}"/>
          </ac:grpSpMkLst>
        </pc:grpChg>
        <pc:picChg chg="del topLvl">
          <ac:chgData name="Toby Donaldson" userId="2e6e5431-bb17-4c41-9985-d39c50d83c73" providerId="ADAL" clId="{7F9681A8-EEE2-56F4-9B39-ECCBEE0471AC}" dt="2026-07-06T18:46:24.167" v="20389" actId="21"/>
          <ac:picMkLst>
            <pc:docMk/>
            <pc:sldMk cId="1679941472" sldId="307"/>
            <ac:picMk id="91" creationId="{F677040C-8521-6708-A785-CF28401D8F56}"/>
          </ac:picMkLst>
        </pc:picChg>
      </pc:sldChg>
      <pc:sldChg chg="add">
        <pc:chgData name="Toby Donaldson" userId="2e6e5431-bb17-4c41-9985-d39c50d83c73" providerId="ADAL" clId="{7F9681A8-EEE2-56F4-9B39-ECCBEE0471AC}" dt="2026-07-06T18:45:44.365" v="20376" actId="2890"/>
        <pc:sldMkLst>
          <pc:docMk/>
          <pc:sldMk cId="3653387100" sldId="308"/>
        </pc:sldMkLst>
      </pc:sldChg>
      <pc:sldChg chg="add">
        <pc:chgData name="Toby Donaldson" userId="2e6e5431-bb17-4c41-9985-d39c50d83c73" providerId="ADAL" clId="{7F9681A8-EEE2-56F4-9B39-ECCBEE0471AC}" dt="2026-07-06T18:46:07.618" v="20382" actId="2890"/>
        <pc:sldMkLst>
          <pc:docMk/>
          <pc:sldMk cId="476173012" sldId="309"/>
        </pc:sldMkLst>
      </pc:sldChg>
      <pc:sldChg chg="add">
        <pc:chgData name="Toby Donaldson" userId="2e6e5431-bb17-4c41-9985-d39c50d83c73" providerId="ADAL" clId="{7F9681A8-EEE2-56F4-9B39-ECCBEE0471AC}" dt="2026-07-06T18:46:11.900" v="20383" actId="2890"/>
        <pc:sldMkLst>
          <pc:docMk/>
          <pc:sldMk cId="3785476128" sldId="310"/>
        </pc:sldMkLst>
      </pc:sldChg>
      <pc:sldChg chg="addSp delSp modSp new mod">
        <pc:chgData name="Toby Donaldson" userId="2e6e5431-bb17-4c41-9985-d39c50d83c73" providerId="ADAL" clId="{7F9681A8-EEE2-56F4-9B39-ECCBEE0471AC}" dt="2026-07-06T18:49:55.330" v="20561" actId="20577"/>
        <pc:sldMkLst>
          <pc:docMk/>
          <pc:sldMk cId="2031534662" sldId="311"/>
        </pc:sldMkLst>
        <pc:spChg chg="mod">
          <ac:chgData name="Toby Donaldson" userId="2e6e5431-bb17-4c41-9985-d39c50d83c73" providerId="ADAL" clId="{7F9681A8-EEE2-56F4-9B39-ECCBEE0471AC}" dt="2026-07-06T18:48:28.129" v="20405" actId="14100"/>
          <ac:spMkLst>
            <pc:docMk/>
            <pc:sldMk cId="2031534662" sldId="311"/>
            <ac:spMk id="2" creationId="{F55806A7-E1A4-9250-45BB-B51159391EFA}"/>
          </ac:spMkLst>
        </pc:spChg>
        <pc:spChg chg="del">
          <ac:chgData name="Toby Donaldson" userId="2e6e5431-bb17-4c41-9985-d39c50d83c73" providerId="ADAL" clId="{7F9681A8-EEE2-56F4-9B39-ECCBEE0471AC}" dt="2026-07-06T18:48:04.703" v="20392" actId="21"/>
          <ac:spMkLst>
            <pc:docMk/>
            <pc:sldMk cId="2031534662" sldId="311"/>
            <ac:spMk id="3" creationId="{5C82E239-B47C-E1ED-CFF6-0244C025B30C}"/>
          </ac:spMkLst>
        </pc:spChg>
        <pc:spChg chg="add mod">
          <ac:chgData name="Toby Donaldson" userId="2e6e5431-bb17-4c41-9985-d39c50d83c73" providerId="ADAL" clId="{7F9681A8-EEE2-56F4-9B39-ECCBEE0471AC}" dt="2026-07-06T18:49:55.330" v="20561" actId="20577"/>
          <ac:spMkLst>
            <pc:docMk/>
            <pc:sldMk cId="2031534662" sldId="311"/>
            <ac:spMk id="5" creationId="{4A7E6DB2-7B9C-126F-25EC-4EC9218BAF00}"/>
          </ac:spMkLst>
        </pc:spChg>
        <pc:picChg chg="add mod">
          <ac:chgData name="Toby Donaldson" userId="2e6e5431-bb17-4c41-9985-d39c50d83c73" providerId="ADAL" clId="{7F9681A8-EEE2-56F4-9B39-ECCBEE0471AC}" dt="2026-07-06T18:48:11.729" v="20393" actId="1076"/>
          <ac:picMkLst>
            <pc:docMk/>
            <pc:sldMk cId="2031534662" sldId="311"/>
            <ac:picMk id="4" creationId="{DDBA0137-FC62-74F2-958D-3EE0388E7D64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7-06T19:04:26.752" v="21127" actId="113"/>
        <pc:sldMkLst>
          <pc:docMk/>
          <pc:sldMk cId="4142904386" sldId="312"/>
        </pc:sldMkLst>
        <pc:spChg chg="add mod">
          <ac:chgData name="Toby Donaldson" userId="2e6e5431-bb17-4c41-9985-d39c50d83c73" providerId="ADAL" clId="{7F9681A8-EEE2-56F4-9B39-ECCBEE0471AC}" dt="2026-07-06T18:50:49.696" v="20599" actId="692"/>
          <ac:spMkLst>
            <pc:docMk/>
            <pc:sldMk cId="4142904386" sldId="312"/>
            <ac:spMk id="3" creationId="{82DFDCBA-B3AD-D22A-CC0C-6D0BC866ACA4}"/>
          </ac:spMkLst>
        </pc:spChg>
        <pc:spChg chg="mod">
          <ac:chgData name="Toby Donaldson" userId="2e6e5431-bb17-4c41-9985-d39c50d83c73" providerId="ADAL" clId="{7F9681A8-EEE2-56F4-9B39-ECCBEE0471AC}" dt="2026-07-06T19:02:43.892" v="21076" actId="465"/>
          <ac:spMkLst>
            <pc:docMk/>
            <pc:sldMk cId="4142904386" sldId="312"/>
            <ac:spMk id="5" creationId="{553B91A9-0555-4511-50B2-04E748EE7398}"/>
          </ac:spMkLst>
        </pc:spChg>
        <pc:spChg chg="add del mod">
          <ac:chgData name="Toby Donaldson" userId="2e6e5431-bb17-4c41-9985-d39c50d83c73" providerId="ADAL" clId="{7F9681A8-EEE2-56F4-9B39-ECCBEE0471AC}" dt="2026-07-06T18:52:26.394" v="20749" actId="21"/>
          <ac:spMkLst>
            <pc:docMk/>
            <pc:sldMk cId="4142904386" sldId="312"/>
            <ac:spMk id="6" creationId="{4416C5A2-D96A-510B-E9CC-7661B05D40EB}"/>
          </ac:spMkLst>
        </pc:spChg>
        <pc:spChg chg="add mod">
          <ac:chgData name="Toby Donaldson" userId="2e6e5431-bb17-4c41-9985-d39c50d83c73" providerId="ADAL" clId="{7F9681A8-EEE2-56F4-9B39-ECCBEE0471AC}" dt="2026-07-06T19:02:43.892" v="21076" actId="465"/>
          <ac:spMkLst>
            <pc:docMk/>
            <pc:sldMk cId="4142904386" sldId="312"/>
            <ac:spMk id="7" creationId="{8D6436CF-74F7-D08A-0731-C38A6B60BEEB}"/>
          </ac:spMkLst>
        </pc:spChg>
        <pc:spChg chg="add mod">
          <ac:chgData name="Toby Donaldson" userId="2e6e5431-bb17-4c41-9985-d39c50d83c73" providerId="ADAL" clId="{7F9681A8-EEE2-56F4-9B39-ECCBEE0471AC}" dt="2026-07-06T19:04:26.752" v="21127" actId="113"/>
          <ac:spMkLst>
            <pc:docMk/>
            <pc:sldMk cId="4142904386" sldId="312"/>
            <ac:spMk id="8" creationId="{422D7868-4FF3-961A-26FB-9FA51F5D510D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7-06T19:04:23.200" v="21126" actId="113"/>
        <pc:sldMkLst>
          <pc:docMk/>
          <pc:sldMk cId="1955106547" sldId="313"/>
        </pc:sldMkLst>
        <pc:spChg chg="mod">
          <ac:chgData name="Toby Donaldson" userId="2e6e5431-bb17-4c41-9985-d39c50d83c73" providerId="ADAL" clId="{7F9681A8-EEE2-56F4-9B39-ECCBEE0471AC}" dt="2026-07-06T18:51:51.447" v="20720" actId="1076"/>
          <ac:spMkLst>
            <pc:docMk/>
            <pc:sldMk cId="1955106547" sldId="313"/>
            <ac:spMk id="3" creationId="{3ADB69CB-EA4B-4317-273B-3265E665B0D9}"/>
          </ac:spMkLst>
        </pc:spChg>
        <pc:spChg chg="del mod">
          <ac:chgData name="Toby Donaldson" userId="2e6e5431-bb17-4c41-9985-d39c50d83c73" providerId="ADAL" clId="{7F9681A8-EEE2-56F4-9B39-ECCBEE0471AC}" dt="2026-07-06T19:03:52.392" v="21103" actId="21"/>
          <ac:spMkLst>
            <pc:docMk/>
            <pc:sldMk cId="1955106547" sldId="313"/>
            <ac:spMk id="5" creationId="{AFC52F1E-452B-5B9F-E463-DC3CA9EF81D3}"/>
          </ac:spMkLst>
        </pc:spChg>
        <pc:spChg chg="del mod">
          <ac:chgData name="Toby Donaldson" userId="2e6e5431-bb17-4c41-9985-d39c50d83c73" providerId="ADAL" clId="{7F9681A8-EEE2-56F4-9B39-ECCBEE0471AC}" dt="2026-07-06T18:53:05.827" v="20764" actId="21"/>
          <ac:spMkLst>
            <pc:docMk/>
            <pc:sldMk cId="1955106547" sldId="313"/>
            <ac:spMk id="6" creationId="{9421E858-3A91-09DB-231B-13DDAFF99640}"/>
          </ac:spMkLst>
        </pc:spChg>
        <pc:spChg chg="add del mod">
          <ac:chgData name="Toby Donaldson" userId="2e6e5431-bb17-4c41-9985-d39c50d83c73" providerId="ADAL" clId="{7F9681A8-EEE2-56F4-9B39-ECCBEE0471AC}" dt="2026-07-06T19:03:52.392" v="21103" actId="21"/>
          <ac:spMkLst>
            <pc:docMk/>
            <pc:sldMk cId="1955106547" sldId="313"/>
            <ac:spMk id="7" creationId="{0FA4FF0B-0B77-C4B3-4B75-4BEFF88C376B}"/>
          </ac:spMkLst>
        </pc:spChg>
        <pc:spChg chg="add mod">
          <ac:chgData name="Toby Donaldson" userId="2e6e5431-bb17-4c41-9985-d39c50d83c73" providerId="ADAL" clId="{7F9681A8-EEE2-56F4-9B39-ECCBEE0471AC}" dt="2026-07-06T19:04:02.292" v="21107" actId="20577"/>
          <ac:spMkLst>
            <pc:docMk/>
            <pc:sldMk cId="1955106547" sldId="313"/>
            <ac:spMk id="8" creationId="{AD6DD4B2-4DD1-084D-1EAF-8607A109A2E3}"/>
          </ac:spMkLst>
        </pc:spChg>
        <pc:spChg chg="add mod">
          <ac:chgData name="Toby Donaldson" userId="2e6e5431-bb17-4c41-9985-d39c50d83c73" providerId="ADAL" clId="{7F9681A8-EEE2-56F4-9B39-ECCBEE0471AC}" dt="2026-07-06T19:04:17.767" v="21122" actId="20577"/>
          <ac:spMkLst>
            <pc:docMk/>
            <pc:sldMk cId="1955106547" sldId="313"/>
            <ac:spMk id="9" creationId="{75257CFA-E4D5-77E0-7CBB-44A71F66C514}"/>
          </ac:spMkLst>
        </pc:spChg>
        <pc:spChg chg="add mod">
          <ac:chgData name="Toby Donaldson" userId="2e6e5431-bb17-4c41-9985-d39c50d83c73" providerId="ADAL" clId="{7F9681A8-EEE2-56F4-9B39-ECCBEE0471AC}" dt="2026-07-06T19:04:23.200" v="21126" actId="113"/>
          <ac:spMkLst>
            <pc:docMk/>
            <pc:sldMk cId="1955106547" sldId="313"/>
            <ac:spMk id="10" creationId="{C839C654-0CE0-8D56-0073-3093C8B08778}"/>
          </ac:spMkLst>
        </pc:spChg>
        <pc:picChg chg="mod">
          <ac:chgData name="Toby Donaldson" userId="2e6e5431-bb17-4c41-9985-d39c50d83c73" providerId="ADAL" clId="{7F9681A8-EEE2-56F4-9B39-ECCBEE0471AC}" dt="2026-07-06T18:51:42.647" v="20719" actId="1076"/>
          <ac:picMkLst>
            <pc:docMk/>
            <pc:sldMk cId="1955106547" sldId="313"/>
            <ac:picMk id="4" creationId="{6F2F89A0-607F-8B12-8957-FF3203B75903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7-06T19:13:53.015" v="21211" actId="1076"/>
        <pc:sldMkLst>
          <pc:docMk/>
          <pc:sldMk cId="2609212018" sldId="314"/>
        </pc:sldMkLst>
        <pc:spChg chg="mod">
          <ac:chgData name="Toby Donaldson" userId="2e6e5431-bb17-4c41-9985-d39c50d83c73" providerId="ADAL" clId="{7F9681A8-EEE2-56F4-9B39-ECCBEE0471AC}" dt="2026-07-06T18:54:42.342" v="20795" actId="1076"/>
          <ac:spMkLst>
            <pc:docMk/>
            <pc:sldMk cId="2609212018" sldId="314"/>
            <ac:spMk id="2" creationId="{C0FDCFF5-4ECF-4EC9-E405-83E6EDEC4482}"/>
          </ac:spMkLst>
        </pc:spChg>
        <pc:spChg chg="mod">
          <ac:chgData name="Toby Donaldson" userId="2e6e5431-bb17-4c41-9985-d39c50d83c73" providerId="ADAL" clId="{7F9681A8-EEE2-56F4-9B39-ECCBEE0471AC}" dt="2026-07-06T18:56:16.783" v="20807" actId="20577"/>
          <ac:spMkLst>
            <pc:docMk/>
            <pc:sldMk cId="2609212018" sldId="314"/>
            <ac:spMk id="9" creationId="{27CB4BF3-52A0-D364-BF60-531A269B2042}"/>
          </ac:spMkLst>
        </pc:spChg>
        <pc:spChg chg="mod">
          <ac:chgData name="Toby Donaldson" userId="2e6e5431-bb17-4c41-9985-d39c50d83c73" providerId="ADAL" clId="{7F9681A8-EEE2-56F4-9B39-ECCBEE0471AC}" dt="2026-07-06T18:55:51.880" v="20804" actId="165"/>
          <ac:spMkLst>
            <pc:docMk/>
            <pc:sldMk cId="2609212018" sldId="314"/>
            <ac:spMk id="10" creationId="{E0B5C551-B8C6-1BD2-00E6-4105D25B902C}"/>
          </ac:spMkLst>
        </pc:spChg>
        <pc:spChg chg="mod">
          <ac:chgData name="Toby Donaldson" userId="2e6e5431-bb17-4c41-9985-d39c50d83c73" providerId="ADAL" clId="{7F9681A8-EEE2-56F4-9B39-ECCBEE0471AC}" dt="2026-07-06T18:56:19.768" v="20808" actId="20577"/>
          <ac:spMkLst>
            <pc:docMk/>
            <pc:sldMk cId="2609212018" sldId="314"/>
            <ac:spMk id="12" creationId="{5900A31B-C071-08CB-1EC2-7D37D9BB838F}"/>
          </ac:spMkLst>
        </pc:spChg>
        <pc:spChg chg="mod">
          <ac:chgData name="Toby Donaldson" userId="2e6e5431-bb17-4c41-9985-d39c50d83c73" providerId="ADAL" clId="{7F9681A8-EEE2-56F4-9B39-ECCBEE0471AC}" dt="2026-07-06T18:56:10.177" v="20806" actId="465"/>
          <ac:spMkLst>
            <pc:docMk/>
            <pc:sldMk cId="2609212018" sldId="314"/>
            <ac:spMk id="13" creationId="{E533EFFF-480C-DA21-D92C-627972076A83}"/>
          </ac:spMkLst>
        </pc:spChg>
        <pc:spChg chg="mod topLvl">
          <ac:chgData name="Toby Donaldson" userId="2e6e5431-bb17-4c41-9985-d39c50d83c73" providerId="ADAL" clId="{7F9681A8-EEE2-56F4-9B39-ECCBEE0471AC}" dt="2026-07-06T18:55:51.880" v="20804" actId="165"/>
          <ac:spMkLst>
            <pc:docMk/>
            <pc:sldMk cId="2609212018" sldId="314"/>
            <ac:spMk id="28" creationId="{AFC79115-993E-1C3B-C1E4-DC191A0A352B}"/>
          </ac:spMkLst>
        </pc:spChg>
        <pc:spChg chg="mod topLvl">
          <ac:chgData name="Toby Donaldson" userId="2e6e5431-bb17-4c41-9985-d39c50d83c73" providerId="ADAL" clId="{7F9681A8-EEE2-56F4-9B39-ECCBEE0471AC}" dt="2026-07-06T18:56:10.177" v="20806" actId="465"/>
          <ac:spMkLst>
            <pc:docMk/>
            <pc:sldMk cId="2609212018" sldId="314"/>
            <ac:spMk id="29" creationId="{2884EFBC-F709-EF30-E6AD-9E664E242795}"/>
          </ac:spMkLst>
        </pc:spChg>
        <pc:spChg chg="mod topLvl">
          <ac:chgData name="Toby Donaldson" userId="2e6e5431-bb17-4c41-9985-d39c50d83c73" providerId="ADAL" clId="{7F9681A8-EEE2-56F4-9B39-ECCBEE0471AC}" dt="2026-07-06T19:13:53.015" v="21211" actId="1076"/>
          <ac:spMkLst>
            <pc:docMk/>
            <pc:sldMk cId="2609212018" sldId="314"/>
            <ac:spMk id="30" creationId="{7670043F-5D40-7BE3-F50E-E5777FC5CCC6}"/>
          </ac:spMkLst>
        </pc:spChg>
        <pc:spChg chg="mod topLvl">
          <ac:chgData name="Toby Donaldson" userId="2e6e5431-bb17-4c41-9985-d39c50d83c73" providerId="ADAL" clId="{7F9681A8-EEE2-56F4-9B39-ECCBEE0471AC}" dt="2026-07-06T18:56:10.177" v="20806" actId="465"/>
          <ac:spMkLst>
            <pc:docMk/>
            <pc:sldMk cId="2609212018" sldId="314"/>
            <ac:spMk id="33" creationId="{5FF92895-4314-B353-15E1-517501FD30BD}"/>
          </ac:spMkLst>
        </pc:spChg>
        <pc:spChg chg="mod topLvl">
          <ac:chgData name="Toby Donaldson" userId="2e6e5431-bb17-4c41-9985-d39c50d83c73" providerId="ADAL" clId="{7F9681A8-EEE2-56F4-9B39-ECCBEE0471AC}" dt="2026-07-06T18:56:26.285" v="20809" actId="20577"/>
          <ac:spMkLst>
            <pc:docMk/>
            <pc:sldMk cId="2609212018" sldId="314"/>
            <ac:spMk id="35" creationId="{EB8131E8-C111-73CE-6E06-E48738020D4F}"/>
          </ac:spMkLst>
        </pc:spChg>
        <pc:spChg chg="mod topLvl">
          <ac:chgData name="Toby Donaldson" userId="2e6e5431-bb17-4c41-9985-d39c50d83c73" providerId="ADAL" clId="{7F9681A8-EEE2-56F4-9B39-ECCBEE0471AC}" dt="2026-07-06T18:56:10.177" v="20806" actId="465"/>
          <ac:spMkLst>
            <pc:docMk/>
            <pc:sldMk cId="2609212018" sldId="314"/>
            <ac:spMk id="44" creationId="{74A9039D-D918-FC3A-24EF-45C2B30E298E}"/>
          </ac:spMkLst>
        </pc:spChg>
        <pc:spChg chg="add mod">
          <ac:chgData name="Toby Donaldson" userId="2e6e5431-bb17-4c41-9985-d39c50d83c73" providerId="ADAL" clId="{7F9681A8-EEE2-56F4-9B39-ECCBEE0471AC}" dt="2026-07-06T18:58:00.218" v="20909" actId="1076"/>
          <ac:spMkLst>
            <pc:docMk/>
            <pc:sldMk cId="2609212018" sldId="314"/>
            <ac:spMk id="60" creationId="{2091148B-1BB5-E3C2-B2EB-70E4A8393E37}"/>
          </ac:spMkLst>
        </pc:spChg>
        <pc:grpChg chg="add del mod">
          <ac:chgData name="Toby Donaldson" userId="2e6e5431-bb17-4c41-9985-d39c50d83c73" providerId="ADAL" clId="{7F9681A8-EEE2-56F4-9B39-ECCBEE0471AC}" dt="2026-07-06T18:54:26.825" v="20791" actId="165"/>
          <ac:grpSpMkLst>
            <pc:docMk/>
            <pc:sldMk cId="2609212018" sldId="314"/>
            <ac:grpSpMk id="3" creationId="{C25257F6-A4C3-13EA-7351-28587EBD54AF}"/>
          </ac:grpSpMkLst>
        </pc:grpChg>
        <pc:grpChg chg="del">
          <ac:chgData name="Toby Donaldson" userId="2e6e5431-bb17-4c41-9985-d39c50d83c73" providerId="ADAL" clId="{7F9681A8-EEE2-56F4-9B39-ECCBEE0471AC}" dt="2026-07-06T18:54:09.166" v="20788" actId="21"/>
          <ac:grpSpMkLst>
            <pc:docMk/>
            <pc:sldMk cId="2609212018" sldId="314"/>
            <ac:grpSpMk id="4" creationId="{349C677C-B300-1C7D-7ECE-0FCBDFA6CC92}"/>
          </ac:grpSpMkLst>
        </pc:grpChg>
        <pc:grpChg chg="mod topLvl">
          <ac:chgData name="Toby Donaldson" userId="2e6e5431-bb17-4c41-9985-d39c50d83c73" providerId="ADAL" clId="{7F9681A8-EEE2-56F4-9B39-ECCBEE0471AC}" dt="2026-07-06T18:54:59.152" v="20798" actId="1076"/>
          <ac:grpSpMkLst>
            <pc:docMk/>
            <pc:sldMk cId="2609212018" sldId="314"/>
            <ac:grpSpMk id="7" creationId="{9BE82E91-49BB-AD85-3BF3-3B9C3C11DB1F}"/>
          </ac:grpSpMkLst>
        </pc:grpChg>
        <pc:grpChg chg="mod">
          <ac:chgData name="Toby Donaldson" userId="2e6e5431-bb17-4c41-9985-d39c50d83c73" providerId="ADAL" clId="{7F9681A8-EEE2-56F4-9B39-ECCBEE0471AC}" dt="2026-07-06T18:56:10.177" v="20806" actId="465"/>
          <ac:grpSpMkLst>
            <pc:docMk/>
            <pc:sldMk cId="2609212018" sldId="314"/>
            <ac:grpSpMk id="8" creationId="{E4153813-57E9-B0B4-9F5D-BD987DDF61D2}"/>
          </ac:grpSpMkLst>
        </pc:grpChg>
        <pc:grpChg chg="mod">
          <ac:chgData name="Toby Donaldson" userId="2e6e5431-bb17-4c41-9985-d39c50d83c73" providerId="ADAL" clId="{7F9681A8-EEE2-56F4-9B39-ECCBEE0471AC}" dt="2026-07-06T18:56:10.177" v="20806" actId="465"/>
          <ac:grpSpMkLst>
            <pc:docMk/>
            <pc:sldMk cId="2609212018" sldId="314"/>
            <ac:grpSpMk id="11" creationId="{2AEDC08B-DE60-8437-5416-2CCE30805C4B}"/>
          </ac:grpSpMkLst>
        </pc:grpChg>
        <pc:grpChg chg="mod topLvl">
          <ac:chgData name="Toby Donaldson" userId="2e6e5431-bb17-4c41-9985-d39c50d83c73" providerId="ADAL" clId="{7F9681A8-EEE2-56F4-9B39-ECCBEE0471AC}" dt="2026-07-06T18:54:59.152" v="20798" actId="1076"/>
          <ac:grpSpMkLst>
            <pc:docMk/>
            <pc:sldMk cId="2609212018" sldId="314"/>
            <ac:grpSpMk id="14" creationId="{8AE4878C-A196-5047-7F10-696863384601}"/>
          </ac:grpSpMkLst>
        </pc:grpChg>
        <pc:grpChg chg="del">
          <ac:chgData name="Toby Donaldson" userId="2e6e5431-bb17-4c41-9985-d39c50d83c73" providerId="ADAL" clId="{7F9681A8-EEE2-56F4-9B39-ECCBEE0471AC}" dt="2026-07-06T18:54:03.272" v="20785" actId="21"/>
          <ac:grpSpMkLst>
            <pc:docMk/>
            <pc:sldMk cId="2609212018" sldId="314"/>
            <ac:grpSpMk id="17" creationId="{413F4B26-D473-D84B-96DB-B6DB8714CC33}"/>
          </ac:grpSpMkLst>
        </pc:grpChg>
        <pc:grpChg chg="del">
          <ac:chgData name="Toby Donaldson" userId="2e6e5431-bb17-4c41-9985-d39c50d83c73" providerId="ADAL" clId="{7F9681A8-EEE2-56F4-9B39-ECCBEE0471AC}" dt="2026-07-06T18:54:03.272" v="20785" actId="21"/>
          <ac:grpSpMkLst>
            <pc:docMk/>
            <pc:sldMk cId="2609212018" sldId="314"/>
            <ac:grpSpMk id="20" creationId="{3B9C0789-80D0-4496-30B2-EF6719FAA135}"/>
          </ac:grpSpMkLst>
        </pc:grpChg>
        <pc:grpChg chg="del">
          <ac:chgData name="Toby Donaldson" userId="2e6e5431-bb17-4c41-9985-d39c50d83c73" providerId="ADAL" clId="{7F9681A8-EEE2-56F4-9B39-ECCBEE0471AC}" dt="2026-07-06T18:54:03.272" v="20785" actId="21"/>
          <ac:grpSpMkLst>
            <pc:docMk/>
            <pc:sldMk cId="2609212018" sldId="314"/>
            <ac:grpSpMk id="24" creationId="{01AF1958-5BDD-CA5E-42B4-1FFC7E3CA0E4}"/>
          </ac:grpSpMkLst>
        </pc:grpChg>
        <pc:grpChg chg="mod">
          <ac:chgData name="Toby Donaldson" userId="2e6e5431-bb17-4c41-9985-d39c50d83c73" providerId="ADAL" clId="{7F9681A8-EEE2-56F4-9B39-ECCBEE0471AC}" dt="2026-07-06T18:54:59.152" v="20798" actId="1076"/>
          <ac:grpSpMkLst>
            <pc:docMk/>
            <pc:sldMk cId="2609212018" sldId="314"/>
            <ac:grpSpMk id="31" creationId="{02B2B7D4-4B77-45FD-9BF3-8E85CA1264A0}"/>
          </ac:grpSpMkLst>
        </pc:grpChg>
        <pc:grpChg chg="add mod">
          <ac:chgData name="Toby Donaldson" userId="2e6e5431-bb17-4c41-9985-d39c50d83c73" providerId="ADAL" clId="{7F9681A8-EEE2-56F4-9B39-ECCBEE0471AC}" dt="2026-07-06T18:55:14.333" v="20799" actId="1076"/>
          <ac:grpSpMkLst>
            <pc:docMk/>
            <pc:sldMk cId="2609212018" sldId="314"/>
            <ac:grpSpMk id="34" creationId="{C238C355-3D59-5BDE-DACD-C4A5C3E52B66}"/>
          </ac:grpSpMkLst>
        </pc:grpChg>
        <pc:grpChg chg="del">
          <ac:chgData name="Toby Donaldson" userId="2e6e5431-bb17-4c41-9985-d39c50d83c73" providerId="ADAL" clId="{7F9681A8-EEE2-56F4-9B39-ECCBEE0471AC}" dt="2026-07-06T18:54:09.166" v="20788" actId="21"/>
          <ac:grpSpMkLst>
            <pc:docMk/>
            <pc:sldMk cId="2609212018" sldId="314"/>
            <ac:grpSpMk id="37" creationId="{1D63B83B-7314-DABB-B7B5-2922F8A29702}"/>
          </ac:grpSpMkLst>
        </pc:grpChg>
        <pc:grpChg chg="mod">
          <ac:chgData name="Toby Donaldson" userId="2e6e5431-bb17-4c41-9985-d39c50d83c73" providerId="ADAL" clId="{7F9681A8-EEE2-56F4-9B39-ECCBEE0471AC}" dt="2026-07-06T18:54:59.152" v="20798" actId="1076"/>
          <ac:grpSpMkLst>
            <pc:docMk/>
            <pc:sldMk cId="2609212018" sldId="314"/>
            <ac:grpSpMk id="38" creationId="{7734A854-7E3D-FA27-180A-AB8D75F8C6CE}"/>
          </ac:grpSpMkLst>
        </pc:grpChg>
        <pc:grpChg chg="del">
          <ac:chgData name="Toby Donaldson" userId="2e6e5431-bb17-4c41-9985-d39c50d83c73" providerId="ADAL" clId="{7F9681A8-EEE2-56F4-9B39-ECCBEE0471AC}" dt="2026-07-06T18:54:03.272" v="20785" actId="21"/>
          <ac:grpSpMkLst>
            <pc:docMk/>
            <pc:sldMk cId="2609212018" sldId="314"/>
            <ac:grpSpMk id="41" creationId="{3F471138-04B5-DDC5-D3D3-AB006A0FBE82}"/>
          </ac:grpSpMkLst>
        </pc:grpChg>
        <pc:grpChg chg="del">
          <ac:chgData name="Toby Donaldson" userId="2e6e5431-bb17-4c41-9985-d39c50d83c73" providerId="ADAL" clId="{7F9681A8-EEE2-56F4-9B39-ECCBEE0471AC}" dt="2026-07-06T18:53:59.230" v="20784" actId="21"/>
          <ac:grpSpMkLst>
            <pc:docMk/>
            <pc:sldMk cId="2609212018" sldId="314"/>
            <ac:grpSpMk id="47" creationId="{C1529A8A-4E7B-6A56-5370-F4AD40B38765}"/>
          </ac:grpSpMkLst>
        </pc:grpChg>
        <pc:grpChg chg="del">
          <ac:chgData name="Toby Donaldson" userId="2e6e5431-bb17-4c41-9985-d39c50d83c73" providerId="ADAL" clId="{7F9681A8-EEE2-56F4-9B39-ECCBEE0471AC}" dt="2026-07-06T18:53:59.230" v="20784" actId="21"/>
          <ac:grpSpMkLst>
            <pc:docMk/>
            <pc:sldMk cId="2609212018" sldId="314"/>
            <ac:grpSpMk id="61" creationId="{7F56D0B9-8A42-EB4B-7D05-0E30AED036B9}"/>
          </ac:grpSpMkLst>
        </pc:grpChg>
        <pc:grpChg chg="del">
          <ac:chgData name="Toby Donaldson" userId="2e6e5431-bb17-4c41-9985-d39c50d83c73" providerId="ADAL" clId="{7F9681A8-EEE2-56F4-9B39-ECCBEE0471AC}" dt="2026-07-06T18:53:59.230" v="20784" actId="21"/>
          <ac:grpSpMkLst>
            <pc:docMk/>
            <pc:sldMk cId="2609212018" sldId="314"/>
            <ac:grpSpMk id="62" creationId="{089CB844-84DC-AA31-A7E6-FAF4B49BF126}"/>
          </ac:grpSpMkLst>
        </pc:grpChg>
        <pc:grpChg chg="del">
          <ac:chgData name="Toby Donaldson" userId="2e6e5431-bb17-4c41-9985-d39c50d83c73" providerId="ADAL" clId="{7F9681A8-EEE2-56F4-9B39-ECCBEE0471AC}" dt="2026-07-06T18:54:03.272" v="20785" actId="21"/>
          <ac:grpSpMkLst>
            <pc:docMk/>
            <pc:sldMk cId="2609212018" sldId="314"/>
            <ac:grpSpMk id="73" creationId="{02AC9863-EC76-B63E-D7D7-8A2725FC964B}"/>
          </ac:grpSpMkLst>
        </pc:grpChg>
        <pc:grpChg chg="del">
          <ac:chgData name="Toby Donaldson" userId="2e6e5431-bb17-4c41-9985-d39c50d83c73" providerId="ADAL" clId="{7F9681A8-EEE2-56F4-9B39-ECCBEE0471AC}" dt="2026-07-06T18:54:03.272" v="20785" actId="21"/>
          <ac:grpSpMkLst>
            <pc:docMk/>
            <pc:sldMk cId="2609212018" sldId="314"/>
            <ac:grpSpMk id="76" creationId="{C858D442-44D0-B3D7-794F-2227B2505281}"/>
          </ac:grpSpMkLst>
        </pc:grpChg>
        <pc:grpChg chg="del">
          <ac:chgData name="Toby Donaldson" userId="2e6e5431-bb17-4c41-9985-d39c50d83c73" providerId="ADAL" clId="{7F9681A8-EEE2-56F4-9B39-ECCBEE0471AC}" dt="2026-07-06T18:54:03.272" v="20785" actId="21"/>
          <ac:grpSpMkLst>
            <pc:docMk/>
            <pc:sldMk cId="2609212018" sldId="314"/>
            <ac:grpSpMk id="80" creationId="{1720C181-BE46-EBC8-87AE-778162E7946B}"/>
          </ac:grpSpMkLst>
        </pc:grpChg>
        <pc:grpChg chg="del">
          <ac:chgData name="Toby Donaldson" userId="2e6e5431-bb17-4c41-9985-d39c50d83c73" providerId="ADAL" clId="{7F9681A8-EEE2-56F4-9B39-ECCBEE0471AC}" dt="2026-07-06T18:53:59.230" v="20784" actId="21"/>
          <ac:grpSpMkLst>
            <pc:docMk/>
            <pc:sldMk cId="2609212018" sldId="314"/>
            <ac:grpSpMk id="87" creationId="{F710CE7C-1C2F-0AB4-BFE4-09C2EF48075D}"/>
          </ac:grpSpMkLst>
        </pc:grpChg>
        <pc:grpChg chg="del">
          <ac:chgData name="Toby Donaldson" userId="2e6e5431-bb17-4c41-9985-d39c50d83c73" providerId="ADAL" clId="{7F9681A8-EEE2-56F4-9B39-ECCBEE0471AC}" dt="2026-07-06T18:53:59.230" v="20784" actId="21"/>
          <ac:grpSpMkLst>
            <pc:docMk/>
            <pc:sldMk cId="2609212018" sldId="314"/>
            <ac:grpSpMk id="88" creationId="{2C521A10-CB2B-9EC4-474D-AC029582FD34}"/>
          </ac:grpSpMkLst>
        </pc:grpChg>
        <pc:grpChg chg="del">
          <ac:chgData name="Toby Donaldson" userId="2e6e5431-bb17-4c41-9985-d39c50d83c73" providerId="ADAL" clId="{7F9681A8-EEE2-56F4-9B39-ECCBEE0471AC}" dt="2026-07-06T18:54:03.272" v="20785" actId="21"/>
          <ac:grpSpMkLst>
            <pc:docMk/>
            <pc:sldMk cId="2609212018" sldId="314"/>
            <ac:grpSpMk id="89" creationId="{5AB6ABE2-E89E-1617-F085-63AB5BC940FF}"/>
          </ac:grpSpMkLst>
        </pc:grpChg>
        <pc:cxnChg chg="mod">
          <ac:chgData name="Toby Donaldson" userId="2e6e5431-bb17-4c41-9985-d39c50d83c73" providerId="ADAL" clId="{7F9681A8-EEE2-56F4-9B39-ECCBEE0471AC}" dt="2026-07-06T18:56:10.177" v="20806" actId="465"/>
          <ac:cxnSpMkLst>
            <pc:docMk/>
            <pc:sldMk cId="2609212018" sldId="314"/>
            <ac:cxnSpMk id="15" creationId="{45A7C839-764F-7454-B7A1-F975DA5042D0}"/>
          </ac:cxnSpMkLst>
        </pc:cxnChg>
        <pc:cxnChg chg="mod topLvl">
          <ac:chgData name="Toby Donaldson" userId="2e6e5431-bb17-4c41-9985-d39c50d83c73" providerId="ADAL" clId="{7F9681A8-EEE2-56F4-9B39-ECCBEE0471AC}" dt="2026-07-06T18:56:10.177" v="20806" actId="465"/>
          <ac:cxnSpMkLst>
            <pc:docMk/>
            <pc:sldMk cId="2609212018" sldId="314"/>
            <ac:cxnSpMk id="16" creationId="{6D413EE0-F764-0D75-0F7A-AFFD96098BDA}"/>
          </ac:cxnSpMkLst>
        </pc:cxnChg>
        <pc:cxnChg chg="del mod">
          <ac:chgData name="Toby Donaldson" userId="2e6e5431-bb17-4c41-9985-d39c50d83c73" providerId="ADAL" clId="{7F9681A8-EEE2-56F4-9B39-ECCBEE0471AC}" dt="2026-07-06T18:54:03.272" v="20785" actId="21"/>
          <ac:cxnSpMkLst>
            <pc:docMk/>
            <pc:sldMk cId="2609212018" sldId="314"/>
            <ac:cxnSpMk id="27" creationId="{0262CB47-967A-19A8-0B17-DE9FF97D9897}"/>
          </ac:cxnSpMkLst>
        </pc:cxnChg>
        <pc:cxnChg chg="add mod">
          <ac:chgData name="Toby Donaldson" userId="2e6e5431-bb17-4c41-9985-d39c50d83c73" providerId="ADAL" clId="{7F9681A8-EEE2-56F4-9B39-ECCBEE0471AC}" dt="2026-07-06T18:55:20.435" v="20800" actId="14100"/>
          <ac:cxnSpMkLst>
            <pc:docMk/>
            <pc:sldMk cId="2609212018" sldId="314"/>
            <ac:cxnSpMk id="45" creationId="{77535277-7EB1-0199-9D01-845B59CB83D4}"/>
          </ac:cxnSpMkLst>
        </pc:cxnChg>
        <pc:cxnChg chg="mod">
          <ac:chgData name="Toby Donaldson" userId="2e6e5431-bb17-4c41-9985-d39c50d83c73" providerId="ADAL" clId="{7F9681A8-EEE2-56F4-9B39-ECCBEE0471AC}" dt="2026-07-06T18:53:59.230" v="20784" actId="21"/>
          <ac:cxnSpMkLst>
            <pc:docMk/>
            <pc:sldMk cId="2609212018" sldId="314"/>
            <ac:cxnSpMk id="50" creationId="{54996450-A75F-E0CC-86C9-1034018B8895}"/>
          </ac:cxnSpMkLst>
        </pc:cxnChg>
        <pc:cxnChg chg="add mod">
          <ac:chgData name="Toby Donaldson" userId="2e6e5431-bb17-4c41-9985-d39c50d83c73" providerId="ADAL" clId="{7F9681A8-EEE2-56F4-9B39-ECCBEE0471AC}" dt="2026-07-06T18:56:10.177" v="20806" actId="465"/>
          <ac:cxnSpMkLst>
            <pc:docMk/>
            <pc:sldMk cId="2609212018" sldId="314"/>
            <ac:cxnSpMk id="55" creationId="{C2F678D7-0AAA-A9EA-9830-344C8AC2318E}"/>
          </ac:cxnSpMkLst>
        </pc:cxnChg>
        <pc:cxnChg chg="del mod">
          <ac:chgData name="Toby Donaldson" userId="2e6e5431-bb17-4c41-9985-d39c50d83c73" providerId="ADAL" clId="{7F9681A8-EEE2-56F4-9B39-ECCBEE0471AC}" dt="2026-07-06T18:53:59.230" v="20784" actId="21"/>
          <ac:cxnSpMkLst>
            <pc:docMk/>
            <pc:sldMk cId="2609212018" sldId="314"/>
            <ac:cxnSpMk id="63" creationId="{4C275D7D-BF64-10DE-BBF4-4D09BF347692}"/>
          </ac:cxnSpMkLst>
        </pc:cxnChg>
        <pc:cxnChg chg="del mod">
          <ac:chgData name="Toby Donaldson" userId="2e6e5431-bb17-4c41-9985-d39c50d83c73" providerId="ADAL" clId="{7F9681A8-EEE2-56F4-9B39-ECCBEE0471AC}" dt="2026-07-06T18:54:03.272" v="20785" actId="21"/>
          <ac:cxnSpMkLst>
            <pc:docMk/>
            <pc:sldMk cId="2609212018" sldId="314"/>
            <ac:cxnSpMk id="79" creationId="{8986BB4E-9A48-CC34-8F20-BB762D20CE07}"/>
          </ac:cxnSpMkLst>
        </pc:cxnChg>
      </pc:sldChg>
      <pc:sldChg chg="delSp modSp add mod ord">
        <pc:chgData name="Toby Donaldson" userId="2e6e5431-bb17-4c41-9985-d39c50d83c73" providerId="ADAL" clId="{7F9681A8-EEE2-56F4-9B39-ECCBEE0471AC}" dt="2026-07-06T19:14:00.432" v="21212" actId="1076"/>
        <pc:sldMkLst>
          <pc:docMk/>
          <pc:sldMk cId="3293605561" sldId="315"/>
        </pc:sldMkLst>
        <pc:spChg chg="mod">
          <ac:chgData name="Toby Donaldson" userId="2e6e5431-bb17-4c41-9985-d39c50d83c73" providerId="ADAL" clId="{7F9681A8-EEE2-56F4-9B39-ECCBEE0471AC}" dt="2026-07-06T19:14:00.432" v="21212" actId="1076"/>
          <ac:spMkLst>
            <pc:docMk/>
            <pc:sldMk cId="3293605561" sldId="315"/>
            <ac:spMk id="30" creationId="{E04E2021-F121-CF0B-86C1-0CD08FB6FF2F}"/>
          </ac:spMkLst>
        </pc:spChg>
        <pc:spChg chg="mod topLvl">
          <ac:chgData name="Toby Donaldson" userId="2e6e5431-bb17-4c41-9985-d39c50d83c73" providerId="ADAL" clId="{7F9681A8-EEE2-56F4-9B39-ECCBEE0471AC}" dt="2026-07-06T18:56:41.252" v="20812" actId="20577"/>
          <ac:spMkLst>
            <pc:docMk/>
            <pc:sldMk cId="3293605561" sldId="315"/>
            <ac:spMk id="39" creationId="{59A7630F-F9E3-C90F-4FA3-5DD1A633BBF2}"/>
          </ac:spMkLst>
        </pc:spChg>
        <pc:grpChg chg="del">
          <ac:chgData name="Toby Donaldson" userId="2e6e5431-bb17-4c41-9985-d39c50d83c73" providerId="ADAL" clId="{7F9681A8-EEE2-56F4-9B39-ECCBEE0471AC}" dt="2026-07-06T18:56:37.932" v="20811" actId="21"/>
          <ac:grpSpMkLst>
            <pc:docMk/>
            <pc:sldMk cId="3293605561" sldId="315"/>
            <ac:grpSpMk id="38" creationId="{E949AEC5-0E6B-7FAD-04FF-CAE011E0ACC2}"/>
          </ac:grpSpMkLst>
        </pc:grpChg>
        <pc:picChg chg="del topLvl">
          <ac:chgData name="Toby Donaldson" userId="2e6e5431-bb17-4c41-9985-d39c50d83c73" providerId="ADAL" clId="{7F9681A8-EEE2-56F4-9B39-ECCBEE0471AC}" dt="2026-07-06T18:56:37.932" v="20811" actId="21"/>
          <ac:picMkLst>
            <pc:docMk/>
            <pc:sldMk cId="3293605561" sldId="315"/>
            <ac:picMk id="40" creationId="{19CCC16E-9EAE-CABC-AD96-C9053BAAD249}"/>
          </ac:picMkLst>
        </pc:picChg>
      </pc:sldChg>
      <pc:sldChg chg="delSp modSp add del mod">
        <pc:chgData name="Toby Donaldson" userId="2e6e5431-bb17-4c41-9985-d39c50d83c73" providerId="ADAL" clId="{7F9681A8-EEE2-56F4-9B39-ECCBEE0471AC}" dt="2026-07-06T19:19:59.130" v="21253" actId="2696"/>
        <pc:sldMkLst>
          <pc:docMk/>
          <pc:sldMk cId="580827632" sldId="316"/>
        </pc:sldMkLst>
        <pc:spChg chg="mod">
          <ac:chgData name="Toby Donaldson" userId="2e6e5431-bb17-4c41-9985-d39c50d83c73" providerId="ADAL" clId="{7F9681A8-EEE2-56F4-9B39-ECCBEE0471AC}" dt="2026-07-06T18:58:23.446" v="20912" actId="1076"/>
          <ac:spMkLst>
            <pc:docMk/>
            <pc:sldMk cId="580827632" sldId="316"/>
            <ac:spMk id="28" creationId="{D163AECE-EE67-306D-DAB0-C68DAAEC37BC}"/>
          </ac:spMkLst>
        </pc:spChg>
        <pc:spChg chg="mod">
          <ac:chgData name="Toby Donaldson" userId="2e6e5431-bb17-4c41-9985-d39c50d83c73" providerId="ADAL" clId="{7F9681A8-EEE2-56F4-9B39-ECCBEE0471AC}" dt="2026-07-06T18:58:23.446" v="20912" actId="1076"/>
          <ac:spMkLst>
            <pc:docMk/>
            <pc:sldMk cId="580827632" sldId="316"/>
            <ac:spMk id="29" creationId="{1EC5CF18-1B33-B5F6-48F3-EBED115DD134}"/>
          </ac:spMkLst>
        </pc:spChg>
        <pc:spChg chg="mod">
          <ac:chgData name="Toby Donaldson" userId="2e6e5431-bb17-4c41-9985-d39c50d83c73" providerId="ADAL" clId="{7F9681A8-EEE2-56F4-9B39-ECCBEE0471AC}" dt="2026-07-06T18:58:23.446" v="20912" actId="1076"/>
          <ac:spMkLst>
            <pc:docMk/>
            <pc:sldMk cId="580827632" sldId="316"/>
            <ac:spMk id="30" creationId="{288D78F8-495F-7076-6C7A-4D920E7CCE74}"/>
          </ac:spMkLst>
        </pc:spChg>
        <pc:spChg chg="mod">
          <ac:chgData name="Toby Donaldson" userId="2e6e5431-bb17-4c41-9985-d39c50d83c73" providerId="ADAL" clId="{7F9681A8-EEE2-56F4-9B39-ECCBEE0471AC}" dt="2026-07-06T18:58:23.446" v="20912" actId="1076"/>
          <ac:spMkLst>
            <pc:docMk/>
            <pc:sldMk cId="580827632" sldId="316"/>
            <ac:spMk id="33" creationId="{7A783A87-A37B-3B40-789A-CABD3180FA7E}"/>
          </ac:spMkLst>
        </pc:spChg>
        <pc:spChg chg="mod">
          <ac:chgData name="Toby Donaldson" userId="2e6e5431-bb17-4c41-9985-d39c50d83c73" providerId="ADAL" clId="{7F9681A8-EEE2-56F4-9B39-ECCBEE0471AC}" dt="2026-07-06T18:58:23.446" v="20912" actId="1076"/>
          <ac:spMkLst>
            <pc:docMk/>
            <pc:sldMk cId="580827632" sldId="316"/>
            <ac:spMk id="35" creationId="{66355F39-DEB4-15AD-410C-3E2B68299950}"/>
          </ac:spMkLst>
        </pc:spChg>
        <pc:spChg chg="mod topLvl">
          <ac:chgData name="Toby Donaldson" userId="2e6e5431-bb17-4c41-9985-d39c50d83c73" providerId="ADAL" clId="{7F9681A8-EEE2-56F4-9B39-ECCBEE0471AC}" dt="2026-07-06T19:01:13.799" v="20966" actId="21"/>
          <ac:spMkLst>
            <pc:docMk/>
            <pc:sldMk cId="580827632" sldId="316"/>
            <ac:spMk id="39" creationId="{F17E6B84-D562-8A3E-6628-8F0AE58AD0B0}"/>
          </ac:spMkLst>
        </pc:spChg>
        <pc:spChg chg="mod">
          <ac:chgData name="Toby Donaldson" userId="2e6e5431-bb17-4c41-9985-d39c50d83c73" providerId="ADAL" clId="{7F9681A8-EEE2-56F4-9B39-ECCBEE0471AC}" dt="2026-07-06T18:58:23.446" v="20912" actId="1076"/>
          <ac:spMkLst>
            <pc:docMk/>
            <pc:sldMk cId="580827632" sldId="316"/>
            <ac:spMk id="44" creationId="{AA0B9EB1-81E4-0E5F-D459-1F570C0E90FA}"/>
          </ac:spMkLst>
        </pc:spChg>
        <pc:spChg chg="del mod">
          <ac:chgData name="Toby Donaldson" userId="2e6e5431-bb17-4c41-9985-d39c50d83c73" providerId="ADAL" clId="{7F9681A8-EEE2-56F4-9B39-ECCBEE0471AC}" dt="2026-07-06T19:01:17.005" v="20967" actId="21"/>
          <ac:spMkLst>
            <pc:docMk/>
            <pc:sldMk cId="580827632" sldId="316"/>
            <ac:spMk id="60" creationId="{D6FC4A21-A59A-7045-31D3-180F47DDE4CC}"/>
          </ac:spMkLst>
        </pc:spChg>
        <pc:grpChg chg="mod">
          <ac:chgData name="Toby Donaldson" userId="2e6e5431-bb17-4c41-9985-d39c50d83c73" providerId="ADAL" clId="{7F9681A8-EEE2-56F4-9B39-ECCBEE0471AC}" dt="2026-07-06T18:58:28.651" v="20913" actId="1076"/>
          <ac:grpSpMkLst>
            <pc:docMk/>
            <pc:sldMk cId="580827632" sldId="316"/>
            <ac:grpSpMk id="8" creationId="{1A4C145D-7690-E4A2-8EA2-32A1D47A3DF6}"/>
          </ac:grpSpMkLst>
        </pc:grpChg>
        <pc:grpChg chg="mod">
          <ac:chgData name="Toby Donaldson" userId="2e6e5431-bb17-4c41-9985-d39c50d83c73" providerId="ADAL" clId="{7F9681A8-EEE2-56F4-9B39-ECCBEE0471AC}" dt="2026-07-06T19:00:53.698" v="20963" actId="1076"/>
          <ac:grpSpMkLst>
            <pc:docMk/>
            <pc:sldMk cId="580827632" sldId="316"/>
            <ac:grpSpMk id="11" creationId="{1E8067CA-F5D1-5366-6D25-4FE061E957A9}"/>
          </ac:grpSpMkLst>
        </pc:grpChg>
        <pc:grpChg chg="del">
          <ac:chgData name="Toby Donaldson" userId="2e6e5431-bb17-4c41-9985-d39c50d83c73" providerId="ADAL" clId="{7F9681A8-EEE2-56F4-9B39-ECCBEE0471AC}" dt="2026-07-06T19:01:13.799" v="20966" actId="21"/>
          <ac:grpSpMkLst>
            <pc:docMk/>
            <pc:sldMk cId="580827632" sldId="316"/>
            <ac:grpSpMk id="38" creationId="{23061F50-1541-F535-24F1-4CD33833304E}"/>
          </ac:grpSpMkLst>
        </pc:grpChg>
        <pc:picChg chg="del topLvl">
          <ac:chgData name="Toby Donaldson" userId="2e6e5431-bb17-4c41-9985-d39c50d83c73" providerId="ADAL" clId="{7F9681A8-EEE2-56F4-9B39-ECCBEE0471AC}" dt="2026-07-06T19:01:13.799" v="20966" actId="21"/>
          <ac:picMkLst>
            <pc:docMk/>
            <pc:sldMk cId="580827632" sldId="316"/>
            <ac:picMk id="40" creationId="{EEACEE8C-EB5F-483B-0BB7-7D26E26DB4C2}"/>
          </ac:picMkLst>
        </pc:picChg>
        <pc:cxnChg chg="mod">
          <ac:chgData name="Toby Donaldson" userId="2e6e5431-bb17-4c41-9985-d39c50d83c73" providerId="ADAL" clId="{7F9681A8-EEE2-56F4-9B39-ECCBEE0471AC}" dt="2026-07-06T19:00:53.698" v="20963" actId="1076"/>
          <ac:cxnSpMkLst>
            <pc:docMk/>
            <pc:sldMk cId="580827632" sldId="316"/>
            <ac:cxnSpMk id="15" creationId="{9C61F6A6-43FC-1F30-80DC-A1A5953581DC}"/>
          </ac:cxnSpMkLst>
        </pc:cxnChg>
        <pc:cxnChg chg="mod">
          <ac:chgData name="Toby Donaldson" userId="2e6e5431-bb17-4c41-9985-d39c50d83c73" providerId="ADAL" clId="{7F9681A8-EEE2-56F4-9B39-ECCBEE0471AC}" dt="2026-07-06T18:58:23.446" v="20912" actId="1076"/>
          <ac:cxnSpMkLst>
            <pc:docMk/>
            <pc:sldMk cId="580827632" sldId="316"/>
            <ac:cxnSpMk id="16" creationId="{2DF5744E-8C75-7A0F-8282-B76E5C11D193}"/>
          </ac:cxnSpMkLst>
        </pc:cxnChg>
        <pc:cxnChg chg="mod">
          <ac:chgData name="Toby Donaldson" userId="2e6e5431-bb17-4c41-9985-d39c50d83c73" providerId="ADAL" clId="{7F9681A8-EEE2-56F4-9B39-ECCBEE0471AC}" dt="2026-07-06T18:58:23.446" v="20912" actId="1076"/>
          <ac:cxnSpMkLst>
            <pc:docMk/>
            <pc:sldMk cId="580827632" sldId="316"/>
            <ac:cxnSpMk id="45" creationId="{79CC1B86-0BB6-25FA-DA8E-819727833EC7}"/>
          </ac:cxnSpMkLst>
        </pc:cxnChg>
        <pc:cxnChg chg="mod">
          <ac:chgData name="Toby Donaldson" userId="2e6e5431-bb17-4c41-9985-d39c50d83c73" providerId="ADAL" clId="{7F9681A8-EEE2-56F4-9B39-ECCBEE0471AC}" dt="2026-07-06T18:58:47.502" v="20917" actId="14100"/>
          <ac:cxnSpMkLst>
            <pc:docMk/>
            <pc:sldMk cId="580827632" sldId="316"/>
            <ac:cxnSpMk id="55" creationId="{D10C7B8D-B330-CC2A-D262-2B02B5AF5788}"/>
          </ac:cxnSpMkLst>
        </pc:cxnChg>
      </pc:sldChg>
      <pc:sldChg chg="add del">
        <pc:chgData name="Toby Donaldson" userId="2e6e5431-bb17-4c41-9985-d39c50d83c73" providerId="ADAL" clId="{7F9681A8-EEE2-56F4-9B39-ECCBEE0471AC}" dt="2026-07-06T19:20:02.152" v="21254" actId="2696"/>
        <pc:sldMkLst>
          <pc:docMk/>
          <pc:sldMk cId="2933780532" sldId="317"/>
        </pc:sldMkLst>
      </pc:sldChg>
      <pc:sldChg chg="addSp delSp modSp add mod">
        <pc:chgData name="Toby Donaldson" userId="2e6e5431-bb17-4c41-9985-d39c50d83c73" providerId="ADAL" clId="{7F9681A8-EEE2-56F4-9B39-ECCBEE0471AC}" dt="2026-07-06T19:25:58.599" v="21288" actId="21"/>
        <pc:sldMkLst>
          <pc:docMk/>
          <pc:sldMk cId="3746489490" sldId="318"/>
        </pc:sldMkLst>
        <pc:spChg chg="mod">
          <ac:chgData name="Toby Donaldson" userId="2e6e5431-bb17-4c41-9985-d39c50d83c73" providerId="ADAL" clId="{7F9681A8-EEE2-56F4-9B39-ECCBEE0471AC}" dt="2026-07-06T19:24:41.359" v="21277" actId="20577"/>
          <ac:spMkLst>
            <pc:docMk/>
            <pc:sldMk cId="3746489490" sldId="318"/>
            <ac:spMk id="4" creationId="{AA62408A-1378-903A-90B3-BF86C3833561}"/>
          </ac:spMkLst>
        </pc:spChg>
        <pc:spChg chg="mod">
          <ac:chgData name="Toby Donaldson" userId="2e6e5431-bb17-4c41-9985-d39c50d83c73" providerId="ADAL" clId="{7F9681A8-EEE2-56F4-9B39-ECCBEE0471AC}" dt="2026-07-06T19:05:06.023" v="21129"/>
          <ac:spMkLst>
            <pc:docMk/>
            <pc:sldMk cId="3746489490" sldId="318"/>
            <ac:spMk id="5" creationId="{25EE8E64-2543-5321-3B7F-9C5E787A1DB3}"/>
          </ac:spMkLst>
        </pc:spChg>
        <pc:spChg chg="add del mod">
          <ac:chgData name="Toby Donaldson" userId="2e6e5431-bb17-4c41-9985-d39c50d83c73" providerId="ADAL" clId="{7F9681A8-EEE2-56F4-9B39-ECCBEE0471AC}" dt="2026-07-06T19:07:10.995" v="21146" actId="21"/>
          <ac:spMkLst>
            <pc:docMk/>
            <pc:sldMk cId="3746489490" sldId="318"/>
            <ac:spMk id="6" creationId="{A87CA2D3-CFF2-CFA1-F606-143A65CC0B74}"/>
          </ac:spMkLst>
        </pc:spChg>
        <pc:spChg chg="mod">
          <ac:chgData name="Toby Donaldson" userId="2e6e5431-bb17-4c41-9985-d39c50d83c73" providerId="ADAL" clId="{7F9681A8-EEE2-56F4-9B39-ECCBEE0471AC}" dt="2026-07-06T19:24:14.875" v="21275" actId="1076"/>
          <ac:spMkLst>
            <pc:docMk/>
            <pc:sldMk cId="3746489490" sldId="318"/>
            <ac:spMk id="9" creationId="{42F3610A-8D71-D4EA-B59E-4CD1A1862479}"/>
          </ac:spMkLst>
        </pc:spChg>
        <pc:spChg chg="mod">
          <ac:chgData name="Toby Donaldson" userId="2e6e5431-bb17-4c41-9985-d39c50d83c73" providerId="ADAL" clId="{7F9681A8-EEE2-56F4-9B39-ECCBEE0471AC}" dt="2026-07-06T19:23:55.509" v="21271" actId="20577"/>
          <ac:spMkLst>
            <pc:docMk/>
            <pc:sldMk cId="3746489490" sldId="318"/>
            <ac:spMk id="12" creationId="{DC075555-78C7-C11D-2DA6-1DE2D54522EC}"/>
          </ac:spMkLst>
        </pc:spChg>
        <pc:spChg chg="mod">
          <ac:chgData name="Toby Donaldson" userId="2e6e5431-bb17-4c41-9985-d39c50d83c73" providerId="ADAL" clId="{7F9681A8-EEE2-56F4-9B39-ECCBEE0471AC}" dt="2026-07-06T19:05:54.675" v="21137" actId="408"/>
          <ac:spMkLst>
            <pc:docMk/>
            <pc:sldMk cId="3746489490" sldId="318"/>
            <ac:spMk id="13" creationId="{7325C636-4DC0-BB48-1D1F-46EB451D3E73}"/>
          </ac:spMkLst>
        </pc:spChg>
        <pc:spChg chg="add del mod">
          <ac:chgData name="Toby Donaldson" userId="2e6e5431-bb17-4c41-9985-d39c50d83c73" providerId="ADAL" clId="{7F9681A8-EEE2-56F4-9B39-ECCBEE0471AC}" dt="2026-07-06T19:07:11.949" v="21148"/>
          <ac:spMkLst>
            <pc:docMk/>
            <pc:sldMk cId="3746489490" sldId="318"/>
            <ac:spMk id="23" creationId="{4155A9E8-F142-C371-AFDA-4E0AEA2F00EB}"/>
          </ac:spMkLst>
        </pc:spChg>
        <pc:spChg chg="mod">
          <ac:chgData name="Toby Donaldson" userId="2e6e5431-bb17-4c41-9985-d39c50d83c73" providerId="ADAL" clId="{7F9681A8-EEE2-56F4-9B39-ECCBEE0471AC}" dt="2026-07-06T19:22:28.514" v="21262" actId="20577"/>
          <ac:spMkLst>
            <pc:docMk/>
            <pc:sldMk cId="3746489490" sldId="318"/>
            <ac:spMk id="25" creationId="{8CBED0FC-1ABB-71D7-1361-F6447A4197E0}"/>
          </ac:spMkLst>
        </pc:spChg>
        <pc:spChg chg="mod">
          <ac:chgData name="Toby Donaldson" userId="2e6e5431-bb17-4c41-9985-d39c50d83c73" providerId="ADAL" clId="{7F9681A8-EEE2-56F4-9B39-ECCBEE0471AC}" dt="2026-07-06T19:07:13.440" v="21149"/>
          <ac:spMkLst>
            <pc:docMk/>
            <pc:sldMk cId="3746489490" sldId="318"/>
            <ac:spMk id="26" creationId="{D846A34E-235A-0437-8C8B-89B2642DE511}"/>
          </ac:spMkLst>
        </pc:spChg>
        <pc:spChg chg="mod">
          <ac:chgData name="Toby Donaldson" userId="2e6e5431-bb17-4c41-9985-d39c50d83c73" providerId="ADAL" clId="{7F9681A8-EEE2-56F4-9B39-ECCBEE0471AC}" dt="2026-07-06T19:06:50.999" v="21143" actId="1076"/>
          <ac:spMkLst>
            <pc:docMk/>
            <pc:sldMk cId="3746489490" sldId="318"/>
            <ac:spMk id="28" creationId="{69894FDF-3869-EBFF-3D8B-05BC116F4F3A}"/>
          </ac:spMkLst>
        </pc:spChg>
        <pc:spChg chg="mod">
          <ac:chgData name="Toby Donaldson" userId="2e6e5431-bb17-4c41-9985-d39c50d83c73" providerId="ADAL" clId="{7F9681A8-EEE2-56F4-9B39-ECCBEE0471AC}" dt="2026-07-06T19:06:50.999" v="21143" actId="1076"/>
          <ac:spMkLst>
            <pc:docMk/>
            <pc:sldMk cId="3746489490" sldId="318"/>
            <ac:spMk id="29" creationId="{FC395D6E-1C08-6434-3E3E-A155BCF22268}"/>
          </ac:spMkLst>
        </pc:spChg>
        <pc:spChg chg="mod">
          <ac:chgData name="Toby Donaldson" userId="2e6e5431-bb17-4c41-9985-d39c50d83c73" providerId="ADAL" clId="{7F9681A8-EEE2-56F4-9B39-ECCBEE0471AC}" dt="2026-07-06T19:08:40.531" v="21165" actId="1076"/>
          <ac:spMkLst>
            <pc:docMk/>
            <pc:sldMk cId="3746489490" sldId="318"/>
            <ac:spMk id="30" creationId="{5E22E2B6-F792-CEEE-DAF9-77932AC995F9}"/>
          </ac:spMkLst>
        </pc:spChg>
        <pc:spChg chg="mod">
          <ac:chgData name="Toby Donaldson" userId="2e6e5431-bb17-4c41-9985-d39c50d83c73" providerId="ADAL" clId="{7F9681A8-EEE2-56F4-9B39-ECCBEE0471AC}" dt="2026-07-06T19:08:04.198" v="21160" actId="1076"/>
          <ac:spMkLst>
            <pc:docMk/>
            <pc:sldMk cId="3746489490" sldId="318"/>
            <ac:spMk id="32" creationId="{196628EA-F70D-7883-3450-2BF58C6152E7}"/>
          </ac:spMkLst>
        </pc:spChg>
        <pc:spChg chg="mod">
          <ac:chgData name="Toby Donaldson" userId="2e6e5431-bb17-4c41-9985-d39c50d83c73" providerId="ADAL" clId="{7F9681A8-EEE2-56F4-9B39-ECCBEE0471AC}" dt="2026-07-06T19:06:50.999" v="21143" actId="1076"/>
          <ac:spMkLst>
            <pc:docMk/>
            <pc:sldMk cId="3746489490" sldId="318"/>
            <ac:spMk id="33" creationId="{30FFCEE1-378D-79D4-747B-617F027A52BE}"/>
          </ac:spMkLst>
        </pc:spChg>
        <pc:spChg chg="mod">
          <ac:chgData name="Toby Donaldson" userId="2e6e5431-bb17-4c41-9985-d39c50d83c73" providerId="ADAL" clId="{7F9681A8-EEE2-56F4-9B39-ECCBEE0471AC}" dt="2026-07-06T19:07:48.433" v="21156"/>
          <ac:spMkLst>
            <pc:docMk/>
            <pc:sldMk cId="3746489490" sldId="318"/>
            <ac:spMk id="34" creationId="{BED64D20-B5A6-9E77-421E-2D66BAA37551}"/>
          </ac:spMkLst>
        </pc:spChg>
        <pc:spChg chg="mod">
          <ac:chgData name="Toby Donaldson" userId="2e6e5431-bb17-4c41-9985-d39c50d83c73" providerId="ADAL" clId="{7F9681A8-EEE2-56F4-9B39-ECCBEE0471AC}" dt="2026-07-06T19:05:45.945" v="21136" actId="164"/>
          <ac:spMkLst>
            <pc:docMk/>
            <pc:sldMk cId="3746489490" sldId="318"/>
            <ac:spMk id="35" creationId="{C808BAB2-3A78-53FA-4570-9A708AC3A0A6}"/>
          </ac:spMkLst>
        </pc:spChg>
        <pc:spChg chg="mod">
          <ac:chgData name="Toby Donaldson" userId="2e6e5431-bb17-4c41-9985-d39c50d83c73" providerId="ADAL" clId="{7F9681A8-EEE2-56F4-9B39-ECCBEE0471AC}" dt="2026-07-06T19:08:16.832" v="21163" actId="1076"/>
          <ac:spMkLst>
            <pc:docMk/>
            <pc:sldMk cId="3746489490" sldId="318"/>
            <ac:spMk id="41" creationId="{F56EE5ED-3AC6-D000-5780-ECD69B5B0C03}"/>
          </ac:spMkLst>
        </pc:spChg>
        <pc:spChg chg="mod">
          <ac:chgData name="Toby Donaldson" userId="2e6e5431-bb17-4c41-9985-d39c50d83c73" providerId="ADAL" clId="{7F9681A8-EEE2-56F4-9B39-ECCBEE0471AC}" dt="2026-07-06T19:07:48.433" v="21156"/>
          <ac:spMkLst>
            <pc:docMk/>
            <pc:sldMk cId="3746489490" sldId="318"/>
            <ac:spMk id="42" creationId="{794B1010-4DF5-E4E3-D289-842059DFB0E9}"/>
          </ac:spMkLst>
        </pc:spChg>
        <pc:spChg chg="mod">
          <ac:chgData name="Toby Donaldson" userId="2e6e5431-bb17-4c41-9985-d39c50d83c73" providerId="ADAL" clId="{7F9681A8-EEE2-56F4-9B39-ECCBEE0471AC}" dt="2026-07-06T19:05:45.945" v="21136" actId="164"/>
          <ac:spMkLst>
            <pc:docMk/>
            <pc:sldMk cId="3746489490" sldId="318"/>
            <ac:spMk id="44" creationId="{0E7EC480-5160-AD47-9351-13D1E9D3C07E}"/>
          </ac:spMkLst>
        </pc:spChg>
        <pc:spChg chg="mod">
          <ac:chgData name="Toby Donaldson" userId="2e6e5431-bb17-4c41-9985-d39c50d83c73" providerId="ADAL" clId="{7F9681A8-EEE2-56F4-9B39-ECCBEE0471AC}" dt="2026-07-06T19:22:36.968" v="21264"/>
          <ac:spMkLst>
            <pc:docMk/>
            <pc:sldMk cId="3746489490" sldId="318"/>
            <ac:spMk id="51" creationId="{34BFE203-CC49-8E77-CFED-535754C77772}"/>
          </ac:spMkLst>
        </pc:spChg>
        <pc:spChg chg="mod">
          <ac:chgData name="Toby Donaldson" userId="2e6e5431-bb17-4c41-9985-d39c50d83c73" providerId="ADAL" clId="{7F9681A8-EEE2-56F4-9B39-ECCBEE0471AC}" dt="2026-07-06T19:22:36.968" v="21264"/>
          <ac:spMkLst>
            <pc:docMk/>
            <pc:sldMk cId="3746489490" sldId="318"/>
            <ac:spMk id="52" creationId="{7E6FB15D-E1C3-AC72-D5B0-7BACD74DF4BE}"/>
          </ac:spMkLst>
        </pc:spChg>
        <pc:spChg chg="mod">
          <ac:chgData name="Toby Donaldson" userId="2e6e5431-bb17-4c41-9985-d39c50d83c73" providerId="ADAL" clId="{7F9681A8-EEE2-56F4-9B39-ECCBEE0471AC}" dt="2026-07-06T19:22:36.968" v="21264"/>
          <ac:spMkLst>
            <pc:docMk/>
            <pc:sldMk cId="3746489490" sldId="318"/>
            <ac:spMk id="54" creationId="{86ADC280-16FB-A493-0757-E3D490F2E38E}"/>
          </ac:spMkLst>
        </pc:spChg>
        <pc:spChg chg="mod">
          <ac:chgData name="Toby Donaldson" userId="2e6e5431-bb17-4c41-9985-d39c50d83c73" providerId="ADAL" clId="{7F9681A8-EEE2-56F4-9B39-ECCBEE0471AC}" dt="2026-07-06T19:22:36.968" v="21264"/>
          <ac:spMkLst>
            <pc:docMk/>
            <pc:sldMk cId="3746489490" sldId="318"/>
            <ac:spMk id="56" creationId="{6387E7D7-05B8-A715-49BC-2875644C5789}"/>
          </ac:spMkLst>
        </pc:spChg>
        <pc:spChg chg="del">
          <ac:chgData name="Toby Donaldson" userId="2e6e5431-bb17-4c41-9985-d39c50d83c73" providerId="ADAL" clId="{7F9681A8-EEE2-56F4-9B39-ECCBEE0471AC}" dt="2026-07-06T19:06:38.921" v="21142" actId="21"/>
          <ac:spMkLst>
            <pc:docMk/>
            <pc:sldMk cId="3746489490" sldId="318"/>
            <ac:spMk id="60" creationId="{E7A37643-45C1-255C-F665-BDCA1AED065B}"/>
          </ac:spMkLst>
        </pc:spChg>
        <pc:spChg chg="mod">
          <ac:chgData name="Toby Donaldson" userId="2e6e5431-bb17-4c41-9985-d39c50d83c73" providerId="ADAL" clId="{7F9681A8-EEE2-56F4-9B39-ECCBEE0471AC}" dt="2026-07-06T19:24:29.117" v="21276" actId="20577"/>
          <ac:spMkLst>
            <pc:docMk/>
            <pc:sldMk cId="3746489490" sldId="318"/>
            <ac:spMk id="61" creationId="{2334530E-4C56-5C5E-D2F0-F2098ADEA60E}"/>
          </ac:spMkLst>
        </pc:spChg>
        <pc:spChg chg="mod">
          <ac:chgData name="Toby Donaldson" userId="2e6e5431-bb17-4c41-9985-d39c50d83c73" providerId="ADAL" clId="{7F9681A8-EEE2-56F4-9B39-ECCBEE0471AC}" dt="2026-07-06T19:22:36.968" v="21264"/>
          <ac:spMkLst>
            <pc:docMk/>
            <pc:sldMk cId="3746489490" sldId="318"/>
            <ac:spMk id="62" creationId="{2867A038-71ED-8543-76EE-E66DA4FFB53C}"/>
          </ac:spMkLst>
        </pc:spChg>
        <pc:spChg chg="mod topLvl">
          <ac:chgData name="Toby Donaldson" userId="2e6e5431-bb17-4c41-9985-d39c50d83c73" providerId="ADAL" clId="{7F9681A8-EEE2-56F4-9B39-ECCBEE0471AC}" dt="2026-07-06T19:25:58.599" v="21288" actId="21"/>
          <ac:spMkLst>
            <pc:docMk/>
            <pc:sldMk cId="3746489490" sldId="318"/>
            <ac:spMk id="66" creationId="{6517E9DC-833D-DE1D-EF8B-8F0DA839D7E9}"/>
          </ac:spMkLst>
        </pc:spChg>
        <pc:grpChg chg="add mod">
          <ac:chgData name="Toby Donaldson" userId="2e6e5431-bb17-4c41-9985-d39c50d83c73" providerId="ADAL" clId="{7F9681A8-EEE2-56F4-9B39-ECCBEE0471AC}" dt="2026-07-06T19:22:05.481" v="21260" actId="1076"/>
          <ac:grpSpMkLst>
            <pc:docMk/>
            <pc:sldMk cId="3746489490" sldId="318"/>
            <ac:grpSpMk id="3" creationId="{09F0A887-38FF-CE9B-3EB5-145DC062C5C1}"/>
          </ac:grpSpMkLst>
        </pc:grpChg>
        <pc:grpChg chg="mod">
          <ac:chgData name="Toby Donaldson" userId="2e6e5431-bb17-4c41-9985-d39c50d83c73" providerId="ADAL" clId="{7F9681A8-EEE2-56F4-9B39-ECCBEE0471AC}" dt="2026-07-06T19:06:50.999" v="21143" actId="1076"/>
          <ac:grpSpMkLst>
            <pc:docMk/>
            <pc:sldMk cId="3746489490" sldId="318"/>
            <ac:grpSpMk id="8" creationId="{ED4F19F7-A426-565F-DE0E-0D81461AB086}"/>
          </ac:grpSpMkLst>
        </pc:grpChg>
        <pc:grpChg chg="mod">
          <ac:chgData name="Toby Donaldson" userId="2e6e5431-bb17-4c41-9985-d39c50d83c73" providerId="ADAL" clId="{7F9681A8-EEE2-56F4-9B39-ECCBEE0471AC}" dt="2026-07-06T19:06:50.999" v="21143" actId="1076"/>
          <ac:grpSpMkLst>
            <pc:docMk/>
            <pc:sldMk cId="3746489490" sldId="318"/>
            <ac:grpSpMk id="11" creationId="{FE88FA59-C16B-C240-50F3-18FB1483EAF6}"/>
          </ac:grpSpMkLst>
        </pc:grpChg>
        <pc:grpChg chg="add mod">
          <ac:chgData name="Toby Donaldson" userId="2e6e5431-bb17-4c41-9985-d39c50d83c73" providerId="ADAL" clId="{7F9681A8-EEE2-56F4-9B39-ECCBEE0471AC}" dt="2026-07-06T19:06:50.999" v="21143" actId="1076"/>
          <ac:grpSpMkLst>
            <pc:docMk/>
            <pc:sldMk cId="3746489490" sldId="318"/>
            <ac:grpSpMk id="19" creationId="{09060B2E-4920-8DB5-2749-B2C6701F39E9}"/>
          </ac:grpSpMkLst>
        </pc:grpChg>
        <pc:grpChg chg="add mod">
          <ac:chgData name="Toby Donaldson" userId="2e6e5431-bb17-4c41-9985-d39c50d83c73" providerId="ADAL" clId="{7F9681A8-EEE2-56F4-9B39-ECCBEE0471AC}" dt="2026-07-06T19:07:24.631" v="21152" actId="1076"/>
          <ac:grpSpMkLst>
            <pc:docMk/>
            <pc:sldMk cId="3746489490" sldId="318"/>
            <ac:grpSpMk id="24" creationId="{0E99AEC9-42D1-9555-A58C-D7F4D413367A}"/>
          </ac:grpSpMkLst>
        </pc:grpChg>
        <pc:grpChg chg="add mod">
          <ac:chgData name="Toby Donaldson" userId="2e6e5431-bb17-4c41-9985-d39c50d83c73" providerId="ADAL" clId="{7F9681A8-EEE2-56F4-9B39-ECCBEE0471AC}" dt="2026-07-06T19:20:46.691" v="21257" actId="1076"/>
          <ac:grpSpMkLst>
            <pc:docMk/>
            <pc:sldMk cId="3746489490" sldId="318"/>
            <ac:grpSpMk id="31" creationId="{708B06BE-368A-B074-C9DF-5EC54757E8D2}"/>
          </ac:grpSpMkLst>
        </pc:grpChg>
        <pc:grpChg chg="add mod">
          <ac:chgData name="Toby Donaldson" userId="2e6e5431-bb17-4c41-9985-d39c50d83c73" providerId="ADAL" clId="{7F9681A8-EEE2-56F4-9B39-ECCBEE0471AC}" dt="2026-07-06T19:20:49.222" v="21258" actId="1076"/>
          <ac:grpSpMkLst>
            <pc:docMk/>
            <pc:sldMk cId="3746489490" sldId="318"/>
            <ac:grpSpMk id="37" creationId="{B4F31950-E66C-BDF2-0AF9-8BD0B8194EA3}"/>
          </ac:grpSpMkLst>
        </pc:grpChg>
        <pc:grpChg chg="del mod">
          <ac:chgData name="Toby Donaldson" userId="2e6e5431-bb17-4c41-9985-d39c50d83c73" providerId="ADAL" clId="{7F9681A8-EEE2-56F4-9B39-ECCBEE0471AC}" dt="2026-07-06T19:25:03.031" v="21279" actId="21"/>
          <ac:grpSpMkLst>
            <pc:docMk/>
            <pc:sldMk cId="3746489490" sldId="318"/>
            <ac:grpSpMk id="38" creationId="{7E5A2C27-7067-1ED5-2C86-E9906BF6EE3C}"/>
          </ac:grpSpMkLst>
        </pc:grpChg>
        <pc:grpChg chg="add del mod">
          <ac:chgData name="Toby Donaldson" userId="2e6e5431-bb17-4c41-9985-d39c50d83c73" providerId="ADAL" clId="{7F9681A8-EEE2-56F4-9B39-ECCBEE0471AC}" dt="2026-07-06T19:22:46.463" v="21266" actId="21"/>
          <ac:grpSpMkLst>
            <pc:docMk/>
            <pc:sldMk cId="3746489490" sldId="318"/>
            <ac:grpSpMk id="50" creationId="{81FA1D82-11E9-8F3F-4BEE-D82413213692}"/>
          </ac:grpSpMkLst>
        </pc:grpChg>
        <pc:grpChg chg="add mod">
          <ac:chgData name="Toby Donaldson" userId="2e6e5431-bb17-4c41-9985-d39c50d83c73" providerId="ADAL" clId="{7F9681A8-EEE2-56F4-9B39-ECCBEE0471AC}" dt="2026-07-06T19:22:55.558" v="21267" actId="1076"/>
          <ac:grpSpMkLst>
            <pc:docMk/>
            <pc:sldMk cId="3746489490" sldId="318"/>
            <ac:grpSpMk id="53" creationId="{0BDB9B88-9198-15E9-A161-ED9780539AF7}"/>
          </ac:grpSpMkLst>
        </pc:grpChg>
        <pc:grpChg chg="add mod">
          <ac:chgData name="Toby Donaldson" userId="2e6e5431-bb17-4c41-9985-d39c50d83c73" providerId="ADAL" clId="{7F9681A8-EEE2-56F4-9B39-ECCBEE0471AC}" dt="2026-07-06T19:22:55.558" v="21267" actId="1076"/>
          <ac:grpSpMkLst>
            <pc:docMk/>
            <pc:sldMk cId="3746489490" sldId="318"/>
            <ac:grpSpMk id="59" creationId="{E51B4816-81AE-C383-C6BF-77D93E412520}"/>
          </ac:grpSpMkLst>
        </pc:grpChg>
        <pc:grpChg chg="add del mod">
          <ac:chgData name="Toby Donaldson" userId="2e6e5431-bb17-4c41-9985-d39c50d83c73" providerId="ADAL" clId="{7F9681A8-EEE2-56F4-9B39-ECCBEE0471AC}" dt="2026-07-06T19:25:58.599" v="21288" actId="21"/>
          <ac:grpSpMkLst>
            <pc:docMk/>
            <pc:sldMk cId="3746489490" sldId="318"/>
            <ac:grpSpMk id="65" creationId="{223ED8F1-948D-8378-4BB4-D655A4AC49B6}"/>
          </ac:grpSpMkLst>
        </pc:grpChg>
        <pc:picChg chg="del mod topLvl">
          <ac:chgData name="Toby Donaldson" userId="2e6e5431-bb17-4c41-9985-d39c50d83c73" providerId="ADAL" clId="{7F9681A8-EEE2-56F4-9B39-ECCBEE0471AC}" dt="2026-07-06T19:25:58.599" v="21288" actId="21"/>
          <ac:picMkLst>
            <pc:docMk/>
            <pc:sldMk cId="3746489490" sldId="318"/>
            <ac:picMk id="67" creationId="{60E64438-DC1C-9F73-89C4-5A3C6CA394BE}"/>
          </ac:picMkLst>
        </pc:picChg>
        <pc:cxnChg chg="add mod">
          <ac:chgData name="Toby Donaldson" userId="2e6e5431-bb17-4c41-9985-d39c50d83c73" providerId="ADAL" clId="{7F9681A8-EEE2-56F4-9B39-ECCBEE0471AC}" dt="2026-07-06T19:22:09.541" v="21261" actId="14100"/>
          <ac:cxnSpMkLst>
            <pc:docMk/>
            <pc:sldMk cId="3746489490" sldId="318"/>
            <ac:cxnSpMk id="7" creationId="{FC1ED706-1F30-B865-A701-CCF9978BC26E}"/>
          </ac:cxnSpMkLst>
        </pc:cxnChg>
        <pc:cxnChg chg="add mod">
          <ac:chgData name="Toby Donaldson" userId="2e6e5431-bb17-4c41-9985-d39c50d83c73" providerId="ADAL" clId="{7F9681A8-EEE2-56F4-9B39-ECCBEE0471AC}" dt="2026-07-06T19:07:10.995" v="21146" actId="21"/>
          <ac:cxnSpMkLst>
            <pc:docMk/>
            <pc:sldMk cId="3746489490" sldId="318"/>
            <ac:cxnSpMk id="14" creationId="{301BE46A-385D-F307-F86F-3F61ADFC9E8D}"/>
          </ac:cxnSpMkLst>
        </pc:cxnChg>
        <pc:cxnChg chg="mod">
          <ac:chgData name="Toby Donaldson" userId="2e6e5431-bb17-4c41-9985-d39c50d83c73" providerId="ADAL" clId="{7F9681A8-EEE2-56F4-9B39-ECCBEE0471AC}" dt="2026-07-06T19:05:54.675" v="21137" actId="408"/>
          <ac:cxnSpMkLst>
            <pc:docMk/>
            <pc:sldMk cId="3746489490" sldId="318"/>
            <ac:cxnSpMk id="15" creationId="{1C5BF0AF-C428-3A3A-022C-FEA92C37958C}"/>
          </ac:cxnSpMkLst>
        </pc:cxnChg>
        <pc:cxnChg chg="add mod">
          <ac:chgData name="Toby Donaldson" userId="2e6e5431-bb17-4c41-9985-d39c50d83c73" providerId="ADAL" clId="{7F9681A8-EEE2-56F4-9B39-ECCBEE0471AC}" dt="2026-07-06T19:20:49.222" v="21258" actId="1076"/>
          <ac:cxnSpMkLst>
            <pc:docMk/>
            <pc:sldMk cId="3746489490" sldId="318"/>
            <ac:cxnSpMk id="36" creationId="{D0DA198C-9DB0-BE79-7DFF-E1B625F9EA1F}"/>
          </ac:cxnSpMkLst>
        </pc:cxnChg>
        <pc:cxnChg chg="add mod">
          <ac:chgData name="Toby Donaldson" userId="2e6e5431-bb17-4c41-9985-d39c50d83c73" providerId="ADAL" clId="{7F9681A8-EEE2-56F4-9B39-ECCBEE0471AC}" dt="2026-07-06T19:20:46.691" v="21257" actId="1076"/>
          <ac:cxnSpMkLst>
            <pc:docMk/>
            <pc:sldMk cId="3746489490" sldId="318"/>
            <ac:cxnSpMk id="43" creationId="{77309057-F5E5-7413-A882-5427714A068A}"/>
          </ac:cxnSpMkLst>
        </pc:cxnChg>
        <pc:cxnChg chg="mod">
          <ac:chgData name="Toby Donaldson" userId="2e6e5431-bb17-4c41-9985-d39c50d83c73" providerId="ADAL" clId="{7F9681A8-EEE2-56F4-9B39-ECCBEE0471AC}" dt="2026-07-06T19:05:40.452" v="21135" actId="408"/>
          <ac:cxnSpMkLst>
            <pc:docMk/>
            <pc:sldMk cId="3746489490" sldId="318"/>
            <ac:cxnSpMk id="45" creationId="{47F25376-C8F0-3541-01F1-9C4B7D945002}"/>
          </ac:cxnSpMkLst>
        </pc:cxnChg>
        <pc:cxnChg chg="add mod">
          <ac:chgData name="Toby Donaldson" userId="2e6e5431-bb17-4c41-9985-d39c50d83c73" providerId="ADAL" clId="{7F9681A8-EEE2-56F4-9B39-ECCBEE0471AC}" dt="2026-07-06T19:22:59.773" v="21268" actId="14100"/>
          <ac:cxnSpMkLst>
            <pc:docMk/>
            <pc:sldMk cId="3746489490" sldId="318"/>
            <ac:cxnSpMk id="57" creationId="{D822C8A4-F2CE-6FA8-8AE5-67EE7192D974}"/>
          </ac:cxnSpMkLst>
        </pc:cxnChg>
        <pc:cxnChg chg="mod">
          <ac:chgData name="Toby Donaldson" userId="2e6e5431-bb17-4c41-9985-d39c50d83c73" providerId="ADAL" clId="{7F9681A8-EEE2-56F4-9B39-ECCBEE0471AC}" dt="2026-07-06T19:23:02.759" v="21269" actId="14100"/>
          <ac:cxnSpMkLst>
            <pc:docMk/>
            <pc:sldMk cId="3746489490" sldId="318"/>
            <ac:cxnSpMk id="58" creationId="{A8BE2B02-567D-CA4D-3DE6-B35B6E869362}"/>
          </ac:cxnSpMkLst>
        </pc:cxnChg>
      </pc:sldChg>
      <pc:sldChg chg="addSp modSp add del mod">
        <pc:chgData name="Toby Donaldson" userId="2e6e5431-bb17-4c41-9985-d39c50d83c73" providerId="ADAL" clId="{7F9681A8-EEE2-56F4-9B39-ECCBEE0471AC}" dt="2026-07-06T19:14:09.505" v="21213" actId="2696"/>
        <pc:sldMkLst>
          <pc:docMk/>
          <pc:sldMk cId="3784823387" sldId="319"/>
        </pc:sldMkLst>
        <pc:spChg chg="mod">
          <ac:chgData name="Toby Donaldson" userId="2e6e5431-bb17-4c41-9985-d39c50d83c73" providerId="ADAL" clId="{7F9681A8-EEE2-56F4-9B39-ECCBEE0471AC}" dt="2026-07-06T19:11:11.665" v="21188" actId="1076"/>
          <ac:spMkLst>
            <pc:docMk/>
            <pc:sldMk cId="3784823387" sldId="319"/>
            <ac:spMk id="9" creationId="{7EA20A08-6EFD-2315-6B9C-327F68278374}"/>
          </ac:spMkLst>
        </pc:spChg>
        <pc:spChg chg="mod">
          <ac:chgData name="Toby Donaldson" userId="2e6e5431-bb17-4c41-9985-d39c50d83c73" providerId="ADAL" clId="{7F9681A8-EEE2-56F4-9B39-ECCBEE0471AC}" dt="2026-07-06T19:11:18.398" v="21191" actId="1076"/>
          <ac:spMkLst>
            <pc:docMk/>
            <pc:sldMk cId="3784823387" sldId="319"/>
            <ac:spMk id="12" creationId="{A7031552-3DFF-4CE7-E97D-9C89539FC3D3}"/>
          </ac:spMkLst>
        </pc:spChg>
        <pc:spChg chg="mod">
          <ac:chgData name="Toby Donaldson" userId="2e6e5431-bb17-4c41-9985-d39c50d83c73" providerId="ADAL" clId="{7F9681A8-EEE2-56F4-9B39-ECCBEE0471AC}" dt="2026-07-06T19:11:30.965" v="21197" actId="1076"/>
          <ac:spMkLst>
            <pc:docMk/>
            <pc:sldMk cId="3784823387" sldId="319"/>
            <ac:spMk id="28" creationId="{340E595F-635D-EDCF-EEAF-16C280BAF73F}"/>
          </ac:spMkLst>
        </pc:spChg>
        <pc:spChg chg="mod">
          <ac:chgData name="Toby Donaldson" userId="2e6e5431-bb17-4c41-9985-d39c50d83c73" providerId="ADAL" clId="{7F9681A8-EEE2-56F4-9B39-ECCBEE0471AC}" dt="2026-07-06T19:10:39.441" v="21180" actId="164"/>
          <ac:spMkLst>
            <pc:docMk/>
            <pc:sldMk cId="3784823387" sldId="319"/>
            <ac:spMk id="29" creationId="{73287D52-0E8E-9BA0-1C8B-93A8D6C04860}"/>
          </ac:spMkLst>
        </pc:spChg>
        <pc:spChg chg="mod">
          <ac:chgData name="Toby Donaldson" userId="2e6e5431-bb17-4c41-9985-d39c50d83c73" providerId="ADAL" clId="{7F9681A8-EEE2-56F4-9B39-ECCBEE0471AC}" dt="2026-07-06T19:11:24.615" v="21194" actId="1076"/>
          <ac:spMkLst>
            <pc:docMk/>
            <pc:sldMk cId="3784823387" sldId="319"/>
            <ac:spMk id="30" creationId="{7507BA2E-5A88-B4E5-DF7B-C61E43957854}"/>
          </ac:spMkLst>
        </pc:spChg>
        <pc:spChg chg="mod">
          <ac:chgData name="Toby Donaldson" userId="2e6e5431-bb17-4c41-9985-d39c50d83c73" providerId="ADAL" clId="{7F9681A8-EEE2-56F4-9B39-ECCBEE0471AC}" dt="2026-07-06T19:10:34.755" v="21179" actId="164"/>
          <ac:spMkLst>
            <pc:docMk/>
            <pc:sldMk cId="3784823387" sldId="319"/>
            <ac:spMk id="33" creationId="{6BF4716A-3C3D-0F9A-30F3-202E0F016473}"/>
          </ac:spMkLst>
        </pc:spChg>
        <pc:spChg chg="mod">
          <ac:chgData name="Toby Donaldson" userId="2e6e5431-bb17-4c41-9985-d39c50d83c73" providerId="ADAL" clId="{7F9681A8-EEE2-56F4-9B39-ECCBEE0471AC}" dt="2026-07-06T19:12:11.548" v="21201" actId="1076"/>
          <ac:spMkLst>
            <pc:docMk/>
            <pc:sldMk cId="3784823387" sldId="319"/>
            <ac:spMk id="35" creationId="{333B05D7-E6D6-92E9-C06F-A5BB5BF5B093}"/>
          </ac:spMkLst>
        </pc:spChg>
        <pc:spChg chg="mod">
          <ac:chgData name="Toby Donaldson" userId="2e6e5431-bb17-4c41-9985-d39c50d83c73" providerId="ADAL" clId="{7F9681A8-EEE2-56F4-9B39-ECCBEE0471AC}" dt="2026-07-06T19:10:43.926" v="21181" actId="164"/>
          <ac:spMkLst>
            <pc:docMk/>
            <pc:sldMk cId="3784823387" sldId="319"/>
            <ac:spMk id="44" creationId="{D3DAF9A4-B5C9-52E4-AD02-AD453051B526}"/>
          </ac:spMkLst>
        </pc:spChg>
        <pc:grpChg chg="mod">
          <ac:chgData name="Toby Donaldson" userId="2e6e5431-bb17-4c41-9985-d39c50d83c73" providerId="ADAL" clId="{7F9681A8-EEE2-56F4-9B39-ECCBEE0471AC}" dt="2026-07-06T19:10:09.098" v="21172" actId="1076"/>
          <ac:grpSpMkLst>
            <pc:docMk/>
            <pc:sldMk cId="3784823387" sldId="319"/>
            <ac:grpSpMk id="11" creationId="{7062DA33-111C-84D5-934D-7B49E8CC6D8E}"/>
          </ac:grpSpMkLst>
        </pc:grpChg>
        <pc:grpChg chg="add mod">
          <ac:chgData name="Toby Donaldson" userId="2e6e5431-bb17-4c41-9985-d39c50d83c73" providerId="ADAL" clId="{7F9681A8-EEE2-56F4-9B39-ECCBEE0471AC}" dt="2026-07-06T19:10:49.115" v="21182" actId="1076"/>
          <ac:grpSpMkLst>
            <pc:docMk/>
            <pc:sldMk cId="3784823387" sldId="319"/>
            <ac:grpSpMk id="14" creationId="{69C1AAFF-3ECF-B557-B165-7C76694EFC46}"/>
          </ac:grpSpMkLst>
        </pc:grpChg>
        <pc:grpChg chg="add mod">
          <ac:chgData name="Toby Donaldson" userId="2e6e5431-bb17-4c41-9985-d39c50d83c73" providerId="ADAL" clId="{7F9681A8-EEE2-56F4-9B39-ECCBEE0471AC}" dt="2026-07-06T19:10:55.182" v="21183" actId="1076"/>
          <ac:grpSpMkLst>
            <pc:docMk/>
            <pc:sldMk cId="3784823387" sldId="319"/>
            <ac:grpSpMk id="17" creationId="{034AB821-57D7-9702-BCD5-398C4A139ADB}"/>
          </ac:grpSpMkLst>
        </pc:grpChg>
        <pc:grpChg chg="add mod">
          <ac:chgData name="Toby Donaldson" userId="2e6e5431-bb17-4c41-9985-d39c50d83c73" providerId="ADAL" clId="{7F9681A8-EEE2-56F4-9B39-ECCBEE0471AC}" dt="2026-07-06T19:10:58.165" v="21184" actId="1076"/>
          <ac:grpSpMkLst>
            <pc:docMk/>
            <pc:sldMk cId="3784823387" sldId="319"/>
            <ac:grpSpMk id="18" creationId="{5E10904F-6EAD-F8F0-9D02-7361C8CD1AD6}"/>
          </ac:grpSpMkLst>
        </pc:grpChg>
        <pc:cxnChg chg="mod">
          <ac:chgData name="Toby Donaldson" userId="2e6e5431-bb17-4c41-9985-d39c50d83c73" providerId="ADAL" clId="{7F9681A8-EEE2-56F4-9B39-ECCBEE0471AC}" dt="2026-07-06T19:10:28.698" v="21178" actId="14100"/>
          <ac:cxnSpMkLst>
            <pc:docMk/>
            <pc:sldMk cId="3784823387" sldId="319"/>
            <ac:cxnSpMk id="15" creationId="{356C3355-C192-AAD1-8463-538D885CAB3A}"/>
          </ac:cxnSpMkLst>
        </pc:cxnChg>
        <pc:cxnChg chg="mod">
          <ac:chgData name="Toby Donaldson" userId="2e6e5431-bb17-4c41-9985-d39c50d83c73" providerId="ADAL" clId="{7F9681A8-EEE2-56F4-9B39-ECCBEE0471AC}" dt="2026-07-06T19:11:02.848" v="21185" actId="14100"/>
          <ac:cxnSpMkLst>
            <pc:docMk/>
            <pc:sldMk cId="3784823387" sldId="319"/>
            <ac:cxnSpMk id="16" creationId="{79BB85DE-A7A1-1441-3B87-C7F26DEB77F1}"/>
          </ac:cxnSpMkLst>
        </pc:cxnChg>
        <pc:cxnChg chg="mod">
          <ac:chgData name="Toby Donaldson" userId="2e6e5431-bb17-4c41-9985-d39c50d83c73" providerId="ADAL" clId="{7F9681A8-EEE2-56F4-9B39-ECCBEE0471AC}" dt="2026-07-06T19:10:58.165" v="21184" actId="1076"/>
          <ac:cxnSpMkLst>
            <pc:docMk/>
            <pc:sldMk cId="3784823387" sldId="319"/>
            <ac:cxnSpMk id="45" creationId="{DC45A35E-ED3D-0CCC-9904-7C936EC68FF0}"/>
          </ac:cxnSpMkLst>
        </pc:cxnChg>
        <pc:cxnChg chg="mod">
          <ac:chgData name="Toby Donaldson" userId="2e6e5431-bb17-4c41-9985-d39c50d83c73" providerId="ADAL" clId="{7F9681A8-EEE2-56F4-9B39-ECCBEE0471AC}" dt="2026-07-06T19:10:49.115" v="21182" actId="1076"/>
          <ac:cxnSpMkLst>
            <pc:docMk/>
            <pc:sldMk cId="3784823387" sldId="319"/>
            <ac:cxnSpMk id="55" creationId="{53AD7B52-34ED-E3AA-FCFA-9DF52C88E539}"/>
          </ac:cxnSpMkLst>
        </pc:cxnChg>
      </pc:sldChg>
      <pc:sldChg chg="addSp modSp add del mod">
        <pc:chgData name="Toby Donaldson" userId="2e6e5431-bb17-4c41-9985-d39c50d83c73" providerId="ADAL" clId="{7F9681A8-EEE2-56F4-9B39-ECCBEE0471AC}" dt="2026-07-06T19:17:56.724" v="21232" actId="2696"/>
        <pc:sldMkLst>
          <pc:docMk/>
          <pc:sldMk cId="4177637687" sldId="320"/>
        </pc:sldMkLst>
        <pc:spChg chg="mod">
          <ac:chgData name="Toby Donaldson" userId="2e6e5431-bb17-4c41-9985-d39c50d83c73" providerId="ADAL" clId="{7F9681A8-EEE2-56F4-9B39-ECCBEE0471AC}" dt="2026-07-06T19:14:50.055" v="21215" actId="20577"/>
          <ac:spMkLst>
            <pc:docMk/>
            <pc:sldMk cId="4177637687" sldId="320"/>
            <ac:spMk id="4" creationId="{68094E8C-B040-DF2C-717A-657A78FF4B90}"/>
          </ac:spMkLst>
        </pc:spChg>
        <pc:spChg chg="mod">
          <ac:chgData name="Toby Donaldson" userId="2e6e5431-bb17-4c41-9985-d39c50d83c73" providerId="ADAL" clId="{7F9681A8-EEE2-56F4-9B39-ECCBEE0471AC}" dt="2026-07-06T19:12:21.052" v="21202"/>
          <ac:spMkLst>
            <pc:docMk/>
            <pc:sldMk cId="4177637687" sldId="320"/>
            <ac:spMk id="5" creationId="{31DDC34E-C78E-3AB9-BC5C-94E743670B52}"/>
          </ac:spMkLst>
        </pc:spChg>
        <pc:spChg chg="mod">
          <ac:chgData name="Toby Donaldson" userId="2e6e5431-bb17-4c41-9985-d39c50d83c73" providerId="ADAL" clId="{7F9681A8-EEE2-56F4-9B39-ECCBEE0471AC}" dt="2026-07-06T19:12:21.052" v="21202"/>
          <ac:spMkLst>
            <pc:docMk/>
            <pc:sldMk cId="4177637687" sldId="320"/>
            <ac:spMk id="7" creationId="{1B67E654-E978-EB88-85DE-1CF2A631F088}"/>
          </ac:spMkLst>
        </pc:spChg>
        <pc:spChg chg="mod">
          <ac:chgData name="Toby Donaldson" userId="2e6e5431-bb17-4c41-9985-d39c50d83c73" providerId="ADAL" clId="{7F9681A8-EEE2-56F4-9B39-ECCBEE0471AC}" dt="2026-07-06T19:12:21.052" v="21202"/>
          <ac:spMkLst>
            <pc:docMk/>
            <pc:sldMk cId="4177637687" sldId="320"/>
            <ac:spMk id="14" creationId="{85216744-5E17-D949-F768-67753FF8D67D}"/>
          </ac:spMkLst>
        </pc:spChg>
        <pc:spChg chg="mod">
          <ac:chgData name="Toby Donaldson" userId="2e6e5431-bb17-4c41-9985-d39c50d83c73" providerId="ADAL" clId="{7F9681A8-EEE2-56F4-9B39-ECCBEE0471AC}" dt="2026-07-06T19:12:21.052" v="21202"/>
          <ac:spMkLst>
            <pc:docMk/>
            <pc:sldMk cId="4177637687" sldId="320"/>
            <ac:spMk id="19" creationId="{94479079-F3B3-EDEF-FD54-F1A8DB195F55}"/>
          </ac:spMkLst>
        </pc:spChg>
        <pc:spChg chg="mod">
          <ac:chgData name="Toby Donaldson" userId="2e6e5431-bb17-4c41-9985-d39c50d83c73" providerId="ADAL" clId="{7F9681A8-EEE2-56F4-9B39-ECCBEE0471AC}" dt="2026-07-06T19:12:21.052" v="21202"/>
          <ac:spMkLst>
            <pc:docMk/>
            <pc:sldMk cId="4177637687" sldId="320"/>
            <ac:spMk id="22" creationId="{36CFE794-811F-3014-5531-7AA4867664E7}"/>
          </ac:spMkLst>
        </pc:spChg>
        <pc:spChg chg="mod">
          <ac:chgData name="Toby Donaldson" userId="2e6e5431-bb17-4c41-9985-d39c50d83c73" providerId="ADAL" clId="{7F9681A8-EEE2-56F4-9B39-ECCBEE0471AC}" dt="2026-07-06T19:12:21.052" v="21202"/>
          <ac:spMkLst>
            <pc:docMk/>
            <pc:sldMk cId="4177637687" sldId="320"/>
            <ac:spMk id="23" creationId="{C1061751-451E-BEDE-62B5-6B2BE43E6BC8}"/>
          </ac:spMkLst>
        </pc:spChg>
        <pc:spChg chg="mod">
          <ac:chgData name="Toby Donaldson" userId="2e6e5431-bb17-4c41-9985-d39c50d83c73" providerId="ADAL" clId="{7F9681A8-EEE2-56F4-9B39-ECCBEE0471AC}" dt="2026-07-06T19:12:21.052" v="21202"/>
          <ac:spMkLst>
            <pc:docMk/>
            <pc:sldMk cId="4177637687" sldId="320"/>
            <ac:spMk id="26" creationId="{36FB521B-416B-E0B2-F917-FB8973D770AF}"/>
          </ac:spMkLst>
        </pc:spChg>
        <pc:spChg chg="mod">
          <ac:chgData name="Toby Donaldson" userId="2e6e5431-bb17-4c41-9985-d39c50d83c73" providerId="ADAL" clId="{7F9681A8-EEE2-56F4-9B39-ECCBEE0471AC}" dt="2026-07-06T19:13:46.082" v="21210" actId="1076"/>
          <ac:spMkLst>
            <pc:docMk/>
            <pc:sldMk cId="4177637687" sldId="320"/>
            <ac:spMk id="30" creationId="{50587938-3668-D3D8-C146-6EE2AEE023F8}"/>
          </ac:spMkLst>
        </pc:spChg>
        <pc:spChg chg="mod">
          <ac:chgData name="Toby Donaldson" userId="2e6e5431-bb17-4c41-9985-d39c50d83c73" providerId="ADAL" clId="{7F9681A8-EEE2-56F4-9B39-ECCBEE0471AC}" dt="2026-07-06T19:12:21.052" v="21202"/>
          <ac:spMkLst>
            <pc:docMk/>
            <pc:sldMk cId="4177637687" sldId="320"/>
            <ac:spMk id="32" creationId="{58EF93FE-69CE-7047-7A31-4BD8E774EA28}"/>
          </ac:spMkLst>
        </pc:spChg>
        <pc:spChg chg="mod">
          <ac:chgData name="Toby Donaldson" userId="2e6e5431-bb17-4c41-9985-d39c50d83c73" providerId="ADAL" clId="{7F9681A8-EEE2-56F4-9B39-ECCBEE0471AC}" dt="2026-07-06T19:12:21.052" v="21202"/>
          <ac:spMkLst>
            <pc:docMk/>
            <pc:sldMk cId="4177637687" sldId="320"/>
            <ac:spMk id="34" creationId="{B5282E0E-20FB-D3C8-3043-A5FC9DE4291E}"/>
          </ac:spMkLst>
        </pc:spChg>
        <pc:grpChg chg="mod">
          <ac:chgData name="Toby Donaldson" userId="2e6e5431-bb17-4c41-9985-d39c50d83c73" providerId="ADAL" clId="{7F9681A8-EEE2-56F4-9B39-ECCBEE0471AC}" dt="2026-07-06T19:12:27.869" v="21203" actId="1076"/>
          <ac:grpSpMkLst>
            <pc:docMk/>
            <pc:sldMk cId="4177637687" sldId="320"/>
            <ac:grpSpMk id="3" creationId="{2E685C86-BD64-5B6C-0A3C-0362EF1CD834}"/>
          </ac:grpSpMkLst>
        </pc:grpChg>
        <pc:grpChg chg="mod">
          <ac:chgData name="Toby Donaldson" userId="2e6e5431-bb17-4c41-9985-d39c50d83c73" providerId="ADAL" clId="{7F9681A8-EEE2-56F4-9B39-ECCBEE0471AC}" dt="2026-07-06T19:13:10.531" v="21207" actId="1076"/>
          <ac:grpSpMkLst>
            <pc:docMk/>
            <pc:sldMk cId="4177637687" sldId="320"/>
            <ac:grpSpMk id="6" creationId="{D031A476-8A6C-78E3-3134-4DD4D33D122D}"/>
          </ac:grpSpMkLst>
        </pc:grpChg>
        <pc:grpChg chg="mod">
          <ac:chgData name="Toby Donaldson" userId="2e6e5431-bb17-4c41-9985-d39c50d83c73" providerId="ADAL" clId="{7F9681A8-EEE2-56F4-9B39-ECCBEE0471AC}" dt="2026-07-06T19:12:27.869" v="21203" actId="1076"/>
          <ac:grpSpMkLst>
            <pc:docMk/>
            <pc:sldMk cId="4177637687" sldId="320"/>
            <ac:grpSpMk id="18" creationId="{598681BF-DDDD-E958-B19C-20D98A278A09}"/>
          </ac:grpSpMkLst>
        </pc:grpChg>
        <pc:grpChg chg="mod">
          <ac:chgData name="Toby Donaldson" userId="2e6e5431-bb17-4c41-9985-d39c50d83c73" providerId="ADAL" clId="{7F9681A8-EEE2-56F4-9B39-ECCBEE0471AC}" dt="2026-07-06T19:13:05.282" v="21205" actId="1076"/>
          <ac:grpSpMkLst>
            <pc:docMk/>
            <pc:sldMk cId="4177637687" sldId="320"/>
            <ac:grpSpMk id="21" creationId="{16C80445-9C9B-2B73-4DAF-CF4BAEED8F1E}"/>
          </ac:grpSpMkLst>
        </pc:grpChg>
        <pc:grpChg chg="mod">
          <ac:chgData name="Toby Donaldson" userId="2e6e5431-bb17-4c41-9985-d39c50d83c73" providerId="ADAL" clId="{7F9681A8-EEE2-56F4-9B39-ECCBEE0471AC}" dt="2026-07-06T19:13:15.100" v="21208" actId="1076"/>
          <ac:grpSpMkLst>
            <pc:docMk/>
            <pc:sldMk cId="4177637687" sldId="320"/>
            <ac:grpSpMk id="24" creationId="{D90B7967-F147-64B1-65E2-E09A4ABE8A3E}"/>
          </ac:grpSpMkLst>
        </pc:grpChg>
        <pc:grpChg chg="mod">
          <ac:chgData name="Toby Donaldson" userId="2e6e5431-bb17-4c41-9985-d39c50d83c73" providerId="ADAL" clId="{7F9681A8-EEE2-56F4-9B39-ECCBEE0471AC}" dt="2026-07-06T19:13:18.120" v="21209" actId="1076"/>
          <ac:grpSpMkLst>
            <pc:docMk/>
            <pc:sldMk cId="4177637687" sldId="320"/>
            <ac:grpSpMk id="31" creationId="{C3292B22-DD2D-403B-BECD-80BC146B6BB4}"/>
          </ac:grpSpMkLst>
        </pc:grpChg>
        <pc:cxnChg chg="mod">
          <ac:chgData name="Toby Donaldson" userId="2e6e5431-bb17-4c41-9985-d39c50d83c73" providerId="ADAL" clId="{7F9681A8-EEE2-56F4-9B39-ECCBEE0471AC}" dt="2026-07-06T19:13:10.531" v="21207" actId="1076"/>
          <ac:cxnSpMkLst>
            <pc:docMk/>
            <pc:sldMk cId="4177637687" sldId="320"/>
            <ac:cxnSpMk id="17" creationId="{81AA0D1D-472D-65CE-8F7E-CC927EFF0695}"/>
          </ac:cxnSpMkLst>
        </pc:cxnChg>
        <pc:cxnChg chg="mod">
          <ac:chgData name="Toby Donaldson" userId="2e6e5431-bb17-4c41-9985-d39c50d83c73" providerId="ADAL" clId="{7F9681A8-EEE2-56F4-9B39-ECCBEE0471AC}" dt="2026-07-06T19:13:15.100" v="21208" actId="1076"/>
          <ac:cxnSpMkLst>
            <pc:docMk/>
            <pc:sldMk cId="4177637687" sldId="320"/>
            <ac:cxnSpMk id="27" creationId="{51B67914-5F41-240F-BD8F-FF319B3EB07F}"/>
          </ac:cxnSpMkLst>
        </pc:cxnChg>
        <pc:cxnChg chg="mod">
          <ac:chgData name="Toby Donaldson" userId="2e6e5431-bb17-4c41-9985-d39c50d83c73" providerId="ADAL" clId="{7F9681A8-EEE2-56F4-9B39-ECCBEE0471AC}" dt="2026-07-06T19:13:18.120" v="21209" actId="1076"/>
          <ac:cxnSpMkLst>
            <pc:docMk/>
            <pc:sldMk cId="4177637687" sldId="320"/>
            <ac:cxnSpMk id="36" creationId="{6708058C-03BA-53AA-7CB9-B4B5D90806F9}"/>
          </ac:cxnSpMkLst>
        </pc:cxnChg>
        <pc:cxnChg chg="mod">
          <ac:chgData name="Toby Donaldson" userId="2e6e5431-bb17-4c41-9985-d39c50d83c73" providerId="ADAL" clId="{7F9681A8-EEE2-56F4-9B39-ECCBEE0471AC}" dt="2026-07-06T19:13:10.531" v="21207" actId="1076"/>
          <ac:cxnSpMkLst>
            <pc:docMk/>
            <pc:sldMk cId="4177637687" sldId="320"/>
            <ac:cxnSpMk id="37" creationId="{F0B559F5-E770-1193-BF05-1C7C0F751899}"/>
          </ac:cxnSpMkLst>
        </pc:cxnChg>
      </pc:sldChg>
      <pc:sldChg chg="addSp modSp add mod">
        <pc:chgData name="Toby Donaldson" userId="2e6e5431-bb17-4c41-9985-d39c50d83c73" providerId="ADAL" clId="{7F9681A8-EEE2-56F4-9B39-ECCBEE0471AC}" dt="2026-07-06T19:19:39.667" v="21252" actId="1076"/>
        <pc:sldMkLst>
          <pc:docMk/>
          <pc:sldMk cId="106105616" sldId="321"/>
        </pc:sldMkLst>
        <pc:spChg chg="mod">
          <ac:chgData name="Toby Donaldson" userId="2e6e5431-bb17-4c41-9985-d39c50d83c73" providerId="ADAL" clId="{7F9681A8-EEE2-56F4-9B39-ECCBEE0471AC}" dt="2026-07-06T19:15:01.032" v="21218" actId="1076"/>
          <ac:spMkLst>
            <pc:docMk/>
            <pc:sldMk cId="106105616" sldId="321"/>
            <ac:spMk id="4" creationId="{011B7119-0BCF-C0CB-BACD-9A1CE2449589}"/>
          </ac:spMkLst>
        </pc:spChg>
        <pc:spChg chg="mod">
          <ac:chgData name="Toby Donaldson" userId="2e6e5431-bb17-4c41-9985-d39c50d83c73" providerId="ADAL" clId="{7F9681A8-EEE2-56F4-9B39-ECCBEE0471AC}" dt="2026-07-06T19:15:10.548" v="21222" actId="1076"/>
          <ac:spMkLst>
            <pc:docMk/>
            <pc:sldMk cId="106105616" sldId="321"/>
            <ac:spMk id="7" creationId="{4AC6166B-FBE0-0B67-FD91-1BF2C5693BF2}"/>
          </ac:spMkLst>
        </pc:spChg>
        <pc:spChg chg="mod">
          <ac:chgData name="Toby Donaldson" userId="2e6e5431-bb17-4c41-9985-d39c50d83c73" providerId="ADAL" clId="{7F9681A8-EEE2-56F4-9B39-ECCBEE0471AC}" dt="2026-07-06T19:16:25.845" v="21230" actId="20577"/>
          <ac:spMkLst>
            <pc:docMk/>
            <pc:sldMk cId="106105616" sldId="321"/>
            <ac:spMk id="22" creationId="{6D0157C6-B84D-4007-82F9-7B9D04E6290B}"/>
          </ac:spMkLst>
        </pc:spChg>
        <pc:spChg chg="mod">
          <ac:chgData name="Toby Donaldson" userId="2e6e5431-bb17-4c41-9985-d39c50d83c73" providerId="ADAL" clId="{7F9681A8-EEE2-56F4-9B39-ECCBEE0471AC}" dt="2026-07-06T19:15:39.148" v="21229" actId="1076"/>
          <ac:spMkLst>
            <pc:docMk/>
            <pc:sldMk cId="106105616" sldId="321"/>
            <ac:spMk id="25" creationId="{84ECEF2B-1B08-277B-F833-9C0244A85713}"/>
          </ac:spMkLst>
        </pc:spChg>
        <pc:spChg chg="mod">
          <ac:chgData name="Toby Donaldson" userId="2e6e5431-bb17-4c41-9985-d39c50d83c73" providerId="ADAL" clId="{7F9681A8-EEE2-56F4-9B39-ECCBEE0471AC}" dt="2026-07-06T19:16:32.920" v="21231" actId="20577"/>
          <ac:spMkLst>
            <pc:docMk/>
            <pc:sldMk cId="106105616" sldId="321"/>
            <ac:spMk id="32" creationId="{1D50ABBB-A13B-D20F-4BCF-9022B928BFCF}"/>
          </ac:spMkLst>
        </pc:spChg>
        <pc:spChg chg="mod">
          <ac:chgData name="Toby Donaldson" userId="2e6e5431-bb17-4c41-9985-d39c50d83c73" providerId="ADAL" clId="{7F9681A8-EEE2-56F4-9B39-ECCBEE0471AC}" dt="2026-07-06T19:18:13.063" v="21233"/>
          <ac:spMkLst>
            <pc:docMk/>
            <pc:sldMk cId="106105616" sldId="321"/>
            <ac:spMk id="43" creationId="{32761432-B13D-2B46-BAA7-6D483EF29A2E}"/>
          </ac:spMkLst>
        </pc:spChg>
        <pc:spChg chg="mod">
          <ac:chgData name="Toby Donaldson" userId="2e6e5431-bb17-4c41-9985-d39c50d83c73" providerId="ADAL" clId="{7F9681A8-EEE2-56F4-9B39-ECCBEE0471AC}" dt="2026-07-06T19:18:13.063" v="21233"/>
          <ac:spMkLst>
            <pc:docMk/>
            <pc:sldMk cId="106105616" sldId="321"/>
            <ac:spMk id="47" creationId="{FB9D21BA-A1BA-236E-2808-21379D3B41CA}"/>
          </ac:spMkLst>
        </pc:spChg>
        <pc:spChg chg="mod">
          <ac:chgData name="Toby Donaldson" userId="2e6e5431-bb17-4c41-9985-d39c50d83c73" providerId="ADAL" clId="{7F9681A8-EEE2-56F4-9B39-ECCBEE0471AC}" dt="2026-07-06T19:18:13.063" v="21233"/>
          <ac:spMkLst>
            <pc:docMk/>
            <pc:sldMk cId="106105616" sldId="321"/>
            <ac:spMk id="48" creationId="{AAB2B4B3-DDE0-7DA2-6486-373BF3B24542}"/>
          </ac:spMkLst>
        </pc:spChg>
        <pc:spChg chg="mod">
          <ac:chgData name="Toby Donaldson" userId="2e6e5431-bb17-4c41-9985-d39c50d83c73" providerId="ADAL" clId="{7F9681A8-EEE2-56F4-9B39-ECCBEE0471AC}" dt="2026-07-06T19:18:13.063" v="21233"/>
          <ac:spMkLst>
            <pc:docMk/>
            <pc:sldMk cId="106105616" sldId="321"/>
            <ac:spMk id="51" creationId="{D61CF76A-28BB-04CF-1B75-A488A72B7F3C}"/>
          </ac:spMkLst>
        </pc:spChg>
        <pc:spChg chg="add mod">
          <ac:chgData name="Toby Donaldson" userId="2e6e5431-bb17-4c41-9985-d39c50d83c73" providerId="ADAL" clId="{7F9681A8-EEE2-56F4-9B39-ECCBEE0471AC}" dt="2026-07-06T19:19:24.366" v="21250" actId="1076"/>
          <ac:spMkLst>
            <pc:docMk/>
            <pc:sldMk cId="106105616" sldId="321"/>
            <ac:spMk id="53" creationId="{276CF5A4-E9F0-3290-3E0D-EBB2055E5E90}"/>
          </ac:spMkLst>
        </pc:spChg>
        <pc:spChg chg="add mod">
          <ac:chgData name="Toby Donaldson" userId="2e6e5431-bb17-4c41-9985-d39c50d83c73" providerId="ADAL" clId="{7F9681A8-EEE2-56F4-9B39-ECCBEE0471AC}" dt="2026-07-06T19:19:24.366" v="21250" actId="1076"/>
          <ac:spMkLst>
            <pc:docMk/>
            <pc:sldMk cId="106105616" sldId="321"/>
            <ac:spMk id="54" creationId="{AE8EC35D-5F02-8384-4D54-1B9319C2E858}"/>
          </ac:spMkLst>
        </pc:spChg>
        <pc:spChg chg="add mod">
          <ac:chgData name="Toby Donaldson" userId="2e6e5431-bb17-4c41-9985-d39c50d83c73" providerId="ADAL" clId="{7F9681A8-EEE2-56F4-9B39-ECCBEE0471AC}" dt="2026-07-06T19:19:24.366" v="21250" actId="1076"/>
          <ac:spMkLst>
            <pc:docMk/>
            <pc:sldMk cId="106105616" sldId="321"/>
            <ac:spMk id="56" creationId="{188CA3E6-CE8D-9EAC-98F0-AA3C1864D1B4}"/>
          </ac:spMkLst>
        </pc:spChg>
        <pc:spChg chg="add mod">
          <ac:chgData name="Toby Donaldson" userId="2e6e5431-bb17-4c41-9985-d39c50d83c73" providerId="ADAL" clId="{7F9681A8-EEE2-56F4-9B39-ECCBEE0471AC}" dt="2026-07-06T19:19:24.366" v="21250" actId="1076"/>
          <ac:spMkLst>
            <pc:docMk/>
            <pc:sldMk cId="106105616" sldId="321"/>
            <ac:spMk id="57" creationId="{B3D92F15-D3AE-A828-58F1-3D2D54FF488C}"/>
          </ac:spMkLst>
        </pc:spChg>
        <pc:spChg chg="add mod">
          <ac:chgData name="Toby Donaldson" userId="2e6e5431-bb17-4c41-9985-d39c50d83c73" providerId="ADAL" clId="{7F9681A8-EEE2-56F4-9B39-ECCBEE0471AC}" dt="2026-07-06T19:19:24.366" v="21250" actId="1076"/>
          <ac:spMkLst>
            <pc:docMk/>
            <pc:sldMk cId="106105616" sldId="321"/>
            <ac:spMk id="59" creationId="{A89BB3BC-28B1-23B1-2837-28B88868F917}"/>
          </ac:spMkLst>
        </pc:spChg>
        <pc:spChg chg="add mod">
          <ac:chgData name="Toby Donaldson" userId="2e6e5431-bb17-4c41-9985-d39c50d83c73" providerId="ADAL" clId="{7F9681A8-EEE2-56F4-9B39-ECCBEE0471AC}" dt="2026-07-06T19:19:24.366" v="21250" actId="1076"/>
          <ac:spMkLst>
            <pc:docMk/>
            <pc:sldMk cId="106105616" sldId="321"/>
            <ac:spMk id="61" creationId="{82D58CCD-C090-E476-3F0C-5C1689FF8E7F}"/>
          </ac:spMkLst>
        </pc:spChg>
        <pc:spChg chg="add mod">
          <ac:chgData name="Toby Donaldson" userId="2e6e5431-bb17-4c41-9985-d39c50d83c73" providerId="ADAL" clId="{7F9681A8-EEE2-56F4-9B39-ECCBEE0471AC}" dt="2026-07-06T19:19:29.369" v="21251" actId="1076"/>
          <ac:spMkLst>
            <pc:docMk/>
            <pc:sldMk cId="106105616" sldId="321"/>
            <ac:spMk id="64" creationId="{C5468B47-D7D6-8D41-24D7-9AC754956B06}"/>
          </ac:spMkLst>
        </pc:spChg>
        <pc:grpChg chg="mod">
          <ac:chgData name="Toby Donaldson" userId="2e6e5431-bb17-4c41-9985-d39c50d83c73" providerId="ADAL" clId="{7F9681A8-EEE2-56F4-9B39-ECCBEE0471AC}" dt="2026-07-06T19:19:14.750" v="21249" actId="1076"/>
          <ac:grpSpMkLst>
            <pc:docMk/>
            <pc:sldMk cId="106105616" sldId="321"/>
            <ac:grpSpMk id="3" creationId="{EB5B9E17-FB2E-F507-3C7C-CE7FA5138DE7}"/>
          </ac:grpSpMkLst>
        </pc:grpChg>
        <pc:grpChg chg="mod">
          <ac:chgData name="Toby Donaldson" userId="2e6e5431-bb17-4c41-9985-d39c50d83c73" providerId="ADAL" clId="{7F9681A8-EEE2-56F4-9B39-ECCBEE0471AC}" dt="2026-07-06T19:19:14.750" v="21249" actId="1076"/>
          <ac:grpSpMkLst>
            <pc:docMk/>
            <pc:sldMk cId="106105616" sldId="321"/>
            <ac:grpSpMk id="6" creationId="{FEA33E22-298C-6E97-F64E-6C8EC4383092}"/>
          </ac:grpSpMkLst>
        </pc:grpChg>
        <pc:grpChg chg="mod">
          <ac:chgData name="Toby Donaldson" userId="2e6e5431-bb17-4c41-9985-d39c50d83c73" providerId="ADAL" clId="{7F9681A8-EEE2-56F4-9B39-ECCBEE0471AC}" dt="2026-07-06T19:19:14.750" v="21249" actId="1076"/>
          <ac:grpSpMkLst>
            <pc:docMk/>
            <pc:sldMk cId="106105616" sldId="321"/>
            <ac:grpSpMk id="18" creationId="{EC0B87E5-6CF7-2E4B-F30C-BF22679F8768}"/>
          </ac:grpSpMkLst>
        </pc:grpChg>
        <pc:grpChg chg="mod">
          <ac:chgData name="Toby Donaldson" userId="2e6e5431-bb17-4c41-9985-d39c50d83c73" providerId="ADAL" clId="{7F9681A8-EEE2-56F4-9B39-ECCBEE0471AC}" dt="2026-07-06T19:19:14.750" v="21249" actId="1076"/>
          <ac:grpSpMkLst>
            <pc:docMk/>
            <pc:sldMk cId="106105616" sldId="321"/>
            <ac:grpSpMk id="21" creationId="{B9D8C9F5-EA9F-5C7B-F39D-971A45968C19}"/>
          </ac:grpSpMkLst>
        </pc:grpChg>
        <pc:grpChg chg="mod">
          <ac:chgData name="Toby Donaldson" userId="2e6e5431-bb17-4c41-9985-d39c50d83c73" providerId="ADAL" clId="{7F9681A8-EEE2-56F4-9B39-ECCBEE0471AC}" dt="2026-07-06T19:19:14.750" v="21249" actId="1076"/>
          <ac:grpSpMkLst>
            <pc:docMk/>
            <pc:sldMk cId="106105616" sldId="321"/>
            <ac:grpSpMk id="24" creationId="{DD7536A8-2012-6025-9110-A1D7ECC0C7F4}"/>
          </ac:grpSpMkLst>
        </pc:grpChg>
        <pc:grpChg chg="mod">
          <ac:chgData name="Toby Donaldson" userId="2e6e5431-bb17-4c41-9985-d39c50d83c73" providerId="ADAL" clId="{7F9681A8-EEE2-56F4-9B39-ECCBEE0471AC}" dt="2026-07-06T19:19:14.750" v="21249" actId="1076"/>
          <ac:grpSpMkLst>
            <pc:docMk/>
            <pc:sldMk cId="106105616" sldId="321"/>
            <ac:grpSpMk id="31" creationId="{01C35DCB-5D58-A37E-4690-7B14E9B58B41}"/>
          </ac:grpSpMkLst>
        </pc:grpChg>
        <pc:grpChg chg="mod">
          <ac:chgData name="Toby Donaldson" userId="2e6e5431-bb17-4c41-9985-d39c50d83c73" providerId="ADAL" clId="{7F9681A8-EEE2-56F4-9B39-ECCBEE0471AC}" dt="2026-07-06T19:19:24.366" v="21250" actId="1076"/>
          <ac:grpSpMkLst>
            <pc:docMk/>
            <pc:sldMk cId="106105616" sldId="321"/>
            <ac:grpSpMk id="41" creationId="{C73E4986-C600-76CF-66D1-C933D987B5CD}"/>
          </ac:grpSpMkLst>
        </pc:grpChg>
        <pc:grpChg chg="mod">
          <ac:chgData name="Toby Donaldson" userId="2e6e5431-bb17-4c41-9985-d39c50d83c73" providerId="ADAL" clId="{7F9681A8-EEE2-56F4-9B39-ECCBEE0471AC}" dt="2026-07-06T19:19:24.366" v="21250" actId="1076"/>
          <ac:grpSpMkLst>
            <pc:docMk/>
            <pc:sldMk cId="106105616" sldId="321"/>
            <ac:grpSpMk id="46" creationId="{03EDC4FF-2674-E9C7-5107-D4C7654A3707}"/>
          </ac:grpSpMkLst>
        </pc:grpChg>
        <pc:grpChg chg="mod">
          <ac:chgData name="Toby Donaldson" userId="2e6e5431-bb17-4c41-9985-d39c50d83c73" providerId="ADAL" clId="{7F9681A8-EEE2-56F4-9B39-ECCBEE0471AC}" dt="2026-07-06T19:19:39.667" v="21252" actId="1076"/>
          <ac:grpSpMkLst>
            <pc:docMk/>
            <pc:sldMk cId="106105616" sldId="321"/>
            <ac:grpSpMk id="50" creationId="{C15BD43D-544F-7FB5-2A17-10A050AA04AE}"/>
          </ac:grpSpMkLst>
        </pc:grpChg>
        <pc:cxnChg chg="mod">
          <ac:chgData name="Toby Donaldson" userId="2e6e5431-bb17-4c41-9985-d39c50d83c73" providerId="ADAL" clId="{7F9681A8-EEE2-56F4-9B39-ECCBEE0471AC}" dt="2026-07-06T19:19:14.750" v="21249" actId="1076"/>
          <ac:cxnSpMkLst>
            <pc:docMk/>
            <pc:sldMk cId="106105616" sldId="321"/>
            <ac:cxnSpMk id="17" creationId="{5C3B3C19-BCD2-06D2-B487-F16E128D5938}"/>
          </ac:cxnSpMkLst>
        </pc:cxnChg>
        <pc:cxnChg chg="mod">
          <ac:chgData name="Toby Donaldson" userId="2e6e5431-bb17-4c41-9985-d39c50d83c73" providerId="ADAL" clId="{7F9681A8-EEE2-56F4-9B39-ECCBEE0471AC}" dt="2026-07-06T19:19:14.750" v="21249" actId="1076"/>
          <ac:cxnSpMkLst>
            <pc:docMk/>
            <pc:sldMk cId="106105616" sldId="321"/>
            <ac:cxnSpMk id="27" creationId="{32EBA271-1080-0E7E-0F56-DC9B9EC03157}"/>
          </ac:cxnSpMkLst>
        </pc:cxnChg>
        <pc:cxnChg chg="mod">
          <ac:chgData name="Toby Donaldson" userId="2e6e5431-bb17-4c41-9985-d39c50d83c73" providerId="ADAL" clId="{7F9681A8-EEE2-56F4-9B39-ECCBEE0471AC}" dt="2026-07-06T19:19:14.750" v="21249" actId="1076"/>
          <ac:cxnSpMkLst>
            <pc:docMk/>
            <pc:sldMk cId="106105616" sldId="321"/>
            <ac:cxnSpMk id="36" creationId="{739DC4F9-CDC8-5B28-8CD7-4116D673B987}"/>
          </ac:cxnSpMkLst>
        </pc:cxnChg>
        <pc:cxnChg chg="mod">
          <ac:chgData name="Toby Donaldson" userId="2e6e5431-bb17-4c41-9985-d39c50d83c73" providerId="ADAL" clId="{7F9681A8-EEE2-56F4-9B39-ECCBEE0471AC}" dt="2026-07-06T19:19:14.750" v="21249" actId="1076"/>
          <ac:cxnSpMkLst>
            <pc:docMk/>
            <pc:sldMk cId="106105616" sldId="321"/>
            <ac:cxnSpMk id="37" creationId="{46A634D6-55AB-FDF8-A9FB-61DC362DC29D}"/>
          </ac:cxnSpMkLst>
        </pc:cxnChg>
        <pc:cxnChg chg="mod">
          <ac:chgData name="Toby Donaldson" userId="2e6e5431-bb17-4c41-9985-d39c50d83c73" providerId="ADAL" clId="{7F9681A8-EEE2-56F4-9B39-ECCBEE0471AC}" dt="2026-07-06T19:19:24.366" v="21250" actId="1076"/>
          <ac:cxnSpMkLst>
            <pc:docMk/>
            <pc:sldMk cId="106105616" sldId="321"/>
            <ac:cxnSpMk id="58" creationId="{15A7B463-556A-BDD1-387A-867503BB69B0}"/>
          </ac:cxnSpMkLst>
        </pc:cxnChg>
      </pc:sldChg>
      <pc:sldChg chg="add del">
        <pc:chgData name="Toby Donaldson" userId="2e6e5431-bb17-4c41-9985-d39c50d83c73" providerId="ADAL" clId="{7F9681A8-EEE2-56F4-9B39-ECCBEE0471AC}" dt="2026-07-06T19:25:41.798" v="21281" actId="2696"/>
        <pc:sldMkLst>
          <pc:docMk/>
          <pc:sldMk cId="2805995264" sldId="322"/>
        </pc:sldMkLst>
      </pc:sldChg>
      <pc:sldChg chg="addSp modSp add mod">
        <pc:chgData name="Toby Donaldson" userId="2e6e5431-bb17-4c41-9985-d39c50d83c73" providerId="ADAL" clId="{7F9681A8-EEE2-56F4-9B39-ECCBEE0471AC}" dt="2026-07-06T19:27:01.292" v="21352" actId="1076"/>
        <pc:sldMkLst>
          <pc:docMk/>
          <pc:sldMk cId="3601280849" sldId="322"/>
        </pc:sldMkLst>
        <pc:spChg chg="add mod">
          <ac:chgData name="Toby Donaldson" userId="2e6e5431-bb17-4c41-9985-d39c50d83c73" providerId="ADAL" clId="{7F9681A8-EEE2-56F4-9B39-ECCBEE0471AC}" dt="2026-07-06T19:26:25.214" v="21293" actId="207"/>
          <ac:spMkLst>
            <pc:docMk/>
            <pc:sldMk cId="3601280849" sldId="322"/>
            <ac:spMk id="6" creationId="{953E4528-EB8A-F0FE-865D-58B65D9BA9AE}"/>
          </ac:spMkLst>
        </pc:spChg>
        <pc:spChg chg="add mod">
          <ac:chgData name="Toby Donaldson" userId="2e6e5431-bb17-4c41-9985-d39c50d83c73" providerId="ADAL" clId="{7F9681A8-EEE2-56F4-9B39-ECCBEE0471AC}" dt="2026-07-06T19:27:01.292" v="21352" actId="1076"/>
          <ac:spMkLst>
            <pc:docMk/>
            <pc:sldMk cId="3601280849" sldId="322"/>
            <ac:spMk id="17" creationId="{E88B9279-2011-2209-1926-6AA7B1AB9FC9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06T19:35:22.747" v="21724" actId="21"/>
        <pc:sldMkLst>
          <pc:docMk/>
          <pc:sldMk cId="1820782728" sldId="323"/>
        </pc:sldMkLst>
        <pc:spChg chg="mod">
          <ac:chgData name="Toby Donaldson" userId="2e6e5431-bb17-4c41-9985-d39c50d83c73" providerId="ADAL" clId="{7F9681A8-EEE2-56F4-9B39-ECCBEE0471AC}" dt="2026-07-06T19:28:24.203" v="21374" actId="20577"/>
          <ac:spMkLst>
            <pc:docMk/>
            <pc:sldMk cId="1820782728" sldId="323"/>
            <ac:spMk id="2" creationId="{EC7171E4-D4FA-93F1-7615-9C65F113B9B3}"/>
          </ac:spMkLst>
        </pc:spChg>
        <pc:spChg chg="mod">
          <ac:chgData name="Toby Donaldson" userId="2e6e5431-bb17-4c41-9985-d39c50d83c73" providerId="ADAL" clId="{7F9681A8-EEE2-56F4-9B39-ECCBEE0471AC}" dt="2026-07-06T19:34:00.653" v="21705" actId="113"/>
          <ac:spMkLst>
            <pc:docMk/>
            <pc:sldMk cId="1820782728" sldId="323"/>
            <ac:spMk id="3" creationId="{D85A67D3-3968-20AD-B53C-8BF9390CA54B}"/>
          </ac:spMkLst>
        </pc:spChg>
        <pc:spChg chg="add del mod">
          <ac:chgData name="Toby Donaldson" userId="2e6e5431-bb17-4c41-9985-d39c50d83c73" providerId="ADAL" clId="{7F9681A8-EEE2-56F4-9B39-ECCBEE0471AC}" dt="2026-07-06T19:35:22.747" v="21724" actId="21"/>
          <ac:spMkLst>
            <pc:docMk/>
            <pc:sldMk cId="1820782728" sldId="323"/>
            <ac:spMk id="5" creationId="{C78404E9-10BD-D9CA-7113-C3FCB7F95D22}"/>
          </ac:spMkLst>
        </pc:spChg>
        <pc:picChg chg="add mod">
          <ac:chgData name="Toby Donaldson" userId="2e6e5431-bb17-4c41-9985-d39c50d83c73" providerId="ADAL" clId="{7F9681A8-EEE2-56F4-9B39-ECCBEE0471AC}" dt="2026-07-06T19:33:23.611" v="21698" actId="14100"/>
          <ac:picMkLst>
            <pc:docMk/>
            <pc:sldMk cId="1820782728" sldId="323"/>
            <ac:picMk id="4" creationId="{82B3A06D-A3E1-B1F3-5716-DBF3E0EC6B5B}"/>
          </ac:picMkLst>
        </pc:picChg>
      </pc:sldChg>
      <pc:sldChg chg="add">
        <pc:chgData name="Toby Donaldson" userId="2e6e5431-bb17-4c41-9985-d39c50d83c73" providerId="ADAL" clId="{7F9681A8-EEE2-56F4-9B39-ECCBEE0471AC}" dt="2026-07-06T19:35:14.452" v="21723" actId="2890"/>
        <pc:sldMkLst>
          <pc:docMk/>
          <pc:sldMk cId="4279159083" sldId="324"/>
        </pc:sldMkLst>
      </pc:sldChg>
      <pc:sldChg chg="addSp delSp modSp new mod">
        <pc:chgData name="Toby Donaldson" userId="2e6e5431-bb17-4c41-9985-d39c50d83c73" providerId="ADAL" clId="{7F9681A8-EEE2-56F4-9B39-ECCBEE0471AC}" dt="2026-07-06T22:34:04.494" v="22205"/>
        <pc:sldMkLst>
          <pc:docMk/>
          <pc:sldMk cId="1237262178" sldId="325"/>
        </pc:sldMkLst>
        <pc:spChg chg="mod">
          <ac:chgData name="Toby Donaldson" userId="2e6e5431-bb17-4c41-9985-d39c50d83c73" providerId="ADAL" clId="{7F9681A8-EEE2-56F4-9B39-ECCBEE0471AC}" dt="2026-07-06T22:29:47.359" v="22033" actId="14100"/>
          <ac:spMkLst>
            <pc:docMk/>
            <pc:sldMk cId="1237262178" sldId="325"/>
            <ac:spMk id="2" creationId="{94FBA484-2473-3A57-2F96-29CA4D846A47}"/>
          </ac:spMkLst>
        </pc:spChg>
        <pc:spChg chg="mod">
          <ac:chgData name="Toby Donaldson" userId="2e6e5431-bb17-4c41-9985-d39c50d83c73" providerId="ADAL" clId="{7F9681A8-EEE2-56F4-9B39-ECCBEE0471AC}" dt="2026-07-06T22:34:04.494" v="22205"/>
          <ac:spMkLst>
            <pc:docMk/>
            <pc:sldMk cId="1237262178" sldId="325"/>
            <ac:spMk id="3" creationId="{864B3A3C-6D91-C9B6-2A55-B5DC61EB6B2D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8" creationId="{58BDCB8B-5311-A8DB-814A-2A21944AC63B}"/>
          </ac:spMkLst>
        </pc:spChg>
        <pc:spChg chg="mod">
          <ac:chgData name="Toby Donaldson" userId="2e6e5431-bb17-4c41-9985-d39c50d83c73" providerId="ADAL" clId="{7F9681A8-EEE2-56F4-9B39-ECCBEE0471AC}" dt="2026-07-06T22:29:44.181" v="22032" actId="1076"/>
          <ac:spMkLst>
            <pc:docMk/>
            <pc:sldMk cId="1237262178" sldId="325"/>
            <ac:spMk id="11" creationId="{02BEB7AC-6EAF-2C5A-6B32-0EEDD45F3A57}"/>
          </ac:spMkLst>
        </pc:spChg>
        <pc:spChg chg="add mod">
          <ac:chgData name="Toby Donaldson" userId="2e6e5431-bb17-4c41-9985-d39c50d83c73" providerId="ADAL" clId="{7F9681A8-EEE2-56F4-9B39-ECCBEE0471AC}" dt="2026-07-06T22:29:44.181" v="22032" actId="1076"/>
          <ac:spMkLst>
            <pc:docMk/>
            <pc:sldMk cId="1237262178" sldId="325"/>
            <ac:spMk id="12" creationId="{F806136F-7633-B9D3-261A-6E41B5EB380C}"/>
          </ac:spMkLst>
        </pc:spChg>
        <pc:spChg chg="mod">
          <ac:chgData name="Toby Donaldson" userId="2e6e5431-bb17-4c41-9985-d39c50d83c73" providerId="ADAL" clId="{7F9681A8-EEE2-56F4-9B39-ECCBEE0471AC}" dt="2026-07-06T22:29:44.181" v="22032" actId="1076"/>
          <ac:spMkLst>
            <pc:docMk/>
            <pc:sldMk cId="1237262178" sldId="325"/>
            <ac:spMk id="13" creationId="{07B135AF-D0CB-777A-ED28-F0FFB46BE1AF}"/>
          </ac:spMkLst>
        </pc:spChg>
        <pc:spChg chg="mod">
          <ac:chgData name="Toby Donaldson" userId="2e6e5431-bb17-4c41-9985-d39c50d83c73" providerId="ADAL" clId="{7F9681A8-EEE2-56F4-9B39-ECCBEE0471AC}" dt="2026-07-06T22:29:44.181" v="22032" actId="1076"/>
          <ac:spMkLst>
            <pc:docMk/>
            <pc:sldMk cId="1237262178" sldId="325"/>
            <ac:spMk id="14" creationId="{D81E0BC2-0717-EC46-3256-159498366418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17" creationId="{6702D60A-FAE6-18CC-1C8F-6367D467E79D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18" creationId="{1C30CC87-7769-714F-DA33-D4A9AA5C9499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22" creationId="{8F200EE5-6070-5DF0-99DD-AD80ED4A5744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27" creationId="{F16FEB59-5D48-F6D8-97CC-C7C51DC5AE22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28" creationId="{2EBA7189-5C25-6FC3-9D46-84419B572114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38" creationId="{AAB0039E-1D5A-C87C-5709-685C630C34A9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39" creationId="{DEF74C96-15E1-A34E-9CB4-C59CB16598BD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46" creationId="{F3DEC1A6-013B-C079-A2CF-E129C10181CF}"/>
          </ac:spMkLst>
        </pc:spChg>
        <pc:spChg chg="add mod">
          <ac:chgData name="Toby Donaldson" userId="2e6e5431-bb17-4c41-9985-d39c50d83c73" providerId="ADAL" clId="{7F9681A8-EEE2-56F4-9B39-ECCBEE0471AC}" dt="2026-07-06T22:30:32.255" v="22052" actId="113"/>
          <ac:spMkLst>
            <pc:docMk/>
            <pc:sldMk cId="1237262178" sldId="325"/>
            <ac:spMk id="48" creationId="{6AAEDC57-5EF4-0BE2-5AE2-17E31BE6D2DA}"/>
          </ac:spMkLst>
        </pc:spChg>
        <pc:spChg chg="add del mod">
          <ac:chgData name="Toby Donaldson" userId="2e6e5431-bb17-4c41-9985-d39c50d83c73" providerId="ADAL" clId="{7F9681A8-EEE2-56F4-9B39-ECCBEE0471AC}" dt="2026-07-06T22:33:06.428" v="22080" actId="21"/>
          <ac:spMkLst>
            <pc:docMk/>
            <pc:sldMk cId="1237262178" sldId="325"/>
            <ac:spMk id="49" creationId="{CD8FF6E7-4C8E-D5C3-E2C9-4244CD984C49}"/>
          </ac:spMkLst>
        </pc:spChg>
        <pc:spChg chg="del mod topLvl">
          <ac:chgData name="Toby Donaldson" userId="2e6e5431-bb17-4c41-9985-d39c50d83c73" providerId="ADAL" clId="{7F9681A8-EEE2-56F4-9B39-ECCBEE0471AC}" dt="2026-07-06T22:33:14.627" v="22082" actId="21"/>
          <ac:spMkLst>
            <pc:docMk/>
            <pc:sldMk cId="1237262178" sldId="325"/>
            <ac:spMk id="51" creationId="{7A3073ED-11A9-6C8B-F3D4-30B1C0C453B5}"/>
          </ac:spMkLst>
        </pc:spChg>
        <pc:spChg chg="del mod topLvl">
          <ac:chgData name="Toby Donaldson" userId="2e6e5431-bb17-4c41-9985-d39c50d83c73" providerId="ADAL" clId="{7F9681A8-EEE2-56F4-9B39-ECCBEE0471AC}" dt="2026-07-06T22:33:09.405" v="22081" actId="21"/>
          <ac:spMkLst>
            <pc:docMk/>
            <pc:sldMk cId="1237262178" sldId="325"/>
            <ac:spMk id="52" creationId="{028F431C-D572-7372-EDA0-0408318ED626}"/>
          </ac:spMkLst>
        </pc:spChg>
        <pc:grpChg chg="mod">
          <ac:chgData name="Toby Donaldson" userId="2e6e5431-bb17-4c41-9985-d39c50d83c73" providerId="ADAL" clId="{7F9681A8-EEE2-56F4-9B39-ECCBEE0471AC}" dt="2026-07-06T22:29:44.181" v="22032" actId="1076"/>
          <ac:grpSpMkLst>
            <pc:docMk/>
            <pc:sldMk cId="1237262178" sldId="325"/>
            <ac:grpSpMk id="4" creationId="{8E90DD25-8F54-AAEC-0A3E-8BDBC36F7A48}"/>
          </ac:grpSpMkLst>
        </pc:grpChg>
        <pc:grpChg chg="mod">
          <ac:chgData name="Toby Donaldson" userId="2e6e5431-bb17-4c41-9985-d39c50d83c73" providerId="ADAL" clId="{7F9681A8-EEE2-56F4-9B39-ECCBEE0471AC}" dt="2026-07-06T22:29:44.181" v="22032" actId="1076"/>
          <ac:grpSpMkLst>
            <pc:docMk/>
            <pc:sldMk cId="1237262178" sldId="325"/>
            <ac:grpSpMk id="7" creationId="{F1DFEFAC-4040-952B-1C3B-77C31D8DD39C}"/>
          </ac:grpSpMkLst>
        </pc:grpChg>
        <pc:grpChg chg="mod">
          <ac:chgData name="Toby Donaldson" userId="2e6e5431-bb17-4c41-9985-d39c50d83c73" providerId="ADAL" clId="{7F9681A8-EEE2-56F4-9B39-ECCBEE0471AC}" dt="2026-07-06T22:29:44.181" v="22032" actId="1076"/>
          <ac:grpSpMkLst>
            <pc:docMk/>
            <pc:sldMk cId="1237262178" sldId="325"/>
            <ac:grpSpMk id="26" creationId="{7B937503-1B1F-E964-6573-1C54060B5184}"/>
          </ac:grpSpMkLst>
        </pc:grpChg>
        <pc:grpChg chg="mod">
          <ac:chgData name="Toby Donaldson" userId="2e6e5431-bb17-4c41-9985-d39c50d83c73" providerId="ADAL" clId="{7F9681A8-EEE2-56F4-9B39-ECCBEE0471AC}" dt="2026-07-06T22:29:44.181" v="22032" actId="1076"/>
          <ac:grpSpMkLst>
            <pc:docMk/>
            <pc:sldMk cId="1237262178" sldId="325"/>
            <ac:grpSpMk id="29" creationId="{3EAF050F-614E-217D-8D17-BE4FE3A91798}"/>
          </ac:grpSpMkLst>
        </pc:grpChg>
        <pc:grpChg chg="mod">
          <ac:chgData name="Toby Donaldson" userId="2e6e5431-bb17-4c41-9985-d39c50d83c73" providerId="ADAL" clId="{7F9681A8-EEE2-56F4-9B39-ECCBEE0471AC}" dt="2026-07-06T22:29:44.181" v="22032" actId="1076"/>
          <ac:grpSpMkLst>
            <pc:docMk/>
            <pc:sldMk cId="1237262178" sldId="325"/>
            <ac:grpSpMk id="33" creationId="{DBEFE106-D1F5-BEE9-E8D7-F0B0FBCA6902}"/>
          </ac:grpSpMkLst>
        </pc:grpChg>
        <pc:grpChg chg="mod">
          <ac:chgData name="Toby Donaldson" userId="2e6e5431-bb17-4c41-9985-d39c50d83c73" providerId="ADAL" clId="{7F9681A8-EEE2-56F4-9B39-ECCBEE0471AC}" dt="2026-07-06T22:29:44.181" v="22032" actId="1076"/>
          <ac:grpSpMkLst>
            <pc:docMk/>
            <pc:sldMk cId="1237262178" sldId="325"/>
            <ac:grpSpMk id="37" creationId="{E640DEC1-94DE-6898-B378-C4B1B0B7DAE0}"/>
          </ac:grpSpMkLst>
        </pc:grpChg>
        <pc:grpChg chg="del mod">
          <ac:chgData name="Toby Donaldson" userId="2e6e5431-bb17-4c41-9985-d39c50d83c73" providerId="ADAL" clId="{7F9681A8-EEE2-56F4-9B39-ECCBEE0471AC}" dt="2026-07-06T22:29:49.836" v="22035" actId="21"/>
          <ac:grpSpMkLst>
            <pc:docMk/>
            <pc:sldMk cId="1237262178" sldId="325"/>
            <ac:grpSpMk id="45" creationId="{8FBF7709-AAEC-70D1-88F1-982439C40FE7}"/>
          </ac:grpSpMkLst>
        </pc:grpChg>
        <pc:grpChg chg="add del mod">
          <ac:chgData name="Toby Donaldson" userId="2e6e5431-bb17-4c41-9985-d39c50d83c73" providerId="ADAL" clId="{7F9681A8-EEE2-56F4-9B39-ECCBEE0471AC}" dt="2026-07-06T22:32:31.202" v="22076" actId="165"/>
          <ac:grpSpMkLst>
            <pc:docMk/>
            <pc:sldMk cId="1237262178" sldId="325"/>
            <ac:grpSpMk id="50" creationId="{05CD12DA-8F9E-0571-B27D-2A0B008673F3}"/>
          </ac:grpSpMkLst>
        </pc:grpChg>
        <pc:cxnChg chg="add del mod">
          <ac:chgData name="Toby Donaldson" userId="2e6e5431-bb17-4c41-9985-d39c50d83c73" providerId="ADAL" clId="{7F9681A8-EEE2-56F4-9B39-ECCBEE0471AC}" dt="2026-07-06T22:33:09.405" v="22081" actId="21"/>
          <ac:cxnSpMkLst>
            <pc:docMk/>
            <pc:sldMk cId="1237262178" sldId="325"/>
            <ac:cxnSpMk id="53" creationId="{6571177F-20BD-F30E-B92C-EE825D31ECDD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7-06T19:40:59.607" v="21781" actId="20577"/>
        <pc:sldMkLst>
          <pc:docMk/>
          <pc:sldMk cId="1717794979" sldId="326"/>
        </pc:sldMkLst>
        <pc:spChg chg="mod">
          <ac:chgData name="Toby Donaldson" userId="2e6e5431-bb17-4c41-9985-d39c50d83c73" providerId="ADAL" clId="{7F9681A8-EEE2-56F4-9B39-ECCBEE0471AC}" dt="2026-07-06T19:36:57.256" v="21749" actId="1076"/>
          <ac:spMkLst>
            <pc:docMk/>
            <pc:sldMk cId="1717794979" sldId="326"/>
            <ac:spMk id="6" creationId="{93E03660-BFC0-C4EC-D023-C8D045408EDD}"/>
          </ac:spMkLst>
        </pc:spChg>
        <pc:spChg chg="del">
          <ac:chgData name="Toby Donaldson" userId="2e6e5431-bb17-4c41-9985-d39c50d83c73" providerId="ADAL" clId="{7F9681A8-EEE2-56F4-9B39-ECCBEE0471AC}" dt="2026-07-06T19:36:50.840" v="21748" actId="21"/>
          <ac:spMkLst>
            <pc:docMk/>
            <pc:sldMk cId="1717794979" sldId="326"/>
            <ac:spMk id="17" creationId="{8F3B5F8D-A636-B6B7-9A6E-BC6C51B28903}"/>
          </ac:spMkLst>
        </pc:spChg>
        <pc:spChg chg="mod">
          <ac:chgData name="Toby Donaldson" userId="2e6e5431-bb17-4c41-9985-d39c50d83c73" providerId="ADAL" clId="{7F9681A8-EEE2-56F4-9B39-ECCBEE0471AC}" dt="2026-07-06T19:40:00.772" v="21772" actId="20577"/>
          <ac:spMkLst>
            <pc:docMk/>
            <pc:sldMk cId="1717794979" sldId="326"/>
            <ac:spMk id="20" creationId="{558D296A-66CF-28C0-04BB-02F3258B8349}"/>
          </ac:spMkLst>
        </pc:spChg>
        <pc:spChg chg="mod">
          <ac:chgData name="Toby Donaldson" userId="2e6e5431-bb17-4c41-9985-d39c50d83c73" providerId="ADAL" clId="{7F9681A8-EEE2-56F4-9B39-ECCBEE0471AC}" dt="2026-07-06T19:40:17.919" v="21775" actId="20577"/>
          <ac:spMkLst>
            <pc:docMk/>
            <pc:sldMk cId="1717794979" sldId="326"/>
            <ac:spMk id="23" creationId="{4274F297-51C4-334F-14EB-44EAAB49CC34}"/>
          </ac:spMkLst>
        </pc:spChg>
        <pc:spChg chg="mod">
          <ac:chgData name="Toby Donaldson" userId="2e6e5431-bb17-4c41-9985-d39c50d83c73" providerId="ADAL" clId="{7F9681A8-EEE2-56F4-9B39-ECCBEE0471AC}" dt="2026-07-06T19:36:57.256" v="21749" actId="1076"/>
          <ac:spMkLst>
            <pc:docMk/>
            <pc:sldMk cId="1717794979" sldId="326"/>
            <ac:spMk id="28" creationId="{608C859E-18C5-91EC-4DC0-8786C379C593}"/>
          </ac:spMkLst>
        </pc:spChg>
        <pc:spChg chg="mod">
          <ac:chgData name="Toby Donaldson" userId="2e6e5431-bb17-4c41-9985-d39c50d83c73" providerId="ADAL" clId="{7F9681A8-EEE2-56F4-9B39-ECCBEE0471AC}" dt="2026-07-06T19:36:57.256" v="21749" actId="1076"/>
          <ac:spMkLst>
            <pc:docMk/>
            <pc:sldMk cId="1717794979" sldId="326"/>
            <ac:spMk id="29" creationId="{7C7BAE01-0752-C927-51D5-150F185A51D5}"/>
          </ac:spMkLst>
        </pc:spChg>
        <pc:spChg chg="mod">
          <ac:chgData name="Toby Donaldson" userId="2e6e5431-bb17-4c41-9985-d39c50d83c73" providerId="ADAL" clId="{7F9681A8-EEE2-56F4-9B39-ECCBEE0471AC}" dt="2026-07-06T19:36:57.256" v="21749" actId="1076"/>
          <ac:spMkLst>
            <pc:docMk/>
            <pc:sldMk cId="1717794979" sldId="326"/>
            <ac:spMk id="30" creationId="{1CB9B04D-648C-16FC-9F1E-401C77CCC29E}"/>
          </ac:spMkLst>
        </pc:spChg>
        <pc:spChg chg="mod">
          <ac:chgData name="Toby Donaldson" userId="2e6e5431-bb17-4c41-9985-d39c50d83c73" providerId="ADAL" clId="{7F9681A8-EEE2-56F4-9B39-ECCBEE0471AC}" dt="2026-07-06T19:36:57.256" v="21749" actId="1076"/>
          <ac:spMkLst>
            <pc:docMk/>
            <pc:sldMk cId="1717794979" sldId="326"/>
            <ac:spMk id="33" creationId="{A2BEAE67-370D-6694-B99B-11489F19B6A0}"/>
          </ac:spMkLst>
        </pc:spChg>
        <pc:spChg chg="mod">
          <ac:chgData name="Toby Donaldson" userId="2e6e5431-bb17-4c41-9985-d39c50d83c73" providerId="ADAL" clId="{7F9681A8-EEE2-56F4-9B39-ECCBEE0471AC}" dt="2026-07-06T19:38:03.666" v="21761" actId="20577"/>
          <ac:spMkLst>
            <pc:docMk/>
            <pc:sldMk cId="1717794979" sldId="326"/>
            <ac:spMk id="39" creationId="{A29F2DB8-6F30-7697-98EB-60221568BDED}"/>
          </ac:spMkLst>
        </pc:spChg>
        <pc:spChg chg="mod">
          <ac:chgData name="Toby Donaldson" userId="2e6e5431-bb17-4c41-9985-d39c50d83c73" providerId="ADAL" clId="{7F9681A8-EEE2-56F4-9B39-ECCBEE0471AC}" dt="2026-07-06T19:37:02.630" v="21751" actId="1076"/>
          <ac:spMkLst>
            <pc:docMk/>
            <pc:sldMk cId="1717794979" sldId="326"/>
            <ac:spMk id="40" creationId="{B616AC37-B7B3-E875-4C60-7BB292EB88A7}"/>
          </ac:spMkLst>
        </pc:spChg>
        <pc:spChg chg="add mod">
          <ac:chgData name="Toby Donaldson" userId="2e6e5431-bb17-4c41-9985-d39c50d83c73" providerId="ADAL" clId="{7F9681A8-EEE2-56F4-9B39-ECCBEE0471AC}" dt="2026-07-06T19:37:02.630" v="21751" actId="1076"/>
          <ac:spMkLst>
            <pc:docMk/>
            <pc:sldMk cId="1717794979" sldId="326"/>
            <ac:spMk id="46" creationId="{21DC9753-4364-C6C0-A84E-04F00E6DF185}"/>
          </ac:spMkLst>
        </pc:spChg>
        <pc:spChg chg="mod">
          <ac:chgData name="Toby Donaldson" userId="2e6e5431-bb17-4c41-9985-d39c50d83c73" providerId="ADAL" clId="{7F9681A8-EEE2-56F4-9B39-ECCBEE0471AC}" dt="2026-07-06T19:37:02.630" v="21751" actId="1076"/>
          <ac:spMkLst>
            <pc:docMk/>
            <pc:sldMk cId="1717794979" sldId="326"/>
            <ac:spMk id="47" creationId="{F8C4472B-1F7B-826F-034F-1FBB5C51F3D1}"/>
          </ac:spMkLst>
        </pc:spChg>
        <pc:spChg chg="mod">
          <ac:chgData name="Toby Donaldson" userId="2e6e5431-bb17-4c41-9985-d39c50d83c73" providerId="ADAL" clId="{7F9681A8-EEE2-56F4-9B39-ECCBEE0471AC}" dt="2026-07-06T19:36:58.695" v="21750"/>
          <ac:spMkLst>
            <pc:docMk/>
            <pc:sldMk cId="1717794979" sldId="326"/>
            <ac:spMk id="51" creationId="{2FE8E578-B02B-A9DB-00FB-C61441FFA28F}"/>
          </ac:spMkLst>
        </pc:spChg>
        <pc:spChg chg="mod">
          <ac:chgData name="Toby Donaldson" userId="2e6e5431-bb17-4c41-9985-d39c50d83c73" providerId="ADAL" clId="{7F9681A8-EEE2-56F4-9B39-ECCBEE0471AC}" dt="2026-07-06T19:40:40.105" v="21779" actId="20577"/>
          <ac:spMkLst>
            <pc:docMk/>
            <pc:sldMk cId="1717794979" sldId="326"/>
            <ac:spMk id="64" creationId="{499E4C31-1959-D518-990F-513A22E7B67F}"/>
          </ac:spMkLst>
        </pc:spChg>
        <pc:spChg chg="mod">
          <ac:chgData name="Toby Donaldson" userId="2e6e5431-bb17-4c41-9985-d39c50d83c73" providerId="ADAL" clId="{7F9681A8-EEE2-56F4-9B39-ECCBEE0471AC}" dt="2026-07-06T19:40:27.028" v="21776" actId="20577"/>
          <ac:spMkLst>
            <pc:docMk/>
            <pc:sldMk cId="1717794979" sldId="326"/>
            <ac:spMk id="72" creationId="{71527713-5F26-CB40-11E2-CB6C209A292E}"/>
          </ac:spMkLst>
        </pc:spChg>
        <pc:spChg chg="mod">
          <ac:chgData name="Toby Donaldson" userId="2e6e5431-bb17-4c41-9985-d39c50d83c73" providerId="ADAL" clId="{7F9681A8-EEE2-56F4-9B39-ECCBEE0471AC}" dt="2026-07-06T19:36:58.695" v="21750"/>
          <ac:spMkLst>
            <pc:docMk/>
            <pc:sldMk cId="1717794979" sldId="326"/>
            <ac:spMk id="73" creationId="{1F7152A7-74C4-39BA-6F0F-0F1B7CC520ED}"/>
          </ac:spMkLst>
        </pc:spChg>
        <pc:spChg chg="mod">
          <ac:chgData name="Toby Donaldson" userId="2e6e5431-bb17-4c41-9985-d39c50d83c73" providerId="ADAL" clId="{7F9681A8-EEE2-56F4-9B39-ECCBEE0471AC}" dt="2026-07-06T19:36:58.695" v="21750"/>
          <ac:spMkLst>
            <pc:docMk/>
            <pc:sldMk cId="1717794979" sldId="326"/>
            <ac:spMk id="75" creationId="{8E10D8A3-CF21-5F97-4E5E-F725AE3C547F}"/>
          </ac:spMkLst>
        </pc:spChg>
        <pc:spChg chg="mod">
          <ac:chgData name="Toby Donaldson" userId="2e6e5431-bb17-4c41-9985-d39c50d83c73" providerId="ADAL" clId="{7F9681A8-EEE2-56F4-9B39-ECCBEE0471AC}" dt="2026-07-06T19:36:58.695" v="21750"/>
          <ac:spMkLst>
            <pc:docMk/>
            <pc:sldMk cId="1717794979" sldId="326"/>
            <ac:spMk id="80" creationId="{E3E8789F-91AB-0719-2F28-776D2B5CF791}"/>
          </ac:spMkLst>
        </pc:spChg>
        <pc:spChg chg="mod">
          <ac:chgData name="Toby Donaldson" userId="2e6e5431-bb17-4c41-9985-d39c50d83c73" providerId="ADAL" clId="{7F9681A8-EEE2-56F4-9B39-ECCBEE0471AC}" dt="2026-07-06T19:40:56.309" v="21780" actId="20577"/>
          <ac:spMkLst>
            <pc:docMk/>
            <pc:sldMk cId="1717794979" sldId="326"/>
            <ac:spMk id="83" creationId="{8D852969-0702-3F32-9B17-33E1123CFF56}"/>
          </ac:spMkLst>
        </pc:spChg>
        <pc:spChg chg="mod">
          <ac:chgData name="Toby Donaldson" userId="2e6e5431-bb17-4c41-9985-d39c50d83c73" providerId="ADAL" clId="{7F9681A8-EEE2-56F4-9B39-ECCBEE0471AC}" dt="2026-07-06T19:36:58.695" v="21750"/>
          <ac:spMkLst>
            <pc:docMk/>
            <pc:sldMk cId="1717794979" sldId="326"/>
            <ac:spMk id="84" creationId="{3D9B63C9-7607-7F61-F224-60DDEF30FCE1}"/>
          </ac:spMkLst>
        </pc:spChg>
        <pc:spChg chg="mod">
          <ac:chgData name="Toby Donaldson" userId="2e6e5431-bb17-4c41-9985-d39c50d83c73" providerId="ADAL" clId="{7F9681A8-EEE2-56F4-9B39-ECCBEE0471AC}" dt="2026-07-06T19:40:59.607" v="21781" actId="20577"/>
          <ac:spMkLst>
            <pc:docMk/>
            <pc:sldMk cId="1717794979" sldId="326"/>
            <ac:spMk id="88" creationId="{8AFB48D8-E474-FF21-DD2C-D3A05B3FEE89}"/>
          </ac:spMkLst>
        </pc:spChg>
        <pc:spChg chg="mod">
          <ac:chgData name="Toby Donaldson" userId="2e6e5431-bb17-4c41-9985-d39c50d83c73" providerId="ADAL" clId="{7F9681A8-EEE2-56F4-9B39-ECCBEE0471AC}" dt="2026-07-06T19:37:06.357" v="21755" actId="20577"/>
          <ac:spMkLst>
            <pc:docMk/>
            <pc:sldMk cId="1717794979" sldId="326"/>
            <ac:spMk id="91" creationId="{C52846D7-26E1-0AC8-42AD-52A3A104C1C5}"/>
          </ac:spMkLst>
        </pc:spChg>
        <pc:spChg chg="add del mod">
          <ac:chgData name="Toby Donaldson" userId="2e6e5431-bb17-4c41-9985-d39c50d83c73" providerId="ADAL" clId="{7F9681A8-EEE2-56F4-9B39-ECCBEE0471AC}" dt="2026-07-06T19:37:50.116" v="21760" actId="21"/>
          <ac:spMkLst>
            <pc:docMk/>
            <pc:sldMk cId="1717794979" sldId="326"/>
            <ac:spMk id="93" creationId="{593341B3-2923-0DFA-06E3-BBC45291614A}"/>
          </ac:spMkLst>
        </pc:spChg>
        <pc:spChg chg="mod">
          <ac:chgData name="Toby Donaldson" userId="2e6e5431-bb17-4c41-9985-d39c50d83c73" providerId="ADAL" clId="{7F9681A8-EEE2-56F4-9B39-ECCBEE0471AC}" dt="2026-07-06T19:37:26.301" v="21756"/>
          <ac:spMkLst>
            <pc:docMk/>
            <pc:sldMk cId="1717794979" sldId="326"/>
            <ac:spMk id="95" creationId="{DFB29A72-0538-369A-A6B0-798D45AB8796}"/>
          </ac:spMkLst>
        </pc:spChg>
        <pc:grpChg chg="mod">
          <ac:chgData name="Toby Donaldson" userId="2e6e5431-bb17-4c41-9985-d39c50d83c73" providerId="ADAL" clId="{7F9681A8-EEE2-56F4-9B39-ECCBEE0471AC}" dt="2026-07-06T19:36:57.256" v="21749" actId="1076"/>
          <ac:grpSpMkLst>
            <pc:docMk/>
            <pc:sldMk cId="1717794979" sldId="326"/>
            <ac:grpSpMk id="3" creationId="{2E675E60-92CF-14D3-411C-7A91B95AB7B8}"/>
          </ac:grpSpMkLst>
        </pc:grpChg>
        <pc:grpChg chg="mod">
          <ac:chgData name="Toby Donaldson" userId="2e6e5431-bb17-4c41-9985-d39c50d83c73" providerId="ADAL" clId="{7F9681A8-EEE2-56F4-9B39-ECCBEE0471AC}" dt="2026-07-06T19:36:57.256" v="21749" actId="1076"/>
          <ac:grpSpMkLst>
            <pc:docMk/>
            <pc:sldMk cId="1717794979" sldId="326"/>
            <ac:grpSpMk id="11" creationId="{127381F1-B6C5-2803-0DDB-0624C530C4F0}"/>
          </ac:grpSpMkLst>
        </pc:grpChg>
        <pc:grpChg chg="mod">
          <ac:chgData name="Toby Donaldson" userId="2e6e5431-bb17-4c41-9985-d39c50d83c73" providerId="ADAL" clId="{7F9681A8-EEE2-56F4-9B39-ECCBEE0471AC}" dt="2026-07-06T19:37:02.630" v="21751" actId="1076"/>
          <ac:grpSpMkLst>
            <pc:docMk/>
            <pc:sldMk cId="1717794979" sldId="326"/>
            <ac:grpSpMk id="22" creationId="{2B64A9C5-8AE7-9F52-8296-107892166314}"/>
          </ac:grpSpMkLst>
        </pc:grpChg>
        <pc:grpChg chg="mod">
          <ac:chgData name="Toby Donaldson" userId="2e6e5431-bb17-4c41-9985-d39c50d83c73" providerId="ADAL" clId="{7F9681A8-EEE2-56F4-9B39-ECCBEE0471AC}" dt="2026-07-06T19:36:57.256" v="21749" actId="1076"/>
          <ac:grpSpMkLst>
            <pc:docMk/>
            <pc:sldMk cId="1717794979" sldId="326"/>
            <ac:grpSpMk id="24" creationId="{9D3E4F7F-CDE9-35AC-5324-65860C9C6F4A}"/>
          </ac:grpSpMkLst>
        </pc:grpChg>
        <pc:grpChg chg="mod">
          <ac:chgData name="Toby Donaldson" userId="2e6e5431-bb17-4c41-9985-d39c50d83c73" providerId="ADAL" clId="{7F9681A8-EEE2-56F4-9B39-ECCBEE0471AC}" dt="2026-07-06T19:36:57.256" v="21749" actId="1076"/>
          <ac:grpSpMkLst>
            <pc:docMk/>
            <pc:sldMk cId="1717794979" sldId="326"/>
            <ac:grpSpMk id="53" creationId="{259B01C1-0E7C-661A-42F6-C956EFC3F36C}"/>
          </ac:grpSpMkLst>
        </pc:grpChg>
        <pc:grpChg chg="mod">
          <ac:chgData name="Toby Donaldson" userId="2e6e5431-bb17-4c41-9985-d39c50d83c73" providerId="ADAL" clId="{7F9681A8-EEE2-56F4-9B39-ECCBEE0471AC}" dt="2026-07-06T19:36:57.256" v="21749" actId="1076"/>
          <ac:grpSpMkLst>
            <pc:docMk/>
            <pc:sldMk cId="1717794979" sldId="326"/>
            <ac:grpSpMk id="65" creationId="{18264B12-E387-33A7-F581-A9AB9F234F5C}"/>
          </ac:grpSpMkLst>
        </pc:grpChg>
        <pc:grpChg chg="mod">
          <ac:chgData name="Toby Donaldson" userId="2e6e5431-bb17-4c41-9985-d39c50d83c73" providerId="ADAL" clId="{7F9681A8-EEE2-56F4-9B39-ECCBEE0471AC}" dt="2026-07-06T19:37:02.630" v="21751" actId="1076"/>
          <ac:grpSpMkLst>
            <pc:docMk/>
            <pc:sldMk cId="1717794979" sldId="326"/>
            <ac:grpSpMk id="71" creationId="{C2284BD7-5634-5333-F207-5CC760A0ED32}"/>
          </ac:grpSpMkLst>
        </pc:grpChg>
        <pc:grpChg chg="mod">
          <ac:chgData name="Toby Donaldson" userId="2e6e5431-bb17-4c41-9985-d39c50d83c73" providerId="ADAL" clId="{7F9681A8-EEE2-56F4-9B39-ECCBEE0471AC}" dt="2026-07-06T19:37:02.630" v="21751" actId="1076"/>
          <ac:grpSpMkLst>
            <pc:docMk/>
            <pc:sldMk cId="1717794979" sldId="326"/>
            <ac:grpSpMk id="74" creationId="{56D781EF-ED63-69D7-B7D0-3375B5BF6538}"/>
          </ac:grpSpMkLst>
        </pc:grpChg>
        <pc:grpChg chg="mod">
          <ac:chgData name="Toby Donaldson" userId="2e6e5431-bb17-4c41-9985-d39c50d83c73" providerId="ADAL" clId="{7F9681A8-EEE2-56F4-9B39-ECCBEE0471AC}" dt="2026-07-06T19:37:02.630" v="21751" actId="1076"/>
          <ac:grpSpMkLst>
            <pc:docMk/>
            <pc:sldMk cId="1717794979" sldId="326"/>
            <ac:grpSpMk id="78" creationId="{02F39177-7B34-0757-8012-328C84B79C46}"/>
          </ac:grpSpMkLst>
        </pc:grpChg>
        <pc:grpChg chg="del mod">
          <ac:chgData name="Toby Donaldson" userId="2e6e5431-bb17-4c41-9985-d39c50d83c73" providerId="ADAL" clId="{7F9681A8-EEE2-56F4-9B39-ECCBEE0471AC}" dt="2026-07-06T19:37:31.072" v="21757" actId="21"/>
          <ac:grpSpMkLst>
            <pc:docMk/>
            <pc:sldMk cId="1717794979" sldId="326"/>
            <ac:grpSpMk id="90" creationId="{B18E2D7C-E379-2537-A6ED-5989C9969A0F}"/>
          </ac:grpSpMkLst>
        </pc:grpChg>
        <pc:grpChg chg="add mod">
          <ac:chgData name="Toby Donaldson" userId="2e6e5431-bb17-4c41-9985-d39c50d83c73" providerId="ADAL" clId="{7F9681A8-EEE2-56F4-9B39-ECCBEE0471AC}" dt="2026-07-06T19:37:39.747" v="21759" actId="1076"/>
          <ac:grpSpMkLst>
            <pc:docMk/>
            <pc:sldMk cId="1717794979" sldId="326"/>
            <ac:grpSpMk id="94" creationId="{EB86D411-CA5D-CC67-23EF-0ED834BD9D20}"/>
          </ac:grpSpMkLst>
        </pc:grpChg>
        <pc:picChg chg="mod">
          <ac:chgData name="Toby Donaldson" userId="2e6e5431-bb17-4c41-9985-d39c50d83c73" providerId="ADAL" clId="{7F9681A8-EEE2-56F4-9B39-ECCBEE0471AC}" dt="2026-07-06T19:37:26.301" v="21756"/>
          <ac:picMkLst>
            <pc:docMk/>
            <pc:sldMk cId="1717794979" sldId="326"/>
            <ac:picMk id="96" creationId="{AFF3B494-7368-0C0C-741D-807EBDA76E11}"/>
          </ac:picMkLst>
        </pc:picChg>
      </pc:sldChg>
      <pc:sldChg chg="modSp add mod">
        <pc:chgData name="Toby Donaldson" userId="2e6e5431-bb17-4c41-9985-d39c50d83c73" providerId="ADAL" clId="{7F9681A8-EEE2-56F4-9B39-ECCBEE0471AC}" dt="2026-07-06T22:34:16.999" v="22210" actId="20577"/>
        <pc:sldMkLst>
          <pc:docMk/>
          <pc:sldMk cId="687720161" sldId="327"/>
        </pc:sldMkLst>
        <pc:spChg chg="mod">
          <ac:chgData name="Toby Donaldson" userId="2e6e5431-bb17-4c41-9985-d39c50d83c73" providerId="ADAL" clId="{7F9681A8-EEE2-56F4-9B39-ECCBEE0471AC}" dt="2026-07-06T22:34:16.999" v="22210" actId="20577"/>
          <ac:spMkLst>
            <pc:docMk/>
            <pc:sldMk cId="687720161" sldId="327"/>
            <ac:spMk id="3" creationId="{D3BA0417-7314-ACF6-6C6F-1805E39E627E}"/>
          </ac:spMkLst>
        </pc:spChg>
      </pc:sldChg>
      <pc:sldChg chg="modSp new mod">
        <pc:chgData name="Toby Donaldson" userId="2e6e5431-bb17-4c41-9985-d39c50d83c73" providerId="ADAL" clId="{7F9681A8-EEE2-56F4-9B39-ECCBEE0471AC}" dt="2026-07-07T04:37:39.190" v="22756" actId="20577"/>
        <pc:sldMkLst>
          <pc:docMk/>
          <pc:sldMk cId="1535305635" sldId="328"/>
        </pc:sldMkLst>
        <pc:spChg chg="mod">
          <ac:chgData name="Toby Donaldson" userId="2e6e5431-bb17-4c41-9985-d39c50d83c73" providerId="ADAL" clId="{7F9681A8-EEE2-56F4-9B39-ECCBEE0471AC}" dt="2026-07-06T22:37:00.022" v="22234" actId="20577"/>
          <ac:spMkLst>
            <pc:docMk/>
            <pc:sldMk cId="1535305635" sldId="328"/>
            <ac:spMk id="2" creationId="{17507502-82AB-0B2D-B076-9656889F35A0}"/>
          </ac:spMkLst>
        </pc:spChg>
        <pc:spChg chg="mod">
          <ac:chgData name="Toby Donaldson" userId="2e6e5431-bb17-4c41-9985-d39c50d83c73" providerId="ADAL" clId="{7F9681A8-EEE2-56F4-9B39-ECCBEE0471AC}" dt="2026-07-07T04:37:39.190" v="22756" actId="20577"/>
          <ac:spMkLst>
            <pc:docMk/>
            <pc:sldMk cId="1535305635" sldId="328"/>
            <ac:spMk id="3" creationId="{735C4B4B-24C7-7884-A603-002DBEB6AFF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0:42:14.7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14446 17903 24575,'34'0'0,"-1"0"0,13 0 0,6 0 0,-13 0 0,5 0 0,1 0 0,1 0-656,-3 0 1,1 0-1,2 0 1,-1 0 0,1 0 219,0 0 1,1 0 0,1 0 0,-1 0 0,0 0 435,0 0 0,1 0 0,-1 0 0,0 0 0,-1 0 0,-3 0 0,-1 0 0,0 0 0,0 0 0,-1 0-130,7 0 1,-2 0 0,1 0 0,0 0 129,1 0 0,1 0 0,-1 0 0,-1 0 0,-6 0 0,0 0 0,-2 0 0,1 0 24,9 0 0,1 0 0,0 0-24,-10 1 0,1-1 0,2 0 0,3-1 0,-1 0 0,4-1 0,3-1 0,0 0 0,-1 0 0,-2 0 0,-6 0 0,-2 0 0,-1-1 0,1 1 0,1-1 0,2 1-352,-1 1 0,3-1 0,2 0 1,1 1-1,-1 0 0,0-1 1,-3 1-1,-2 0 352,9-2 0,-3 1 0,-2-1 0,0 1 0,1 1 0,-4 1 0,-1 1 0,1 0 0,0 0 0,0 1 0,0-1 0,1 0 0,0 0 0,0 1 0,0-1 0,0 0 0,0-1 0,2-1 0,1-1 0,-1 0 0,0 0 0,1 0 0,0 1 0,0 1 0,1 0 0,0 1 0,0 0 0,0-1 0,1 0 0,-7 0 0,0-2 0,1 1 0,0-1 0,0 0 0,-1 1 0,1 1-162,1 0 1,0 0 0,0 2-1,0-1 1,0 0 0,0 0-1,1 1 162,1-1 0,0 0 0,0 0 0,0 0 0,1 0 0,-1 0 0,-1 0 0,-1 0 0,0 0 0,0 0 0,-1 0 0,1 0 0,0 0 0,0 0-172,1 0 0,2 0 1,-1 0-1,0 0 0,0 0 1,0 0-1,-2 0 172,3 0 0,-1 0 0,-1 0 0,0 0 0,-1 0 0,1 0-113,1 0 0,-1 0 0,0 0 0,0 0 0,-1 0 1,0 0 112,2 0 0,-1 0 0,0 0 0,-1 0 0,0 0 156,-1 0 1,-1 0 0,0 0 0,0 0 0,0 0-157,6 0 0,1 0 0,-2 0 0,1 0 428,-4 0 0,0 0 0,0 0 0,0 0-428,0 0 0,1 0 0,-1 0 0,-1 0 0,-3-1 0,-1 1 0,-1-1 0,0 3 680,7 2 0,-1 2 0,1-1-680,-8-3 0,1-3 0,-1 2 0,0 1 0,9 8 0,0 2 0,0-2 196,-8-8 1,1-1-1,1-1 1,0 1-197,4 2 0,1 2 0,1-1 0,-1-1 0,-1-2 0,0-1 0,-1 0 0,0-1 0,-1 1 0,-1 0 0,0 0 0,0 0 215,-2 0 0,-1 0 0,0 0 0,0 0-215,9 1 0,-1-1 0,-1-1 0,-4-3 0,-1-1 0,1-1 0,4 0 0,0 0 0,0-2 0,-2-3 0,0-1 0,1 0 0,-6 2 0,0 1 0,2 0 0,-1 1 0,-2 3 0,0 0 0,0 1 0,0-1 0,5-3 0,1-1 0,0 1 0,-2 1 0,7 5 0,-1 2 0,0-2 0,-8-1 0,0-2 0,0 1 0,-3 1 446,-2 2 1,-1 1 0,-1 1-447,20 1 0,-6-4 956,-16-14-956,16 12 1780,-43-27-1780,12 19 1365,-16-21-1365,-1 5 0,2-3 0,4-11 0,5-6-820,0 7 1,1-5 0,3-4 0,2-1 664,-1 10 1,3-2 0,1-1 0,2-2 0,0-2-1,1-1 1,-1-2-120,-4 12 1,0-1 0,0-2 0,0 0 0,1-1 0,1-1 0,-1-1 0,0-1 0,1 0 0,0 0 0,-1-1 0,1 0 137,-2 4 1,0-2-1,1 1 1,0-1 0,0-1-1,0 0 1,0-1-1,0 0 1,0 0 0,-1 0-1,1-1 1,-1 0 0,0 0-1,0 0 1,0-1-58,-2 4 0,-1 0 0,1-1 1,0 0-1,-1-1 0,1 0 0,-1 0 1,0 0-1,0 0 0,0 0 0,-1 0 1,0-1-1,0 1 0,0 0 0,0 0 1,-1 0-1,0 1 175,0-2 1,0-1 0,0 1 0,-1 0 0,1-1 0,-1 1 0,0-1 0,0 1 0,-1 0 0,0 0 0,0 0 0,-1 1 0,0 0 0,0 1 0,-1 0 0,-1 0-166,1-3 0,0 0 1,-2 0-1,1 0 1,-1 1-1,-1 0 0,0 1 1,0 0-1,-1 1 1,1 0-1,-1 0 1,0 1-1,0 1 183,1-6 0,0 0 0,-1 2 0,1-1 0,-1 2 0,0 0 0,-1 0 0,-1 2 0,-2 1 0,-1 0 28,-1-6 1,-3 0-1,-1 2 1,-1 1-1,-1 1 1,-1 0-1,-1 2-28,0-1 0,-1 2 0,-1 0 0,-1 1 0,-1 1 0,0 0 269,-4-5 0,-2 0 0,-1 0 0,0 2 0,-1-1-269,-1 1 0,-2-1 0,0 2 0,1-1 0,1 1 0,5 2 0,2 2 0,0-1 0,1 1 0,-2 0 452,0 1 1,0 1 0,-1 0-1,1 0 1,0 1-453,-2-4 0,1 1 0,1 0 0,0 1 819,3 2 0,2 0 0,-1 1 0,-3 0-807,-2 0 0,-3-1 1,-1 1-1,1 0-12,3 2 0,0 0 0,0 0 0,-2-1 0,-5-4 0,-2-1 0,-1 0 0,2 0 0,3 5 0,0 1 0,1-1 0,0-2 137,1 1 1,0-2-1,1-2 1,-1 1-1,2-1-137,0 0 0,1 1 0,0-1 0,0 0 0,1-2-61,0 3 1,2-2 0,-1 0 0,0 0-1,-1-1 1,0 1 60,-3-1 0,0-1 0,-1 1 0,0 0 0,1-1 0,2 0 0,2 0 0,2-1 0,0-1 0,1 1 0,-1 1 0,-1 1-107,-5-4 0,0 2 0,-1 1 0,0-1 0,1 1 107,2-1 0,0 1 0,2-1 0,-1 2 0,0 2-44,-2-1 1,1 2 0,-1 0 0,0 1 43,-2-2 0,-1 0 0,0 0 0,1 1 0,3 4 0,0 1 0,1 0 0,-1 0 0,1-2 0,-1 0 0,0 0 0,1-1 0,-1-3 0,1 0 0,0-1 0,-2 1 0,-2-1 0,-1-1 0,0 1 0,1 0 0,4 2 0,0 1 0,1-1 0,-1-2 0,1 4 0,-1-2 0,-1 0 0,1 0 0,1 2 0,0 0 0,0 1 0,1 1 0,-1-2 0,-1-7 0,0-1 0,-1 0 0,0 3 0,-4-4 0,-2 4 0,-1 1 0,-1 3 0,-3 2 0,-2 1 0,3 8 0,-1-1 0,-2 2 0,-2 1 0,-5 0 0,-2 1 0,-2 2 0,1-1 0,-1 1 0,-1 1 0,0 0 0,-2-1 34,5 1 0,-1-1 0,-1 0 1,1 1-1,0 2-34,-7 0 0,2 1 0,-1 2 0,-1-2 0,10 3 0,-2-1 0,1 1 0,0 0 0,-1 1 0,-7-2 0,-1 1 0,0 2 0,-1 2 0,10 4 0,-1 1 0,0 2 0,0 0 0,-1 0 0,-8-1 0,1-1 0,-1 1 0,-2 2 0,10 0 0,0 2 0,-1-1 0,-1 2 0,1-1 0,0 2-44,0-1 0,1 1 0,0 0 1,-1 1-1,0 1 0,-1-1 44,1 1 0,-2 0 0,1 0 0,-2 1 0,1 0 0,0 1 0,0 1-152,0 2 1,1 0 0,0 1 0,-1 0 0,1 1 0,0 0 0,-1 0 151,0 0 0,-1 0 0,0 0 0,1 1 0,-1 0 0,2 0 0,0 1 0,-4 3 0,0 1 0,1 0 0,1 1 0,0 0 0,0 0-184,1 0 1,0 1-1,0-1 1,1 1 0,0 1-1,1 0 184,1 0 0,1 1 0,0 0 0,0 0 0,1 0 0,-1 0 0,1 0 0,0 0 0,0 0 0,1 0 0,0 0 0,0 0-2,-4 3 1,1 1 0,1-1-1,0 1 1,-1-2 1,2-1 0,0-1 0,1 0 0,0 0 0,2 0 394,0 2 0,1-1 1,2 1-1,0-1-394,-9 7 0,2-1 0,1 2 0,3-1 0,3 2 0,0 3 0,6-6 0,2 2 0,-2 1 0,0 3-56,3-4 0,-1 2 1,-1 1-1,-1 1 0,0 1 1,-1 1 55,2-3 0,0 0 0,-1 1 0,0 1 0,-1 0 0,0 2 0,-1 0 0,1 1-191,0-1 0,1 0 0,-1 1 0,0 1 1,0 1-1,-1 0 0,1 0 0,-2 2 0,1-1 1,-1 1 190,4-5 0,0 0 0,-1 0 0,1 1 0,-1 0 0,-1 0 0,1 1 0,-1 0 0,1 1 0,-1-1 0,1 2 0,-1-1 0,1 1-136,1-3 1,0 2 0,0-1 0,1 1 0,-1 0 0,0 1 0,0-1 0,0 1 0,0 1 0,0-1 0,0 0 0,0 1 0,-1-1 0,1 1 0,0-1 135,0 0 0,-1-1 0,1 1 0,0 0 0,-1-1 0,0 1 0,1 0 0,-1 0 0,0 1 0,0-1 0,1 0 0,-1 1 0,1-1 0,-1 1 0,1 0 0,0 0-113,2-2 0,-1 1 0,1 0 1,-1 0-1,1 0 0,-1 1 1,1 0-1,0-1 0,0 1 0,0-1 1,0 1-1,0-1 0,0 0 1,1-1-1,-1 0 0,0 0 1,1 0 112,-4 3 0,0 0 0,1 0 0,-1 0 0,0-1 0,0 0 0,1 0 0,-1 0 0,1-1 0,1 0 0,-1 0 0,1 0 0,0 0 0,1 0-37,-1 2 0,-1 0 0,1 1 0,1-1 0,-1 0 0,2 0 0,-1-1 0,1 0 1,0 0-1,1-1 0,1-1 0,0-1 37,-2 5 0,1-2 0,0 1 0,1-2 0,1 0 0,0-1 0,1-1 0,0 0 0,1-1 205,-4 8 0,0-2 1,2-1-1,0 0 1,2-2-1,0 0-205,1 3 0,0-1 0,2-1 0,0-1 0,1-3 579,-1 0 1,2-3 0,-1-1 0,1 0-580,-4 8 0,0-2 0,0 0 0,0-2 0,1-1 0,-2 1 0,2-4 0,-1 1 0,-1 0 0,-2 1 558,-4 1 1,-3 0-1,-1 1 1,1 2-559,5 0 0,1 1 0,0 1 0,0 1 0,-3-1 322,0-5 1,-2 0 0,0 0-1,-1 0 1,1 1 0,2 0-323,2 0 0,2 1 0,0 0 0,1 1 0,-1-1 0,-1-1 0,-1-1 0,-2 0 0,0 0 0,0-1 0,1 0 0,1 0 122,1 4 0,1-1 1,1 0-1,0-1 0,0-2-122,-3 2 0,-1-2 0,2 0 0,1-1 107,-1 12 1,4 0-1,0-3-107,-2 2 0,3-2 1043,7-8 1,2-2-1044,-1-4 0,0-1 1590,6-3 1,1 1-1591,-7 11 0,0 2 0,-1 5 0,2 1 0,6-12 0,1 1 0,-3 1 340,-6 4 0,-4 1 0,4 0-340,6 0 0,4 1 0,-3 0 0,-7 5 0,-4 1 0,4-1 0,6-5 0,3 1 0,-1-3 0,-6 10 0,-2-2 130,3-14 1,1 0-1,0-2-130,3 1 0,0 1 0,-3-1 0,-1 2 0,2-2 0,3 5 0,2-1 0,-1 6 0,0 0 0,0 1 0,0-2 0,0-12 0,0-1 0,0 13 0,0-1 0,0-2 0,-1-14 0,2 1 422,6 0 1,1-1-423,-4 14 34,12-13 0,0-1-34,-12-6 0,11 13 0,1-28 0,-12 27 0,27-19 0,-21 10 0,0 5 0,14 3 0,3 2 0,-7 11 0,-1 5-330,3-9 0,1 2 0,-1 0 330,-8-4 0,-2 0 0,1-1 0,3 0 0,2 0 0,-1-2 0,1 3 0,-1-4 0,3 3 0,-5-5 0,-7-27 0,-6 12 0,6-32-820,-8 12 1,0-12 0,0 16 0</inkml:trace>
  <inkml:trace contextRef="#ctx0" brushRef="#br0" timeOffset="32166">26211 6826 24575,'36'0'0,"-1"0"0,7 0 0,2 0 0,-5 0 0,1-1 0,3 2-820,-7 2 1,2 0 0,1 2 0,1 0 671,7 2 0,2 1 0,0 2 0,0 0 148,-2 2 0,-1 2 0,1 0 0,1 1-351,-7-1 0,0 0 0,1 1 0,0-1 0,-1 0 351,-1-3 0,-1 0 0,1 0 0,-1-1 0,-1 2 0,10 2 0,-2 2 0,1-1 0,1-2 0,-8-4 0,2-1 0,-1-2 0,1 1 0,-2 1 0,8 2 0,-2 0 0,1 1 0,1 1 0,-7-2 0,2 0 0,-1 1 0,1-1 0,-1 0 0,8 0 0,-1-1 0,0 0 0,-1 2-36,-1 1 0,0 1 1,-2 1-1,0-2 36,-4-3 0,-1 0 0,0-1 0,-2 1-186,8 3 1,-2 1 0,-1-3 185,-1-2 0,0-2 0,-4 0 781,0 2 0,-2 0-781,7 0 0,-3-1 2291,-1-3-2291,-13 4 0,-1 0 1696,10-8-1696,0 0 774,1 0-774,-11 7 0,1 2 0,1-7 0,1-1 0,7 6 0,0 2 0,12 7 0,-14-15 0,-1 2 0,-9 12 0,1 1 0,18-6 0,2 0 0,-6 7 0,-1 1 0,-2-8 0,0 0 0,0 5 0,-3 1 0,7 4 0,-4-1 0,-3-3 0,-28-16 0,11 0 0,1 0 0,-12 0 0,27 16 0,-11-13 0,4 13 0,3 0 0,0-14 0,1 0 0,-1 12 0,0 3 0,0-7 0,-3 0 0,12 9 0,-17-3 0,-3 0 0,-16-12 0,0 11 0,0-15 0,0 16 0,0-12 0,0 12 0,-16-1 0,12-11 0,-27 27 0,11-11 0,-4-4 0,-3 3 0,0 9 0,0 3 0,4-8 0,-1 1 0,0 2-316,-5 5 1,0 2 0,1 1 315,3 1 0,2 1 0,-4-2 0,-6-2 0,-2-3 0,1 1 0,8-1 0,3 1 0,-2-3 0,-10 2 0,-1-3 0,2 0 0,2-1 0,12-7 0,1-1 0,-7 0 0,1 1 0,3 8 0,0-1 0,-3-5 0,-2-1 473,-4 7 0,-1-1-473,-3-7 0,-1 0 0,8-2 0,-1 1 0,0 1 0,0-4 0,-1 1 0,-1 3-397,1 4 1,0 4 0,-1 0 0,0 0 396,1-5 0,-1 0 0,-1 0 0,0 2-393,1 2 0,0 3 0,-1 1 0,0-1 0,1-1 393,-4 2 0,1-1 0,0-1 0,0-1 0,2-3 0,1 0 0,0 0 0,2-2 0,-5 3 0,3-2 0,1-1 0,1-2 0,4-3 0,-11 3 0,5-3 1420,-4-16-1420,8-1 0,-1 2 1065,1 7 0,-1 0-1065,-6-7 0,1 2 0,6 12 0,-1 1 0,-6-13 0,-2-2 0,0 7 0,1 0 0,7-8 0,1 0 0,0 0 0,3 0 0,5 0 0,3 0 0,16 0 0,0 0 0,0 0 0</inkml:trace>
  <inkml:trace contextRef="#ctx0" brushRef="#br0" timeOffset="34899">28011 9948 24575,'25'0'0,"1"0"0,7 0 0,4 0 0,-4 0 0,3-1 0,1 2-1039,8 3 0,2 3 0,2-2 1039,-8-2 0,1-2 0,1 2 0,0 2 0,1 5 0,0 3 0,1 1 0,0-2-362,1-4 1,0-2 0,1 1-1,-2 3 362,0 5 0,-1 2 0,0 1 0,0-1 0,-4-3 0,1-1 0,-1 0 0,-1 2-48,1 1 1,0 2 0,-1 0 0,-1 0 47,-4-1 0,-2 1 0,1 0 0,1 0 0,7 2 0,2 1 0,1 1 0,-1 1-485,-9-3 1,0 1 0,0 0 0,0 1 0,2 0 484,0-2 0,2 0 0,1 1 0,0 0 0,0 0 0,-2 1 0,4 6 0,-2 0 0,0 2 0,1-2 0,1-1 0,1-2 0,1-1 0,1-1 0,0-1 0,-2 2 0,-2 0 0,-2 0 0,0 0 0,1 0 0,0 0 0,4-1 0,0-1 0,2 1 0,-1-1 0,1 1-237,-7-3 1,0 1 0,1 0 0,0 0 0,-1 0-1,1 1 237,1 1 0,-1 0 0,1 1 0,0 0 0,0 0 0,0-1 0,1-2 0,0 0 0,1-1 0,-1 0 0,0 1 0,-2 1 0,4 5 0,-1 2 0,-1-1 0,0 0 0,0-3 63,-2-4 1,1-2-1,-1-1 1,-1 0-1,-2 0-63,-2 5 0,-2 0 0,-2-1 0,-1-3 475,17 1 1,-6-5-476,-4 1 2393,-21-16-2393,-15 7 3276,16-5-3200,-12 22 1502,12-4-1578,-1-1 0,-11 12 0,12-27 0,-16 28 0,0-28 0,0 11 0,-16 1 0,-3-12 0,-5 17 0,-3 5 0,0-7 0,-1 1 0,1 6 0,-1 4 0,-3 0-808,-1-4 1,-2 0 0,-1 0-1,-2 2 808,3 1 0,-1 2 0,-1 1 0,-1 1 0,-1-1-469,6-6 1,-1 0 0,-1 1 0,-1-1 0,0 1 0,0 1 0,0 0 375,2-1 1,1 1 0,-1 1 0,0 0 0,0 0 0,0 0-1,-1 1 1,0-1-318,-1 0 0,-1 1 1,-1 0-1,1-1 1,-1 1-1,1 0 0,-1 0 1,1 1 389,1-1 0,0 1 1,1-1-1,-1 1 1,1 0-1,-1 0 0,0 1 1,0-1 19,-2 0 0,0 1 0,0 0 0,-1 0 0,1 0 0,0 0 0,0 0 0,1-1 0,-2 3 0,1-1 0,-1 1 0,2-1 0,-1 0 0,1 0 0,-1 1-258,1-1 1,0 1 0,0 1-1,1-1 1,-1 0 0,2-1 0,1-1 257,-1-1 0,2 0 0,1 0 0,0-1 0,0-1 0,1-1 184,-2 2 0,-1-1 1,1-1-1,2-1 0,3 0-184,-4 10 0,5-2 0,0-5 1353,-1-9 1,3-3-1354,6 8 0,5-5 3276,9-17-2477,-12 28 2477,1-28-3017,-5 27 983,-15-12-1242,16 2 0,2 2 0,-2 14 0,2-16 0,3 1 0,10 13 0,-12-15 0,16 11 0,0-27 0,0 12 0,-16-16 0,12 0 0,-11 0 0,-1 0 0,-8-1 0,-3 2 0,-1 6 0,-3 1 0,-12 1 0,0 2 0,7 7 0,1-1 0,8-6 0,0-2 0,0 0 0,3-2 0,4-7 0,-11 0 0,27 0 0,-12 0 0,16 0 0,-16-16 0,12 12 0,-11-27 0,15 27 0,0-28 0,0 28 0,0-27 0,0 27 0,0-11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0:43:57.0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11501 9243 24575,'19'0'0,"13"0"0,-29 0 0,29 0 0,-28 0 0,11 0 0,1 0 0,-12 0 0,12 0 0,-1 0 0,-11 0 0,28 0 0,-28 0 0,27 0 0,-19 0 0,37 0 0,-18 0 0,-6 0 0,1 0 0,9 0 0,-15 0 0,11 0 0,-11 0 0,-1-16 0,-3 12 0,0-11 0,-12 15 0,11 0 0,-15 0 0</inkml:trace>
  <inkml:trace contextRef="#ctx0" brushRef="#br0" timeOffset="1817">16034 11077 24575,'34'0'0,"0"0"0,0 0 0,2 0 0,0 0 0,1 0 0,7 0 0,1 0 0,0 0-424,-4 0 0,1 0 0,-2 0 424,-1 0 0,-1 0 0,-1 0 0,9 0 0,-2 0 207,-8 0 1,-1 0-208,-1 0 0,-2 0 211,7 0-211,-14 0 0,1 0 0,0 0 0,-1 0 0,14 0 323,-5 0 0,-1 0-323,6 0 0,-13 0 0,-1 0 0,11 0 0,-17 0 0,-3 0 0,-16 0 0,16 0 0,-13 16 0,13-12 0,-16 12 0,0-1 0,0-11 0,0 27 0,0-27 0,0 12 0,0-16 0,0 0 0,0 0 0</inkml:trace>
  <inkml:trace contextRef="#ctx0" brushRef="#br0" timeOffset="3668">11254 14093 24575,'35'0'0,"0"0"0,0 0 0,1 0 0,6 0 0,2 0 0,-1 0 0,4 0 0,-10 0 0,4 0 0,2 0 0,-3 0 0,5 1 0,-1-1 0,2-1-416,-5-1 1,1-2 0,0 0 0,-2-1 415,2-1 0,-1-1 0,-3 0 0,8-3 0,-2 1 179,-9 2 0,0 2 1,-3 1-180,-2 4 0,-1 0 137,20-8 1,0 0-138,-19 6 0,-1 0 0,7-6 0,-2 1 0,2 7 848,-21 0-848,-15 0 0,-15 0 0,11 0 0,-12 0 0</inkml:trace>
  <inkml:trace contextRef="#ctx0" brushRef="#br0" timeOffset="4900">13988 15628 24575,'33'0'0,"0"0"0,3 0 0,3 0 0,3 0 0,5 0 0,1 0-1010,0 0 1,0 0 0,1 0 1009,-8 0 0,1 0 0,1 0 0,0 0 0,0 0 0,1 0 0,-1 0 0,1 0 0,-2 0 0,1 0 0,-1 0 0,0 0 0,-2 0 0,0 0 0,0 0 0,0 0 21,0 0 0,1 0 0,-1 0 0,-4 0-21,13 0 0,-4 0 346,0 0 1,-8 0-347,-17 0 0,-4 0 0,-16 0 0</inkml:trace>
  <inkml:trace contextRef="#ctx0" brushRef="#br0" timeOffset="6018">16104 15628 24575,'34'0'0,"-1"0"0,0 0 0,3 0 0,1 0 0,2 0 0,1 0 0,2 0 0,4 0 0,3 0 0,-1 0 0,-5 0 0,6 0 0,-3 0 0,-1 0 0,3 0 0,-12 0 0,-13 0 0,9 0 0,-32 0 0,0 16 0,0-12 0,0 11 0</inkml:trace>
  <inkml:trace contextRef="#ctx0" brushRef="#br0" timeOffset="78067">17180 5292 8191,'-19'0'0,"66"0"1638,-18 0 0,4 0-1166,7 0 0,5 0 0,0 0-472,-4 0 0,-1 1 0,2-2 335,-2-2 0,1-1 0,1-1 0,0 1-335,2 1 0,1 1 0,0-1 0,1-1 0,-4-1 0,0-2 0,1 0 0,0 0 0,-1 0 0,6 0 0,0 0 0,-2 0 0,0 0 0,-5 2 0,0 0 0,-2 1 0,-1-1 649,2-1 1,-2 0 0,-3 2-650,3 4 0,-5 0 0,2 0 0,-19 0 0</inkml:trace>
  <inkml:trace contextRef="#ctx0" brushRef="#br0" timeOffset="91784">12365 7444 24575,'35'0'0,"-4"0"0,5 0 0,11 0 0,4 0-765,-10 0 1,1 0-1,2 0 765,5 0 0,1 0 0,0 0 0,-11 0 0,1 0 0,-1 0 0,0 0 0,10 0 0,-1 0 0,0 0 0,0 0 0,-1 0 0,-1 0 0,-4 0 0,0 0 0,-4 0 367,0 1 1,-2-2-368,-1-7 0,-3 0 378,3 4-378,-15-12 0,3 16 0,-5 0 590,8 0 1,6 0-591,11 1 0,5-2 0,-8-3 0,3-2 0,-1 1 0,-5 4 0,0 1 0,-1-3 0,0-7 0,-1-2 0,-4 2 0,8 6 0,8-11 0,-59 15 0,24 0 0,-28 0 0,16 0 0</inkml:trace>
  <inkml:trace contextRef="#ctx0" brushRef="#br0" timeOffset="95566">14552 9349 24575,'29'0'0,"1"0"0,12 0 0,4 0 0,-8 0 0,2 0 0,0 0-449,1 0 1,1 0 0,0 0 448,0 0 0,-1 0 0,-2 0 0,-1 0 0,-2 0 219,-1 0 0,-3 0-219,3 0 223,-15 0-223,11 0 0,-27 0 0,27 0 684,-27 0-684,28 0 0,-13 0 0,6-8 0,1 0 0,13 4 0,4-12 0,-25 16 0,6 0 0,-21 0 0,13 0 0,-16 16 0,0-12 0,16 12 0,-12-16 0,11 0 0,-15 0 0,0 0 0,16 0 0,-12 0 0,27 0 0,-27 0 0,12 0 0,-16 0 0</inkml:trace>
  <inkml:trace contextRef="#ctx0" brushRef="#br0" timeOffset="100534">12841 11536 24575,'20'0'0,"27"0"0,-8 0 0,-12 0 0,1 0 0,-2 0 0,-1 0 0,10 0 0,0 0 0,-15 0 0,-4 0 0,-16 0 0,62 0 0,-32-8 0,3 0 0,1 6 0,5 3 0,2-1 0,-2-3-373,2-6 1,-2-3-1,2 2 373,-3 4 0,3 1 0,-2 1 0,-2-1 0,-1-1 0,-2-1 0,-2 1 0,13-3 0,-4 2 0,-13 6 0,-5 2 0,-3-1 0,-4 0 0</inkml:trace>
  <inkml:trace contextRef="#ctx0" brushRef="#br0" timeOffset="103349">15575 13617 24575,'0'0'0</inkml:trace>
  <inkml:trace contextRef="#ctx0" brushRef="#br0" timeOffset="107601">26035 7444 24575,'44'0'0,"1"0"0,-1 0 0,-3 0 0,4 0 0,1 0 0,2 0 0,0 0 0,-3 0 0,1 0 0,2 0 0,0 0 0,1 0 0,1 0-410,-8 0 0,2 0 1,0 0-1,1 0 1,0 0-1,0 0 0,-2 0 1,0 0-138,5 0 1,-1 0 0,0 0 0,-1 0 0,-1 0 0,0 0 399,6 0 0,0 0 1,-2 0-1,-1 0 1,-4 0 840,5 0 0,-4 0 1,-2 0-695,12-3 0,-10 6 1161,-18 12-1161,-11-11 0,-16 28 0,0-29 3276,0 13-3085,0-16 1,0 0 0,0 0 0</inkml:trace>
  <inkml:trace contextRef="#ctx0" brushRef="#br0" timeOffset="108933">29633 9137 24575,'34'0'0,"0"0"0,0 0 0,6 0 0,2 0 0,3 0 0,1 0 0,-2 0 0,2 0 0,1 0 0,2 0 0,0 0-547,-2 0 1,1 0 0,2 0 0,-1 0 0,1 0 0,0 0-1,0 0 1,0 0 0,0 0 0,0 0 0,0 0 0,0 0 429,-1 0 1,0 0-1,1 0 1,-2 0 0,0 0-1,-2 0 207,0 0 0,-1 0 0,-1 0 1,-1 0-1,-2 0-90,5-1 0,0 0 0,-3 1 0,-5 2 726,4 4 0,-6 4-726,-8-2 0,-7 3 0,-9 25 0,4-1 819,-16-16 0,0-3 0,0-16 0</inkml:trace>
  <inkml:trace contextRef="#ctx0" brushRef="#br0" timeOffset="114618">23001 9631 24575,'46'0'0,"0"0"0,0 0 0,4 0 0,3 0 0,-13 0 0,3 0 0,0 0 0,2 0 0,0 0-547,-4 0 1,2 0 0,0 1 0,1-1 0,-1 0 0,1-1-1,3-1 1,0-1 0,0 0 0,0 0 0,0 0 0,-1 1 542,4 1 0,-1 0 0,0 1 1,-1 0-1,-1-2 100,-3 0 1,0-2-1,-1 0 1,-2 1-1,-2 1-96,12 1 0,-4 1 0,-3 1 664,2-1 0,-6 0-664,-5 0 0,-4 0 0,-27 0 3276,12 0-3257,-16 15 1,0-11 0,0 12 0</inkml:trace>
  <inkml:trace contextRef="#ctx0" brushRef="#br0" timeOffset="116368">19191 11748 24575,'35'0'0,"9"0"0,-11 0 0,2 0 0,-3 0 0,3 0 0,2 0 0,3 0 0,0 0-516,-4 0 0,0 0 0,2 0 516,-1 0 0,3 0 0,0 0 0,0 0 0,0-1 0,0 2 0,1-2 0,-1 2 0,-2-1 0,1 0 0,-1 0 0,-1 0 0,11 0 0,-2 0 0,0 0 0,-4 0 0,1 0 0,1 0 0,-2 0 0,2 0 0,0 0 0,-2 0 0,5 0 0,-2 0 0,1 0 0,1 0 0,1-1 0,-6 2 188,-5-1 0,-8 0-188,-9 0 0,-4 0 0,-16 0 0,-16 0 0,12 0 0,-12 0 0</inkml:trace>
  <inkml:trace contextRef="#ctx0" brushRef="#br0" timeOffset="123185">25559 11853 24575,'35'0'0,"0"0"0,2 0 0,-3 0 0,5 0 0,8 0 0,-43 0 0,27 0 0,-27 0 0,12 0 0,0-15 0,27 11 0,-9-11 0,4-2 0,-2 10 0,3 2 0,0-2-206,-2-4 0,-1-2 0,1 2 206,3 3 0,2 3 0,-3-2 0,8-10 0,-4 3 0,-6 11 0,-3 2 0,-7-8 0,-3 2 0,11 7 0,0 0 0,-15 0 0,11 0 618,-27 0-618,28 0 0,3 0 0,-5 0 0,3 0 0,-5 0 0,1 0 0,1 0 0,-2 0 0,8 0 0,-17 0 0,-3 0 0</inkml:trace>
  <inkml:trace contextRef="#ctx0" brushRef="#br0" timeOffset="128685">23442 13917 24575,'33'0'0,"1"0"0,9 0 0,4 0 0,-11 0 0,1 0 0,0 0 0,-2 0 0,1 0 0,-2 0 0,11 0 0,-3 0 0,-10 0 0,-2 0 0,-3 0 0,-1 0 0,17 0 0,-23 0 0,11 0 0,-27 0 0,28 0 0,-28 0 0,27 0 0,-27 0 0,27 0 0,-27 0 0,12 16 0,-16-12 0,0 11 0,16-15 0,-13 0 0,13 0 0,-16 0 0,0 0 0,0 0 0</inkml:trace>
  <inkml:trace contextRef="#ctx0" brushRef="#br0" timeOffset="130001">25241 16034 24575,'20'0'0,"27"0"0,-8 0 0,-12 0 0,1 0 0,6 0 0,-1 0 0,6 0 0,-14 0 0,1 0 0,9 0 0,0 0 0,-15 0 0,-4 0 0,-16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0:46:48.0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12541 5398 24575,'-19'0'0,"3"15"0,16 20 0,1-9 0,-2 3 0,-7 14 0,0 1 0,7-7 0,-2 0 0,-12 6 0,-1 0 0,13-7 0,2-1 0,-6 1 0,-2-2 0,1-6 0,1-1 0,5-1 0,0-1 0,-6 1 0,0-1 0,7 2 0,2 1 0,-1 11 0,0 0 0,1-3 0,-2 1 0,-6 10 0,-2 0 0,8-10 0,-1 1 0,-7 5 0,2 0 0,6-8 0,2 0 0,-1 1 0,0-1 0,0-7 0,0-1 0,0-1 0,0-1 0,0 10 0,0 0 0,-1-9 0,2-1 0,15 14 0,-16-5 0,3-1 0,12-12 0,2-3 0,2 18 0,17-5 0,-1-12 0,0 1 0,-10-7 0,1-2 0,21-9 0,-21 2 0,1-1 0,2-2 0,1-2 0,-2 1 0,-1 0 0,0 0 0,1 0 0,-2 0 0,-1 0 0,10 0 0,-10 0 0,1 0 0,1 0 0,1 0 0,7 0 0,0 0 0,0 0 0,1 0 0,7 0 0,0 0 0,-6 0 0,1 0 0,-5 1 0,2-1 0,-1-1 0,3-2 0,0-1 0,10 3 0,0 0 0,-2-10 0,-2-2 0,-2 4 0,1-2 0,-9 1 0,2-2 0,-2-1 0,5-4 0,-1-1 0,8 1 0,-4-1 0,-20 0 0,-3 0 0,9 1 0,-7-1 0,-16-17 0,4 10 0,0-1 0,-7-1 0,-2-1 0,0-6 0,2-3 0,3 5 0,2-2 0,0-1-406,0-6 0,0-1 0,1-1 406,4-5 0,1 0 0,1-1 0,-5 12 0,1-1 0,0 1 0,0 0 0,2-11 0,1 1 0,0 3 0,0 9 0,1 2 0,-3-1 0,-2-1 0,-2 0 0,0 3 0,3 3 0,-2 3 0,-7-9 0,0 4 0,0 11 0,0 0 1218,-16-11-1218,12 27 0,-12-27 0,1 27 0,11-12 0,-28 0 0,13-3 0,-16-16 0,10 2 0,-1-1 0,-1 5 0,-1-1 0,5 2 0,-1-2 0,0 2 0,-11-4 0,0 1 0,0-4 0,-1 2 0,0 9 0,2 1 0,6-3 0,1 1 0,-7 6 0,1 2 0,13-1 0,1 1 0,-24-3 0,9 5 0,7 15 0,-8 0 0,-1 0 0,1 0 0,0 0 0,0 0 0,-1 0 0,11 0 0,-1 0 0,-13 0 0,6-2 0,-1 4 0,-5 13 0,14-12 0,-1-2 0,1 7 0,-1 0 0,-8 0 0,-2 0 0,-1 1 0,-1 1 0,5 1 0,-3 1 0,3 1 0,-1 5 0,2-1 0,-4-7 0,3 0 0,10 6 0,3-1 0,0-11 0,5 27 0,15-27 0,0 20 0,0-22 0,0 21 0,0-19 0,0 12 0,-16-16 0,12 15 0,-11-11 0,15 12 0,0 0 0,0-12 0,0 27 0,0-27 0,0 27 0,0-27 0,0 12 0,0-1 0,0-11 0,0 12 0,0-16 0,-16 0 0,12 0 0,-12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0:54:47.5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14305 6826 24575,'35'0'0,"1"0"0,-1 0 0,14 0 0,0 0 0,-10 0 0,2 0 0,-1 0-498,-6 0 1,-1 0-1,1 0 498,11 0 0,2 0 0,-1 0 0,-9 0 0,-1 0 0,0 0 0,5 0 0,0 0 0,-1 0 104,5 0 1,0 0-105,-10 0 0,0 0 0,-3 0 156,-2 0 1,-1 0-157,12 0 0,0 0 0,6 0 0,-13 0 0,1 0 376,-4 0 0,0 0-376,4 0 0,1 0 109,0 0 1,-1 0-110,-7 1 0,-2-2 0,1-6 0,-3-1 0,12 4 0,-1-12 0,-15 16 0,-5 0 0,-15 16 0,0-12 0,0 11 0,0-15 0,0 0 0</inkml:trace>
  <inkml:trace contextRef="#ctx0" brushRef="#br0" timeOffset="4135">15134 12876 24575,'41'0'0,"0"0"0,5 0 0,3 0 0,-11 0 0,1 0 0,1 0 0,1 0 0,0 0 0,-3 0 0,-3 0 0,-4 0 0,-3 0 0,-5 0 0,-7 0 0,-16 0 0,0 0 0</inkml:trace>
  <inkml:trace contextRef="#ctx0" brushRef="#br0" timeOffset="5951">12841 15699 24575,'35'0'0,"1"0"0,-11 0 0,1 0 0,13 0 0,-14 0 0,1 0 0,-1 0 0,1 0 0,0 0 0,3 0 0,12 0 0,4 0 0,-1 0 0,2 0-198,-6-1 0,1 1 1,0 1 197,-7 1 0,-1 1 0,1-1 0,7-1 0,0-1 0,-3 1 0,-3 3 0,-3 0 0,2-3 0,-2-2 0,4 1 0,-17 0 0,-3 16 0,-16-12 0,0 12 0,0-16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0:56:37.5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24342 6262 8191,'0'19'0,"15"-3"3276,5-16-1489,15 0 1031,1 0-2818,-1 0 1719,0 0-1719,0 0 3276,-15 0 0,11 0-3044,-27 0-232,28 0 0,-13 0 0,16 0 0,1 0 0,-11 0 0,1 0 0,1 0 0,1 0 0,3 0 0,0 0 0,-4 0 0,-1 0 0,17 0 0,-7 0 0,-17 0 0,13 0 0,-13 0 0,1 0 0,-5 0 0,-15 0 0,0 0 0,0 0 0</inkml:trace>
  <inkml:trace contextRef="#ctx0" brushRef="#br0" timeOffset="2640">24271 11889 24575,'20'9'0,"11"-1"0,-7-7 0,3-2 0,8 1 0,5 0 0,2 0 0,5 0 0,1 0-596,0 0 1,0 0 0,1 0 595,-11 0 0,0 0 0,1 0 0,-1 0 0,9 0 0,-1 0 0,0 0 52,-2 0 0,1 0 0,-5 0-52,0 0 0,-2 0 0,7 0 0,-7 0 0,-19 0 0,-3 0 0,-16 0 1335,0 0-1335,0 16 295,0-12-295,0 27 0,0-27 0,0 12 0</inkml:trace>
  <inkml:trace contextRef="#ctx0" brushRef="#br0" timeOffset="5674">21678 15593 24575,'26'0'0,"-1"0"0,2 0 0,1 0 0,-1 0 0,1 0 0,5 0 0,1 0 0,-7 0 0,0 0 0,8 0 0,1 0 0,3 0 0,0 0 0,4 0 0,3 0-222,-10 0 1,3 0 0,-1 0 221,-1 0 0,-1 0 0,1 0 0,4 0 0,0 0 0,-1 0 0,6 0 0,-2 0 0,-8 0 0,-2 0 0,-7-1 0,-3 2 0,11 14 0,-15-11 0,-4 12 0,-16-16 664,0 16-664,15-12 0,-11 11 0,28-15 0,3 16 0,8-13 0,8-2 0,-15 2 0,3 2 0,3-1 0,0 0-545,-3-2 1,2 0 0,1-1 0,1 0 0,0 0 544,2 0 0,1-1 0,1-1 0,0 2 0,-1 0 0,-1 3 0,0 1 0,-1 1 0,0-1 0,-3-1-189,2-2 0,-2-2 0,-1 0 1,-1 2 188,7 2 0,-1 1 0,-7 2 0,-9 1 0,-3-1 0,21-3 0,-43 12 0,12-1 2605,-16-11-2605,0 12 217,-16-16 1,12 0 0,-11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1:03:34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8996 6509 24575,'35'0'0,"-11"0"0,3 0 0,8 0 0,1 0 0,0 0 0,2 0 0,6 0 0,-2 0 0,-13-1 0,-3 2 0,1 6 0,-3 1 0,-4-4 0,11 12 0,-27-16 0,12 0 0,-16 0 0,0 16 0,0-12 0,0 11 0,0-15 0,0 0 0</inkml:trace>
  <inkml:trace contextRef="#ctx0" brushRef="#br0" timeOffset="7335">10142 6544 24575,'36'0'0,"-1"0"0,1 0 0,-2 0 0,-5-1 0,-3 2 0,1 7 0,-3 0 0,12-4 0,-1 11 0,-16-15 0,13 0 0,-28 16 0,11-12 0,-15 12 0,0-16 0,0 0 0,0 0 0</inkml:trace>
  <inkml:trace contextRef="#ctx0" brushRef="#br0" timeOffset="14252">3228 7585 24575,'35'0'0,"8"0"0,-18 0 0,3 0 0,19 0 0,0 0 0,-15 0 0,-1 0 0,18 0 0,0 0 0,-21 0 0,-1 0 0,0 0 0,1 0 0,5 0 0,0 0 0,-5 0 0,-1 0 0,8 0 0,1 0 0,7 0 0,0 0 0,-7 0 0,3 0 0,1 0 0,4 0 0,-3 0 0,-1 0 0,0 0 0,-3 0 0,1 0 0,-3 0 0,2 0 0,-3 0 0,-7 0 0,1 0 0,6 0 0,-2 0 0,7 0 0,-6 0 0,1 0 0,-7 0 0,1 0 0,6 0 0,2 0 0,7 0 0,1 0 0,0 0 0,2 0 0,3 0 0,0 0 0,-4 0 0,-2 0 0,-3 0 0,-2 0 0,-9 0 0,-3 0 0,0 0 0,-1 0 0,11 0 0,-1 0 0,0 0 0,0 0 0,1 0 0,-11 0 0,1 0 0,13 0 0,-7 0 0,2 0 0,-6 0 0,-1 0 0,8 0 0,1 0 0,-1 0 0,0 0 0,9 0 0,-1 0 0,-10 0 0,0 0 0,17 0 0,0 0 0,-16 0 0,-1 0 0,3 0 0,-2 0 0,-7 0 0,-3 0 0,12 0 0,-17 0 0,13 15 0,-13-11 0,16 12 0,1-16 0,-1 0 0,-15 0 0,-5 0 0,-15 0 0</inkml:trace>
  <inkml:trace contextRef="#ctx0" brushRef="#br0" timeOffset="19001">8731 8661 24575,'34'0'0,"0"0"0,0 0 0,0 0 0,-1 0 0,2 0 0,9 0 0,3 0 0,1 0 0,-4 0 0,2 0 0,0 0 0,-1 0 0,-7 0 0,0 0 0,0 0 0,0 0 0,5 0 0,0 0 0,1 0 0,-1 0 0,-2 0 0,1 0 0,-2 0 0,-2 0 0,12 1 0,0-2 0,-8-4 0,2-1 0,-5 1 0,-10 3 0,-3 0 0,8-6 0,-2 0 0,8 8 0,-8 2 0,2-4 0,-7-5 0,1-1 0,14 6 0,2 0 0,-7-6 0,1 0 0,-5 7 0,2 3 0,-1-3 0,11-6 0,0-2 0,-11 8 0,2 0 0,0 0-263,1-4 0,1-2 0,0 3 263,3 3 0,1 1 0,-1 1 0,-2-1 0,0 0 0,1 0 0,5 0 0,2 0 0,-2 0 0,-8 0 0,0 0 0,-2 0 0,2 0 0,-1 0 0,-3 0 0,4 0 0,-3 0 0,-8 0 0,-1 0 0,10 0 0,0 0 0,1 0 394,-12 0 1,3 0-395,3 0 0,2 0 0,4 0 0,1 0 0,2 0 0,0 0 0,-3 0 0,-1 0 0,1 0 0,-2 0 0,-6 0 0,-1 0 0,-1 0 0,-1 0 0,10 0 0,1 0 0,-1 0 0,-15 0 0,-5 0 0,-15 0 0</inkml:trace>
  <inkml:trace contextRef="#ctx0" brushRef="#br0" timeOffset="35002">5062 9525 24575,'26'0'0,"-1"0"0,6 0 0,1 0 0,10 0 0,4 0-435,-9 0 0,2 0 0,-1 0 435,-2 0 0,1 0 0,0 0 0,3 0 0,1 0 0,-1 0 0,-4 0 0,-1 0 0,0 0 0,0 0 0,1 0 0,-1 0 0,0 0 0,1 0 0,-1 0 212,11 0 1,-2 0-213,-12 0 0,-1 0 108,2-2 0,-2 4-108,1 14 0,0-14 0,2 0 0,5 13 332,-14-14 0,1-2-332,0 1 0,-1 0 0,15 0 0,-15 0 0,0 0 0,11 0 0,-11 0 0,1 0 0,13 0 0,-6 0 0,1 0 0,-7 0 0,0 0 0,1 0 0,-1 0 0,7-1 0,-1 2 0,6 15 0,-13-14 0,-1 0 0,10 14 0,8-16 0,-10 0 0,3 0 0,5-1 0,0 2 0,4 6 0,1 1 0,-13-6 0,2-2 0,-2 2 0,12 6 0,1 0 0,-11-7 0,0-2 0,0 1 0,11 0 0,-1 0 0,-2 0 0,0 0 0,-8-1 0,0 2 0,9 6 0,-1 2 0,-10-8 0,0 1 0,2 7 0,-1-2 0,9-7 0,-17 0 0,-1 0 0,14 0 0,-13 0 0,-1 0 0,10 0 0,-9 0 0,-1 0 0,15 0 0,-7 0 0,0 0 0,6 0 0,-13 8 0,-1 0 0,11-4 0,-17 11 0,13-15 0,-29 0 0,13 0 0,-16 0 0,16 0 0,-12 0 0,11 0 0,-15 16 0,0-12 0,16 12 0,-12-16 0,27 0 0,-11 0 0,4 0 0,3 0 0,12 0 0,-12 0 0,-3 0 0,-4 0 0,11 0 0,-27 0 0,12 0 0,-16 0 0</inkml:trace>
  <inkml:trace contextRef="#ctx0" brushRef="#br0" timeOffset="51117">4957 11712 24575,'36'0'0,"1"0"0,-1 0 0,5 0 0,1 0 0,3 0 0,-2 0 0,2 0 0,3 0 0,0 0-656,-4 0 1,1 0-1,1 0 1,0 0 0,0 0 164,1 0 1,-1 0-1,1 0 1,0 0-1,1 0 18,-2 0 1,1 0-1,1 0 1,0 0-1,1 0 1,0 0 472,-5 0 0,0 0 0,1 0 0,0 0 0,1 0 0,-1 0 0,1 0-232,2 0 0,0 0 0,1 0 0,-1 0 0,1 0 0,1 0 0,-1 0 232,-3 0 0,0 0 0,1 0 0,0 0 0,0 0 0,-1 0 0,0 0 0,0 0 0,2 0 0,-1 0 0,1 0 0,-1 0 0,-1 0 0,1 0 0,-1 0-279,-2 0 1,0 0 0,0-1 0,0 1-1,0 0 1,-1 0 0,0 1 278,4 1 0,1 1 0,-1 0 0,-1 0 0,0 0 0,0-1 17,4-1 1,-2 0-1,0-1 1,1 0-1,-1 2-17,1 0 0,1 2 0,-1 0 0,0-1 0,-3 0 403,1-3 0,-1-1 0,-2 1 1,-1 1-404,9 3 0,-2 2 0,-3-1 1090,-10-4 0,-2 0 1,-3 1-1091,1 6 0,-3 0 1554,-3-9 0,-3 2-1554,-5 14 2728,-3-11-2728,-16 12 1330,0-16-1330,0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1:15:42.6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20285 3916 24575,'33'0'0,"0"0"0,3 0 0,3 0 0,-1 0 0,4 0 0,-1 0-542,1 0 0,0 0 1,0 0 541,0 0 0,0 0 0,-1 0 0,1 0 0,-1 0 0,-2 0 263,-1 0 1,-2 0-264,-1-2 0,-3 4 268,3 14-268,-15-13 0,-5 13 0,-15-16 0,0 0 0,0 0 0</inkml:trace>
  <inkml:trace contextRef="#ctx0" brushRef="#br0" timeOffset="10849">24994 3263 24575,'20'0'0,"11"16"0,-11-12 0,15 27 0,-15-27 0,11 20 0,-11-22 0,15 21 0,-10-13 0,1 0 0,13 9 0,-14-3 0,1 0 0,0-6 0,-1-1 0,14 11 0,-3 11 0,-5-27 0,-12 12 0,17-1 0,-17-11 0,-3 28 0,-16-28 0,0 11 0,16-15 0,-12 16 0,11-12 0,-15 27 0,0-27 0,0 28 0,16-29 0,-12 13 0,12 0 0,-16-12 0,0 11 0,15-15 0,-11 0 0,12 0 0,-16 0 0,16 0 0,-13 16 0,13-12 0,-16 12 0,0-16 0,0 0 0,0 15 0,16-11 0,-12 28 0,27-13 0,-11 17 0,-1-1 0,13 0 0,-21 0 0,7-15 0,6 11 0,-5-11 0,1 0 0,11 11 0,-27-27 0,27 12 0,-27-1 0,12-11 0,0 12 0,-12-16 0,11 15 0,1-11 0,-12 12 0,12-16 0,-16 0 0,15 16 0,-11-12 0,28 11 0,-13 1 0,1-4 0,3-4 0,1 1 0,-1 15 0,1-7 0,3 1 0,0 0 0,-3 3 0,-5 12 0,1 1 0,14-7 0,-1 1 0,-13 7 0,-1 0 0,7-7 0,-1-1 0,-7 7 0,-1-1 0,2-13 0,-2-1 0,-7 7 0,-1-1 0,23 10 0,-28-15 0,11 11 0,-15-27 0,16 12 0,-28-16 0,24 0 0,-28 0 0,1 0 0,11 16 0,-12 3 0,8 4 0,0 5 0,-8 14 0,-3 2 0,7-10 0,-1 0 0,-1 0-277,-8 7 0,-2 0 0,3 1 277,7-4 0,2 1 0,-1-2 0,-4-6 0,-2-1 0,4-1 0,5 7 0,0-2 0,-5-6 0,-1-5 0,-3-3 0,-1 11 0,4-11 0,8 3 0,1 5 415,-2-2 1,-2 3-416,-4-2 0,-3 2 0,0 1 0,0-1 0,0 1 0,-1 1-137,-4 4 0,-1 1 1,1-1 136,-6 6 0,3 0 0,-2 2 0,5-2 0,13-16 0,0-3 0,-7 5 0,3-3 0,10-4 0,-12-4 0,16-16 0,-16 0 410,13 0-410,-13 15 0,8-11 0,0 17 0,-2 5 0,-10-7 0,-3 1 0,5 7 0,1 3 0,-3 0 0,-2-5 0,-3 0 0,2-1 0,-5 12 0,1-1 0,0-8 0,3-3 0,4-5 0,5-3 0,15 0 0,0-12 0,0 11 0,-16-15 0,12 0 0,-12 0 0,16 16 0,-31 4 0,20 4 0,-1 2 0,-21 1 0,-1 1 0,14 7 0,1 1 0,-8-3 0,3-3 0,4 7 0,5 2 0,-1-19 0,14 2 0,0 7 0,-10 6 0,-6 5 0,1 2-633,7-7 1,0 2 0,1 0 0,-1 3 632,-3 3 0,-1 2 0,0 2 0,-1 0 0,0-1 0,1-4 0,-1 0 0,1-1 0,0 0 0,1 0 0,1-1 0,0 0 0,1 0 0,1-2 0,0-2-31,-3 12 0,1-4 0,1-2 31,-2 4 0,3-6 0,8-5 0,2-19 0,2-16 0,6 0 2515,7 0-2515,-11 0 107,28 0-107,-13 0 0,1 0 0,11 0 0,5 0 0,-10 6 0,2 3 0,8 7 0,-1 4 0,1 6 0,-1 3 0,0-2 0,0 0 0,0 0 0,1-3 0,-1-5 0,0-2 0,-7 0 0,-1 1 0,-1 0 0,-1-1 0,0 0 0,1 2 0,8 15 0,3-2 0,0-18 0,0 0 0,-4 17 0,-3 0 0,3-11 0,-9 0 0,-5-5 0,1 1 0,11 3 0,-11 1 0,15 4 0,0-7 0,1 11 0,-19-4 0,1 3 0,-1-8 0,1 1 0,0 6 0,-1-1 0,19 10 0,-17-15 0,13 11 0,-13-27 0,1 27 0,11-11 0,-11 15 0,-11-9 0,1-1 0,6-5 0,0-1 0,-7 7 0,1-1 0,26 11 0,-17-1 0,13 0 0,-29 0 0,29 1 0,-22-12 0,-1 3 0,7 0 0,4 1 0,5-1 0,1 0 0,-7 0 0,1-3 0,6-9 0,-1-2 0,2 20 0,-9-21 0,5 19 0,-19-11 0,28-1 0,-28 13 0,27-28 0,-11 27 0,-1-27 0,-3 27 0,0-27 0,-13 12 0,13 0 0,0-12 0,-12 11 0,11 1 0,1-12 0,-12 11 0,12-15 0,-16 0 0,0 0 0,15 16 0,-11 4 0,28-1 0,-13 13 0,1-13 0,11 1 0,-27-4 0,12-16 0,-16 0 0</inkml:trace>
  <inkml:trace contextRef="#ctx0" brushRef="#br0" timeOffset="20600">27217 10425 24575,'17'25'0,"1"1"0,0 1 0,-1 0 0,1 1 0,0-1 0,-1 0 0,1-3 0,17 12 0,-15-1 0,11-16 0,-11 13 0,-1-28 0,-3 27 0,0-27 0,-12 27 0,11-27 0,-15 12 0,16 0 0,-12-12 0,12 11 0,-32-15 0,12 0 0,-12 0 0,16 0 0,-15 0 0,11 16 0,-12-12 0,16 11 0,-16-15 0,12 0 0,-11 0 0,-1 0 0,12 0 0,-12 0 0,1 0 0,11 0 0,-27 16 0,11 12 0,-4 3 0,-3 6 0,9-6 0,0 2 0,-1 1-326,-4 2 1,-1 1 0,1 0 325,-2 3 0,2 1 0,0-1 0,4-3 0,1-2 0,0-1 0,1-3 0,-1-1 0,2-1 0,-2 8 0,1-3 0,-1-7 0,1-3 0,-3 11 0,-11 1 0,27-1 976,-12-16-976,0 13 0,12-28 0,-11 27 0,15-19 0,0 5 0,-8 7 0,6-20 0,-6 27 0,8-11 0,-16 15 0,15-9 0,-1-1 0,-14-6 0,0 1 0,14 12 0,0 3 0,-12-1 0,-3 2 0,5-3 0,1 3 0,-1 1-387,-1-3 1,0 2-1,-1 0 1,-1-1 386,-2 2 0,-2-1 0,1 0 0,1 0 0,2 1 0,2 1 0,0-1 0,-1 0 0,-3 11 0,-1-1 0,2-2-86,4-10 1,1-2 0,-1 0 85,1 3 0,-1-1 0,0-4 0,-6-2 0,1-3 0,6 0 0,2-1 0,-7 10 0,1 1 1525,11-1-1525,-28 0 277,28 1-277,-27-1 0,11 0 0,1 0 0,-13 1 0,29-17 0,-29 13 0,28-13 0,-11 1 0,-1 11 0,-4-11 0,3 5 0,-1 1 0,-17 5 0,16-6 0,2-1 0,-2 4 0,-13-9 0,29 12 0,-13-27 0,8 12 0,6 0 0,-6-12 0,-7 27 0,11-27 0,-12 27 0,0-11 0,12 0 0,-11-5 0,15 1 0,0-12 0,0-20 0,0 8 0,0-23 0,0 31 0,0-16 0,0 12 0,-16-11 0,12 15 0,-12 0 0,1 0 0,11 31 0,-17-6 0,-5 5 0,8 1 0,0 6 0,-1 1-557,-2-1 1,-1 3 0,-1 0-1,-1-1 557,-2-1 0,-2-1 0,1 0 0,2 0 0,4 3 0,3 1 0,1-1 0,-2-4 0,-4-1 0,-1-3 0,5-1 0,8 6 0,2-5 0,-6-5 0,15-11 0,-16 0 0,12-12 0,-17 22 0,-5 10 0,6-1 0,1 5 151,2-8 0,0 3 0,-2 2 1,1 0-152,0-1 0,0 0 0,1 0 0,0 1 0,0 2 0,2 2 0,-1-2 0,1-1-4,-4 0 1,1-2-1,2-1 4,2 11 0,1-5 0,-5-18 0,4-3 0,10-3 0,-11-9 0,15 8 1621,0-12-1621,0 12 11,0-16-11,0 15 0,0-11 0,-16 12 0,12-1 0,-27 21 0,18-4 0,3 9 0,-3 3-656,-1-6 1,-3 3-1,-1 3 1,-1 0 0,1 1 599,2-3 1,1 2 0,-1 0 0,1 1 0,-1 1-1,0 0 56,1-4 0,-1 1 0,1 1 0,-1-1 0,1 1 0,0-2 0,1-1 0,-1 10 0,0-2 0,1 0 0,1-3 0,0-1-105,-1-2 0,0-2 1,1-2-1,3-2 105,2 1 0,3-3 0,-2-6 0,-9 6 0,16-19 0,0-32 0,0 13 3276,0-29-3033,0 13 266,0-1-509,0-11 0,0 27 0,0-28 0,0 28 0,0-11 0,0-1 0,0-4 0,-15 1 0,-5 3 0,-15 16 0,0 0 0,-1 0 0,17 0 0,-28 0 0,7 0 0,-3 11 0,-8 10 0,18-4 0,-1 4 0,-2 2 0,0 2-650,3-2 0,-2 2 0,1 0 1,-1 3-1,0 0 650,2 1 0,0 1 0,0 1 0,1 1 0,-1 0 0,1-2 0,-5 4 0,1-1 0,0-1 0,1 0 0,2 0-204,-1 2 0,2 0 1,1-1-1,3-1 204,-1 5 0,2-2 0,5-5 0,2-10 0,6-1 0,6 28 0,8-43 0,0 28 3095,0-28-3095,0 27 969,0-27-969,0 27 0,0-11 0,0 15 0,0 0 0,0 1 0,0-1 0,0 0 0,0 1 0,8-1 0,-6 0 0,22 0 0,-20 1 0,27-1 0,-14-9 0,1-1 0,1-9 0,1-1 0,6 10 0,-1-1 0,11 4 0,-1 7 0,0 0 0,1-15 0,-17-4 0,12-16 0,-11 0 0,4 0 0,3 0 0,12 0 0,-14 0 0,1 0 0,0 0 0,-1 0 0,14 0 0,-6 0 0,1 0 0,-7-1 0,1 2 0,7 6 0,0 1 0,-3-6 0,-1 0 0,3 6 0,1 0 0,-4-7 0,0-2 0,4 1 0,1 0 0,-1 0 0,1 0 0,7 1 0,0-2 0,-6-7 0,0 0 0,7 7 0,-1-2 0,-7-11 0,-2-3 0,-6 7 0,-1 0 0,7-6 0,-1-3 0,-14 2 0,1-1 0,12-4 0,2 1 0,-6 2 0,-1 0 0,5-1 0,-1-3 0,-4-2 0,-1-1 0,-4 7 0,-1-1 0,-3-6 0,-1 1 0,19-10 0,-17 0 0,-3 15 0,-16-11 0,0 11 0,0 0 0,0-11 0,0 11 0,0-15 0,0 16 0,0-13 0,-16 28 0,12-11 0,-27-1 0,27 12 0,-27-12 0,27 1 0,-28 11 0,28-12 0,-11 0 0,7-3 0,6-17 0,-6 17 0,-8-12 0,13 27 0,-13-28 0,16 28 0,0-27 0,-16 11 0,12-15 0,-27 0 0,27-8 0,-27 5 0,29 9 0,0 0 0,-13 9 0,-2 0 0,7-5 0,1 0 0,-11-11 0,-11 1 0,27 0 0,-28-1 0,13 17 0,-1-13 0,-11 29 0,27-13 0,-27 16 0,27 0 0,-12 0 0,0 0 0,12 0 0,-11 0 0,-1 0 0,12 0 0,-11 0 0,-1 0 0,12 0 0,-12 0 0,1 0 0,11-16 0,-28 12 0,28-11 0,-11 15 0</inkml:trace>
  <inkml:trace contextRef="#ctx0" brushRef="#br0" timeOffset="24783">24024 17657 24575,'-8'35'0,"0"0"0,3 8 0,-1 0 0,-10 2 0,-2 0-389,9-10 0,0 1 0,0-1 389,-3 1 0,0-1 0,1 0 0,0 11 0,2-2 190,0-7 1,2-3-191,7-7 0,0-3 194,0-5-194,0 13 0,0-28 0,0 11 592,0-15-592,0 16 0,-15 4 0,11-1 0,-12 13 0,16-28 0,0 11 0,16 1 0,-12-12 0,11 11 0,-15-15 0,16 0 0,-12 0 0,27 0 0,-27 0 0,28 0 0,-28 0 0,19 0 0,-21 0 0,6 0 0,-8 0 0,16 0 0,-13 0 0,29 0 0,-28 0 0,27 0 0,-27-15 0,12 11 0,-1-12 0,-11 16 0,28 0 0,-28-15 0,27 11 0,-27-12 0,12 0 0,-16 12 0,15-11 0,-11 15 0,12 0 0,-16-16 0,16 12 0,-13-12 0,13 1 0,-16 11 0,0-12 0,0 0 0,0 12 0,0-11 0,0-1 0,0-3 0,0-17 0,0 17 0,0-13 0,0 13 0,0-1 0,-16-11 0,-3 27 0,-16-12 0,15 16 0,-11 0 0,27 0 0,-28 0 0,28 0 0,-11 0 0,15 0 0,-16 0 0,12 0 0,-12 0 0,1 0 0,11 16 0,-12-12 0,16 11 0,0-15 0,-16 16 0,13-12 0,-13 12 0,8-16 0,6 0 0,-6 15 0,8-11 0,-15 12 0,11-16 0,-12 0 0,0 0 0,12 0 0,-11 0 0,15 0 0,0 0 0,0 16 0,-16-12 0,12 11 0,-12-30 0,16 11 0,0-12 0,0 16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03EF-79C8-55AD-08D0-C88D1F127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Search Trees (BSTs)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C18ED-98A4-48F4-FD7B-2E7703435F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10.1, 10.2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E29F-4AD7-8321-C583-5ED5DE6FC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Trees (BSTs)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EFB7D-8273-2511-FCFF-B838DE0DA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Binary search trees </a:t>
            </a:r>
            <a:r>
              <a:rPr lang="en-US" dirty="0"/>
              <a:t>(</a:t>
            </a:r>
            <a:r>
              <a:rPr lang="en-US" b="1" dirty="0"/>
              <a:t>BST</a:t>
            </a:r>
            <a:r>
              <a:rPr lang="en-US" dirty="0"/>
              <a:t>s) area a variation of binary trees designed for storing data.</a:t>
            </a:r>
          </a:p>
          <a:p>
            <a:r>
              <a:rPr lang="en-US" dirty="0"/>
              <a:t>If implemented well, they can be efficient ways to store ordered data as a map.</a:t>
            </a:r>
          </a:p>
          <a:p>
            <a:pPr lvl="1"/>
            <a:r>
              <a:rPr lang="en-US" dirty="0"/>
              <a:t>E.g. the Linux kernel uses red-black BSTs for its scheduling system</a:t>
            </a:r>
          </a:p>
        </p:txBody>
      </p:sp>
    </p:spTree>
    <p:extLst>
      <p:ext uri="{BB962C8B-B14F-4D97-AF65-F5344CB8AC3E}">
        <p14:creationId xmlns:p14="http://schemas.microsoft.com/office/powerpoint/2010/main" val="257925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E172-6A93-95F2-6EF3-3D2DBFE4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a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39C22-30C6-2BF5-70B2-93CB1683F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tree</a:t>
            </a:r>
            <a:r>
              <a:rPr lang="en-US" dirty="0"/>
              <a:t> T is a set of nodes storing elements in a parent-child relationship with the following properties:</a:t>
            </a:r>
          </a:p>
          <a:p>
            <a:r>
              <a:rPr lang="en-CA" dirty="0"/>
              <a:t>If T</a:t>
            </a:r>
            <a:r>
              <a:rPr lang="en-CA" i="1" dirty="0"/>
              <a:t> </a:t>
            </a:r>
            <a:r>
              <a:rPr lang="en-CA" dirty="0"/>
              <a:t>is nonempty, it has a special node, called the </a:t>
            </a:r>
            <a:r>
              <a:rPr lang="en-CA" b="1" dirty="0"/>
              <a:t>root</a:t>
            </a:r>
            <a:r>
              <a:rPr lang="en-CA" b="1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, that has no parent.</a:t>
            </a:r>
          </a:p>
          <a:p>
            <a:r>
              <a:rPr lang="en-CA" dirty="0"/>
              <a:t>Each node v</a:t>
            </a:r>
            <a:r>
              <a:rPr lang="en-CA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different from the root has a unique </a:t>
            </a:r>
            <a:r>
              <a:rPr lang="en-CA" b="1" dirty="0"/>
              <a:t>parent</a:t>
            </a:r>
            <a:r>
              <a:rPr lang="en-CA" b="1" i="1" dirty="0"/>
              <a:t> </a:t>
            </a:r>
            <a:r>
              <a:rPr lang="en-CA" dirty="0"/>
              <a:t>node w; every node with parent w</a:t>
            </a:r>
            <a:r>
              <a:rPr lang="en-CA" i="1" dirty="0"/>
              <a:t> </a:t>
            </a:r>
            <a:r>
              <a:rPr lang="en-CA" dirty="0"/>
              <a:t>is a </a:t>
            </a:r>
            <a:r>
              <a:rPr lang="en-CA" b="1" dirty="0"/>
              <a:t>child</a:t>
            </a:r>
            <a:r>
              <a:rPr lang="en-CA" b="1" i="1" dirty="0"/>
              <a:t> </a:t>
            </a:r>
            <a:r>
              <a:rPr lang="en-CA" dirty="0"/>
              <a:t>of w.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(textbook p. 269)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F1822-FB76-48CE-E059-A44A4497CB09}"/>
              </a:ext>
            </a:extLst>
          </p:cNvPr>
          <p:cNvSpPr txBox="1"/>
          <p:nvPr/>
        </p:nvSpPr>
        <p:spPr>
          <a:xfrm>
            <a:off x="8725864" y="477554"/>
            <a:ext cx="230722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the definition of a </a:t>
            </a:r>
            <a:r>
              <a:rPr lang="en-US" b="1" dirty="0"/>
              <a:t>tree </a:t>
            </a:r>
            <a:r>
              <a:rPr lang="en-US" dirty="0"/>
              <a:t>(not yet binary, not yet a BST).</a:t>
            </a:r>
          </a:p>
        </p:txBody>
      </p:sp>
    </p:spTree>
    <p:extLst>
      <p:ext uri="{BB962C8B-B14F-4D97-AF65-F5344CB8AC3E}">
        <p14:creationId xmlns:p14="http://schemas.microsoft.com/office/powerpoint/2010/main" val="2592607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5BFB-29F9-4F25-025A-CB42AE5D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16893-CDF4-2AA6-BC4C-1BC87F601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3766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binary tree </a:t>
            </a:r>
            <a:r>
              <a:rPr lang="en-US" dirty="0"/>
              <a:t>is an ordered tree where each node has: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Every node has at most </a:t>
            </a:r>
            <a:r>
              <a:rPr lang="en-US" b="1" dirty="0"/>
              <a:t>2 children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Each child is labelled as </a:t>
            </a:r>
            <a:r>
              <a:rPr lang="en-US" b="1" dirty="0"/>
              <a:t>left</a:t>
            </a:r>
            <a:r>
              <a:rPr lang="en-US" dirty="0"/>
              <a:t> or </a:t>
            </a:r>
            <a:r>
              <a:rPr lang="en-US" b="1" dirty="0"/>
              <a:t>right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left child comes before the right child in the ordering of nodes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07378-0E01-706E-8AAB-A51BFA57B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160" y="1172759"/>
            <a:ext cx="6770757" cy="3820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24659C-6021-F980-3B58-784D03DDAB55}"/>
              </a:ext>
            </a:extLst>
          </p:cNvPr>
          <p:cNvSpPr txBox="1"/>
          <p:nvPr/>
        </p:nvSpPr>
        <p:spPr>
          <a:xfrm>
            <a:off x="5375868" y="365125"/>
            <a:ext cx="266896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Ordered</a:t>
            </a:r>
            <a:r>
              <a:rPr lang="en-US" dirty="0"/>
              <a:t> means that the order of the node’s children matters.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D7832D-5060-5E83-7DDC-9BDBC437EAC2}"/>
              </a:ext>
            </a:extLst>
          </p:cNvPr>
          <p:cNvCxnSpPr/>
          <p:nvPr/>
        </p:nvCxnSpPr>
        <p:spPr>
          <a:xfrm flipH="1">
            <a:off x="4883499" y="1276141"/>
            <a:ext cx="492369" cy="549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996A9D-056B-5853-5A28-88918CDAB823}"/>
              </a:ext>
            </a:extLst>
          </p:cNvPr>
          <p:cNvSpPr txBox="1"/>
          <p:nvPr/>
        </p:nvSpPr>
        <p:spPr>
          <a:xfrm>
            <a:off x="5841444" y="5339524"/>
            <a:ext cx="239820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not binary search tree yet. It’s just </a:t>
            </a:r>
            <a:r>
              <a:rPr lang="en-US" b="1" dirty="0"/>
              <a:t>a binary tree.</a:t>
            </a:r>
          </a:p>
        </p:txBody>
      </p:sp>
    </p:spTree>
    <p:extLst>
      <p:ext uri="{BB962C8B-B14F-4D97-AF65-F5344CB8AC3E}">
        <p14:creationId xmlns:p14="http://schemas.microsoft.com/office/powerpoint/2010/main" val="340872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3A24-B209-D36F-38BE-5955B0BC9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160C9-6A61-8011-EBC6-88810EFA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42987" cy="1325563"/>
          </a:xfrm>
        </p:spPr>
        <p:txBody>
          <a:bodyPr/>
          <a:lstStyle/>
          <a:p>
            <a:r>
              <a:rPr lang="en-US" dirty="0"/>
              <a:t>Binary Search Trees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810F2-FED9-485D-34EB-2E0F657BA8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3766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 </a:t>
                </a:r>
                <a:r>
                  <a:rPr lang="en-US" b="1" dirty="0"/>
                  <a:t>binary search tree</a:t>
                </a:r>
                <a:r>
                  <a:rPr lang="en-US" dirty="0"/>
                  <a:t> (</a:t>
                </a:r>
                <a:r>
                  <a:rPr lang="en-US" b="1" dirty="0"/>
                  <a:t>BST</a:t>
                </a:r>
                <a:r>
                  <a:rPr lang="en-US" dirty="0"/>
                  <a:t>) is a binary tree where each node has a key </a:t>
                </a:r>
                <a:r>
                  <a:rPr lang="en-US" b="1" dirty="0"/>
                  <a:t>k</a:t>
                </a:r>
                <a:r>
                  <a:rPr lang="en-US" dirty="0"/>
                  <a:t> with these properties:</a:t>
                </a:r>
              </a:p>
              <a:p>
                <a:r>
                  <a:rPr lang="en-US" dirty="0"/>
                  <a:t>All keys in the left subtree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k</a:t>
                </a:r>
              </a:p>
              <a:p>
                <a:r>
                  <a:rPr lang="en-US" dirty="0"/>
                  <a:t>All keys in the right subtree are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k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810F2-FED9-485D-34EB-2E0F657BA8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37668" cy="4351338"/>
              </a:xfrm>
              <a:blipFill>
                <a:blip r:embed="rId2"/>
                <a:stretch>
                  <a:fillRect l="-2793" t="-2326" r="-3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F969112-C360-BA54-FC44-EBD310066EAA}"/>
              </a:ext>
            </a:extLst>
          </p:cNvPr>
          <p:cNvGrpSpPr/>
          <p:nvPr/>
        </p:nvGrpSpPr>
        <p:grpSpPr>
          <a:xfrm>
            <a:off x="8628236" y="1461464"/>
            <a:ext cx="783771" cy="728321"/>
            <a:chOff x="8711921" y="1497204"/>
            <a:chExt cx="783771" cy="7283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0DBB7E-65E9-EB53-3F0E-E4A72626672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k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9AEEB4F-BB42-6397-2A9E-E883EE82275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093DD6-C819-EDBE-8A63-927EDBB17598}"/>
              </a:ext>
            </a:extLst>
          </p:cNvPr>
          <p:cNvCxnSpPr>
            <a:cxnSpLocks/>
            <a:stCxn id="10" idx="3"/>
            <a:endCxn id="15" idx="0"/>
          </p:cNvCxnSpPr>
          <p:nvPr/>
        </p:nvCxnSpPr>
        <p:spPr>
          <a:xfrm flipH="1">
            <a:off x="7837851" y="2083125"/>
            <a:ext cx="905166" cy="580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834057-1C62-66F5-045C-2C0BC50D7F5C}"/>
              </a:ext>
            </a:extLst>
          </p:cNvPr>
          <p:cNvCxnSpPr>
            <a:cxnSpLocks/>
            <a:stCxn id="10" idx="5"/>
            <a:endCxn id="14" idx="0"/>
          </p:cNvCxnSpPr>
          <p:nvPr/>
        </p:nvCxnSpPr>
        <p:spPr>
          <a:xfrm>
            <a:off x="9297226" y="2083125"/>
            <a:ext cx="861163" cy="580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iangle 13">
            <a:extLst>
              <a:ext uri="{FF2B5EF4-FFF2-40B4-BE49-F238E27FC236}">
                <a16:creationId xmlns:a16="http://schemas.microsoft.com/office/drawing/2014/main" id="{CB7ED3A3-B950-AF0F-46A7-C81E3925F1AE}"/>
              </a:ext>
            </a:extLst>
          </p:cNvPr>
          <p:cNvSpPr/>
          <p:nvPr/>
        </p:nvSpPr>
        <p:spPr>
          <a:xfrm>
            <a:off x="9136672" y="2663303"/>
            <a:ext cx="2043434" cy="275514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23807AA2-DF9A-6E6C-C6E8-CE47FC91B605}"/>
              </a:ext>
            </a:extLst>
          </p:cNvPr>
          <p:cNvSpPr/>
          <p:nvPr/>
        </p:nvSpPr>
        <p:spPr>
          <a:xfrm>
            <a:off x="6816134" y="2663303"/>
            <a:ext cx="2043434" cy="275514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B03086-D0F0-88C8-AC22-1B00C0CCF8D7}"/>
                  </a:ext>
                </a:extLst>
              </p:cNvPr>
              <p:cNvSpPr txBox="1"/>
              <p:nvPr/>
            </p:nvSpPr>
            <p:spPr>
              <a:xfrm>
                <a:off x="7463550" y="4043389"/>
                <a:ext cx="7486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b="1" dirty="0"/>
                  <a:t>k</a:t>
                </a:r>
                <a:endParaRPr lang="en-US" sz="28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B03086-D0F0-88C8-AC22-1B00C0CCF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550" y="4043389"/>
                <a:ext cx="748602" cy="523220"/>
              </a:xfrm>
              <a:prstGeom prst="rect">
                <a:avLst/>
              </a:prstGeom>
              <a:blipFill>
                <a:blip r:embed="rId3"/>
                <a:stretch>
                  <a:fillRect l="-5000" t="-11905" r="-1166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DD9CBC-D8BA-055E-2DE6-1AA5CC5070FF}"/>
                  </a:ext>
                </a:extLst>
              </p:cNvPr>
              <p:cNvSpPr txBox="1"/>
              <p:nvPr/>
            </p:nvSpPr>
            <p:spPr>
              <a:xfrm>
                <a:off x="9792659" y="4040877"/>
                <a:ext cx="7486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b="1" dirty="0"/>
                  <a:t>k</a:t>
                </a:r>
                <a:endParaRPr lang="en-US" sz="2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DD9CBC-D8BA-055E-2DE6-1AA5CC507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2659" y="4040877"/>
                <a:ext cx="748602" cy="523220"/>
              </a:xfrm>
              <a:prstGeom prst="rect">
                <a:avLst/>
              </a:prstGeom>
              <a:blipFill>
                <a:blip r:embed="rId4"/>
                <a:stretch>
                  <a:fillRect l="-3333" t="-14286" r="-13333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4BA48C2-A136-E70C-07A0-6C4531395DD2}"/>
              </a:ext>
            </a:extLst>
          </p:cNvPr>
          <p:cNvSpPr txBox="1"/>
          <p:nvPr/>
        </p:nvSpPr>
        <p:spPr>
          <a:xfrm>
            <a:off x="7177349" y="5452113"/>
            <a:ext cx="1321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 subtree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16EDF9-8A14-A527-8D0E-EB6576B63E20}"/>
              </a:ext>
            </a:extLst>
          </p:cNvPr>
          <p:cNvSpPr txBox="1"/>
          <p:nvPr/>
        </p:nvSpPr>
        <p:spPr>
          <a:xfrm>
            <a:off x="9447019" y="5418452"/>
            <a:ext cx="1439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 subtree</a:t>
            </a:r>
          </a:p>
        </p:txBody>
      </p:sp>
    </p:spTree>
    <p:extLst>
      <p:ext uri="{BB962C8B-B14F-4D97-AF65-F5344CB8AC3E}">
        <p14:creationId xmlns:p14="http://schemas.microsoft.com/office/powerpoint/2010/main" val="888644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4A5E-8904-4CDE-5967-FAB18066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332C5A-9120-53DC-E29D-CF8DAA221BA4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1D8DF40-1222-8581-AF84-11C9209B487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EEBA474-690B-9FDB-F5C8-0C1FBB6DC200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0A64620-EFFA-E5C0-106A-71224A0399FA}"/>
              </a:ext>
            </a:extLst>
          </p:cNvPr>
          <p:cNvSpPr txBox="1"/>
          <p:nvPr/>
        </p:nvSpPr>
        <p:spPr>
          <a:xfrm>
            <a:off x="1172626" y="1225899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7EB4E9-BD36-7AC2-C912-9B3D9A98E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91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B34C9-1423-F153-1968-82A28BBE2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ECFA4-8B6D-FE81-2DA4-F91617394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A5DF1B-F12A-E5AF-834B-C0ABE0B87028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3CD48F-BFD0-2301-C7F7-6EBB47277EA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585F32F-0033-34B7-9D8F-81531BED5CA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458F67-236F-040E-62B9-944A1790D226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9C33B9A-57A2-3CA0-402D-93ED41800080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3AB53493-CF42-0AD6-F25A-462E6FB993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2A7BB94-7E92-5CCD-89F8-79800A83C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823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BC566-68E9-08CD-1421-3267B187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16C5-49C3-7CE8-5D2B-5B2258037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C47E14-C06A-6D65-6C64-E78BEB2FC5BA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02E2BD-9FCA-665A-0AA1-171A0EAF2ED1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2A016F7-A6CB-8B5A-C7C2-83EC705965A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E425F44-691F-2B31-B27E-F59B8D30767E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C75A710-81AF-207D-06C7-1D7D44A01D98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F72432-7E28-0154-B9CC-15EA43D44377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3182BB-50A0-CEFD-45DB-52C5DE3B7E57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7ACAF10-E253-7BB9-6FD9-B583191BF4D2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F1AB62-C4A4-17CC-EC76-42192D336870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323921E-9D17-A6F5-CB0D-A3DD124269FF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79999FB-5DFB-5EA2-4D91-04E9415475AE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84B3653-53E3-77FB-A6BD-B9EF82058E1A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C9EB177-CB9F-5F40-1C4B-4743C7CEFA3A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5D710180-A96D-2AEA-1F97-FBB818CA0B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066FF19-B56C-E718-0C7A-FE75E41A5277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6A0267F-9EE8-30CC-6DB6-5D698B1147C8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D0948D90-64F1-B650-7676-F9E6CE83B8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91455D2-13FE-F5D7-C00E-0031C56E3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807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79FC-78D6-E99D-ABA6-C321972A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1A74-A21A-3374-FB8C-37B66F14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6075E9-53D2-5CB5-7387-9FD1497907B3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EC2AF8-0586-265D-4C60-6F2482A6878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C7587F9-DFE4-8177-EDD1-D7EC138F6A3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813B00-3E8D-D516-EFB8-6AAB3958313D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7B6DE6D-D093-D0A8-2832-B380B86B39C8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63EBE8-ECC2-E0C1-1E39-FC876FAFEDD6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7AF636E-D525-C1AC-F064-2A5DBF43CEAF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1B8DD56-F620-B11F-CCAD-7B53B349CD33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9C9477-8423-DAF1-4EA6-C43A22F9731A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EF1EB2B-09B9-1E4B-0A69-3FE87880FEC4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8F6C316-D69E-8E5B-F0AA-72333196CE9B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4BDCE2-30E6-531D-42E3-AFF337753C8E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E1CD27F-C732-6F47-3D5D-7DD7BE8C1CB1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A3E8C3CA-A4A2-70BE-D8E8-131AB65EBB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3E9FFF53-EC8D-4B38-3474-7377D56A5DDC}"/>
              </a:ext>
            </a:extLst>
          </p:cNvPr>
          <p:cNvSpPr txBox="1"/>
          <p:nvPr/>
        </p:nvSpPr>
        <p:spPr>
          <a:xfrm>
            <a:off x="4627903" y="1184013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51454-1FD9-4AE1-3F26-C6412087F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95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96C04-4A11-303A-E39E-FF74D19B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8499-6A9A-40C8-72BF-7DFBA36A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BC986B-98ED-61C3-D996-A023F723224F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EB2F35B-A0DE-27B3-4D46-5277265414F9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F114720-D42C-0050-5659-ED0C7A99C43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64BECE-6ADE-BB25-0010-B316033B38D4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F67F7D3-365F-DB75-9C2E-FA81146AFB24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57906E-2301-5BB7-172E-4B77E0D5439C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6B91C6F-60E0-35A3-0182-4FE5FBA9E927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B1A7612-E2D0-D805-23A1-16D4C8E069F1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DF1846-7F22-D38D-CA2D-657031B62C7A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EFE521A-E213-CE7D-CFA0-25F7F1664130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338F342-882B-C81E-0CA9-75AF079FB3DF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03C73D-7414-30F1-7BAF-2BABFB0C5EE9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722B35-734A-666D-1C76-B4F5417074E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7959BD1-63AB-0DCE-8EE1-43F74989179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895F97-18E7-04C6-9F36-FBE82FFCDC41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4D6AF4-504E-7688-2BFB-28CC01FE755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0370C4E-B680-04C9-0CBD-2055D90B525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EE68025-56F3-B35B-D670-EB8915742249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7B3D5AB-99C0-B114-3950-5D76C4D451F4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05E0B1B-1660-09BB-14A0-1A394336E03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6118158-55B1-D50B-17A6-F153641E64F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6A5F1C6-C5E7-CE3D-F9CF-6FC610AF1B4E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49C068-644A-0F7B-A479-28D3244C7BE9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6ADBAA2-AB72-2166-BCAC-7E3887D3D834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A32884EF-E251-D46B-E2E6-EE508C9514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9792FC7-DA85-5CA2-8BFA-FA6A98795BB2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AD623B3-9581-20E3-8F62-6F3C2454E2E5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0D528D6D-87B0-6ABF-AA6E-0CE3FC5E66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80954577-BFAF-8468-7032-60A1CABA1414}"/>
              </a:ext>
            </a:extLst>
          </p:cNvPr>
          <p:cNvSpPr txBox="1"/>
          <p:nvPr/>
        </p:nvSpPr>
        <p:spPr>
          <a:xfrm>
            <a:off x="8190282" y="1184779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271E39-C1FA-A256-093E-2EFFB36ED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50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227E-EBAD-ED1B-ADAB-79E2E9678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CBBE-02E4-34D9-46F5-41BE47DFD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9A3AA7-C356-4DAC-A10D-5ED06E6E5730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D25F3D-7FC9-0D5C-D97A-07EDDE6E6D89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DCF2F9C-E34F-5B0F-120C-2FE34703B8C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8A56471-107F-90A9-9D78-BB9CA29F09FA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836DC84-2649-229F-D737-43AF46677440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9B0A9D-1100-E88A-5F97-61D16934851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53CDE37-EA5D-C65B-7399-0AC530060097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1723EDD-A23F-94E7-FBC1-DC876DEFC7E9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A6B602-E6B0-E4E5-797A-6CBD2F7D51AD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BA15289-9729-E1F9-7BBC-079B4673390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C4F7293-536E-B041-9F76-70F6BC8D1805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430C67A-E8EE-4B13-7FC3-D03AE2021904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87DF756-F244-A99D-FFFF-92A7609AF61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0B4B52-19D4-967F-9CA7-79B9CA4108A8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557190-E9D8-47CF-4649-3444EA34C44E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831A0D5-3444-70A7-C135-430ED6B26D7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77C09C3-DBA1-04A9-FE36-1115420A743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A66847-6A39-8004-7ACA-06A7D1A1FE39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780A910-3B32-D8AA-2F23-327F52CCB71C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7CF32E0-6150-9820-9E64-1DA255BEFF4B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6E61C8A-A499-4740-8B64-79A5A32CC04A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BBA6A4-060F-E016-B34F-0C33DB936C7F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869F6E-8C66-1553-2235-1365E6719900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7FD8C7A-4D5C-C92B-BF3F-3786D1F06871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E6CEA5AE-6E17-D1A9-BB9A-E2220386B8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49106FC-A954-A6EC-AC23-50525B8F380C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86E4D3F-E513-F65A-3B83-D372025AB45B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F47AAE48-CA56-D9FF-BE21-23EB1220B6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F45959-A0DB-DD38-9598-A78CCDF85A01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70852FB-5063-C964-D7B3-BFED69E76093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EFBB5191-F564-3730-6A75-5516CA24F0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6958968-8FB5-E37A-EDF9-B43ED94A9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68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03E3-B6E0-05A4-88BE-31E813FB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C73F4-2DAD-ED6F-C321-140A749E6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FCEA8A-8331-6376-3D4E-8F97F7B37A54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64FD317-4EAB-0C8D-C73D-A5F6B49D5126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D5F69D3-E905-3332-05D7-B142759695A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13FEE2E-AE27-D05C-8D36-5DEBC52C32E0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F509097-B46A-FE70-5A4B-3C100A0EFFAD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B9EADF-B59D-F73F-6150-2F748EB2F5B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F457223-31AD-5725-7926-4D534215E1CF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6F244B8-2283-A9AC-C11A-2E0DFBE20695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00616E-A46E-E9E5-92E3-44C029C5CFD7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F86BF9B-F6FC-9A4F-57A9-38EA88EE061F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9649D1C-64EB-DFAB-07A0-B095B3B65E50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0DCAB4F-D918-DFB2-371E-877D035D0A02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5FBCCC2-E27D-1DF8-5378-A94BF5E20594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4BF6214-13EE-18F2-6171-B918E04BD4B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274463-0C15-2FF4-2AC9-D98DAE9BF12B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8BA0197-428F-8893-03AD-AEEB23918BF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79CDF3D-B545-5CFF-BEC6-DFE4C38F0CE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4BCBC6-05AB-A62C-FA15-FFFA77F49C46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C1A23A-21C2-5D4B-FE26-33E3A48CE196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37F8B5-4AAB-836C-2119-1773CD1FA1D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019F468-1CB7-20E5-58D7-0DCD222DC91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557571-F8A3-880A-6CAB-5B0867A3D893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CBEC0CA-7AE1-9672-E6E1-C9267F3C190A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C79AB70-AA64-7BD5-5C64-ECA5924ADF1D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94D5DA94-CCCB-6608-D34A-B77D1E2D22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53A716-0381-D6D7-72B3-F0C944D30E0D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AA79F68-718E-8620-9C6E-C815A065F70F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17EEB19F-842E-9E41-AE2C-4F95B8F84F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A1843F4-FF04-546C-960E-A0242CE3FE7F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C9A5C89-A18A-57E2-F4FF-BF0066E7F66A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BE39C8E8-AFD7-DAC1-7E86-6E37DA00A3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EA523DF-4BD6-943C-807D-6996713EF2BD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CA22EE2-E56B-CE45-969A-4905455B989B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18128FD-99F7-70F8-8371-FF157408AD06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8643F3C2-C6D5-9C1F-3670-9667489AD169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65881E3-42DA-8B60-DF69-7AF71E9BDEF4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E3AF97E-71F5-1920-B8E9-029E2288C726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FA645DFB-6CA5-6187-4222-07672B3B8373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C776C07-6843-B93F-D8D5-9973F53B47DA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B0A26359-4637-DA95-A16F-C3B96DC9A0C5}"/>
              </a:ext>
            </a:extLst>
          </p:cNvPr>
          <p:cNvSpPr txBox="1"/>
          <p:nvPr/>
        </p:nvSpPr>
        <p:spPr>
          <a:xfrm>
            <a:off x="2464254" y="4300399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1168C6-2CB6-E94B-23CD-9220BA43E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548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63C3E-A963-1630-3DBF-87476B20C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6905F-519B-4618-396E-3162029FF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6CEF43-057D-5892-3AA0-8C00D171F73C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7A16ACA-7BB0-0594-FB4A-BFA92327007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D230A29-9275-B957-FEB2-E9E15423498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A31FE7C-E608-AC39-123F-E573C445E13D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2FD1ED1-D215-0C6C-AAA8-0F23ED07AAAE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C47AE5-EC3D-59F7-1579-EAE1A80BC7D7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6D61DDA-E012-38BA-51B3-815C65520C5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E3D83F8-3FBE-84DF-55FF-8EAB711CE039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A502ED-CC31-60A0-1994-E93A231501DD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877A65C-693F-D7A7-7020-3CD9B1204388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8111A-7199-DC83-4BD5-F95FF2FBB091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42CDF9-FC3D-2712-1C52-426531D88B0F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7F7EBEF-9B22-D645-150D-DF7D48264784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1C3BA18-21FD-D141-B39A-2E0004C67F6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A08BD1-A402-C7F9-3F27-A5329793C068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6776D01-42BE-B969-CE27-9766A15424E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552963F-05F0-2F0E-5402-F6BE3C6A88B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B878C0-E82C-E326-2A90-658715F5FA9A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06E1F2-F342-005A-C0E2-AFBAA73AF307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0EE1A18-7CB8-7171-F130-E53CD673974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5C8F0C8-FAB2-2496-3002-B7F7EC3130A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DB4C98-ACF9-3420-3D75-A06E219A5F3C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A96AB46-EE7E-D5E6-E751-5A687864D2BB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56B8E04-16C5-9120-0BFD-032DAE73273B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95D5C15D-FEBD-C5E2-DA60-933071AF4A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8CEF3D6-1215-C552-CBBC-B9053C8CCCA0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08A66A6-EAEC-5193-5DE0-5FAFE5E4E018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41AE138E-4822-BAD2-A942-9093F8184C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A7B903E-EE45-E600-3C21-3D4A062AC48B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A7FB96F-B044-33CF-BAAF-B5BF58A04931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6A4CD4BA-2149-74AB-D5A4-3DD6EDCFA3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09EFAD-2E2E-F746-5AC3-19940D9DCC6A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775297B-A3EC-D1B6-0FC2-55F7BDFE860E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70D8151-437A-A55C-CB83-24A3C812AF3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0865EE7-DF92-1838-BA58-94838D9654F0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0EBD4B1-F7AC-43E7-4DC5-1E51E83764F9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4690BE-2D1E-C0E7-3BA2-D88AB75BA735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8902BD20-94BB-ACBF-C81D-B63D149B78C8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84BA300-042C-5ACE-9EA6-0AB6C015C049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0E88522-4524-6153-E929-E0AFE590E0EB}"/>
              </a:ext>
            </a:extLst>
          </p:cNvPr>
          <p:cNvGrpSpPr/>
          <p:nvPr/>
        </p:nvGrpSpPr>
        <p:grpSpPr>
          <a:xfrm>
            <a:off x="1914341" y="4206089"/>
            <a:ext cx="1809104" cy="515478"/>
            <a:chOff x="1914341" y="4206089"/>
            <a:chExt cx="1809104" cy="5154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FB72C04-7F34-3D63-6183-58C82C0196D9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C69574E7-FF69-2E73-CF14-BCD08FC224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8B09A94-7168-B3FC-549A-4ECF3D1DA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97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726C4-77F5-7056-067E-FECF832B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C7E5-D421-1458-CBE4-EAF8886E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00F31-EEA4-189F-8CF7-D74F7FDCD5FD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E24E53-AAEC-55AE-7EF0-6EA4FBC15D34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645FD06-167A-0277-9E6C-6E9D17E75B8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8F70225-D62A-9A5C-D46D-6BE3BE18DA8E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BD12709-9B69-2B5F-CDDF-D22C56A5801D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354AA1-F7C7-FA51-E6C6-E688E941FE80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A4F5F78-A969-4A66-2FB4-096AD1B6A044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D572F25-9A9B-8063-9392-AAB6746FAEC7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27AD58-9400-DA14-E355-24A82BAACA67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50BB05E-4F53-AAD1-0640-A0BF03794D68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8DD8C2-1258-D7D8-28A7-C20F18887486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C0CB8D4-9776-1702-BA3D-364A5814DE03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CC4B0F-E0D4-CEF3-3A34-0E88D94797C9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628DE18-0BFD-E823-414C-0D007B95F74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911709-8A09-EAC7-B53A-63C2194AA4ED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3ECDFC-03B3-0DBE-7FF0-CE7B91B8D404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631A92D-0505-8030-5A69-F0922B239D2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0DF981-DBB9-4254-6E4E-73BA65039EC2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5FF9085-5877-51BD-55B4-E209974BC82F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6E623B-2D54-806E-BEB6-458944072D3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E3B0740-52D6-FFB8-86B6-62A2FCDA385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AA2424-A254-4A00-2CFD-DAB1C12E7DF4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99CA757-5D83-F6C6-0A71-8B5913459A99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1628CD8-DA7D-A478-1FC8-CBFE19CA8B33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52B30378-7E7B-9C05-BB7F-A78C98CE6C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A64036F-E08E-030E-4D7A-913D3FE5C4F5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B7E3E52-FA35-647B-B3EA-E16410A325B2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713D5D8E-2F7E-C54B-BE91-1532C0EB16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72613F2-9DB8-1DB9-E382-F9FB23F6B07B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F4FB930-8086-D8AB-5216-023D8AE3D87E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36EB8D31-ACBE-D3C4-ED3B-743ED1943F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3F071D-1509-60BF-CD7F-0A2F9F3BBCE3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06DC7C2-D658-9CC5-CFCD-5D86ADC85813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B817681-E41A-2197-C2A7-118B6D7FB34B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3E982D07-EAA8-F224-861B-A64F09A271F1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B4F25EF-58C4-5B93-56A8-26C9541F744E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C8BE123-6B4A-59CA-3631-4F5E2BCE80B1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50220A98-ABA1-BD1A-8C00-C1F42CCCE140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B11FCDF-A35B-9A38-198B-A07FF17DFA17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A6E1383-53E9-D51F-AE98-BF69BF3635B2}"/>
              </a:ext>
            </a:extLst>
          </p:cNvPr>
          <p:cNvGrpSpPr/>
          <p:nvPr/>
        </p:nvGrpSpPr>
        <p:grpSpPr>
          <a:xfrm>
            <a:off x="1914341" y="4206089"/>
            <a:ext cx="1809104" cy="515478"/>
            <a:chOff x="1914341" y="4206089"/>
            <a:chExt cx="1809104" cy="5154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8A7DAF3-D387-A25E-85CA-45566EE8E27B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5C6E9990-1C77-8FC2-E767-1B230DA5C1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F4DCAD5-B859-7DE8-E364-658438453AE8}"/>
              </a:ext>
            </a:extLst>
          </p:cNvPr>
          <p:cNvGrpSpPr/>
          <p:nvPr/>
        </p:nvGrpSpPr>
        <p:grpSpPr>
          <a:xfrm>
            <a:off x="4680835" y="4779440"/>
            <a:ext cx="783771" cy="728321"/>
            <a:chOff x="8711921" y="1497204"/>
            <a:chExt cx="783771" cy="72832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AF6AC6C-D3DB-3BCB-BBC0-1F439A369DC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BA04C60-4322-8EBD-D035-159461705CC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45A9D4F-CE9E-EC39-9C07-145B9D462D57}"/>
              </a:ext>
            </a:extLst>
          </p:cNvPr>
          <p:cNvGrpSpPr/>
          <p:nvPr/>
        </p:nvGrpSpPr>
        <p:grpSpPr>
          <a:xfrm>
            <a:off x="5464606" y="5822269"/>
            <a:ext cx="783771" cy="728321"/>
            <a:chOff x="8711921" y="1497204"/>
            <a:chExt cx="783771" cy="72832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36DCD89-0A1F-4A10-E773-42BC2062AE85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CCB61A5-790E-CC46-F611-E9B1F6FD149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05AA164-65E3-73CA-1779-872451CA8496}"/>
              </a:ext>
            </a:extLst>
          </p:cNvPr>
          <p:cNvCxnSpPr>
            <a:cxnSpLocks/>
            <a:stCxn id="67" idx="5"/>
            <a:endCxn id="65" idx="0"/>
          </p:cNvCxnSpPr>
          <p:nvPr/>
        </p:nvCxnSpPr>
        <p:spPr>
          <a:xfrm>
            <a:off x="5349825" y="5401101"/>
            <a:ext cx="506667" cy="421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EA86F98-B4E3-2D39-5827-385C0FCC3FE3}"/>
              </a:ext>
            </a:extLst>
          </p:cNvPr>
          <p:cNvSpPr txBox="1"/>
          <p:nvPr/>
        </p:nvSpPr>
        <p:spPr>
          <a:xfrm>
            <a:off x="4748142" y="4286583"/>
            <a:ext cx="84606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a BST?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63E604-803D-1A38-CFA0-5A366EEC6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77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69A4D-E792-D459-4A8E-EB407968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5F7F-625A-C374-E7A9-4639D319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F5FF6F-38F4-EA8F-F90B-D4F520A1F75C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EA80FD-9BE1-14ED-2841-1DDCA31EDD0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A29EB89-7520-3B4B-F87A-09B2FFD1598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4AA1E2F-FE33-5E5B-7D8C-C1630316F708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5864754-31EE-C5CD-6B06-E0473A9B7273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6FFE64-2302-03E5-CE96-B272DD91EA0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4013535-283F-B619-07D0-CB9CAB9DBA33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B8087BC-F955-A905-F75F-CC65473301C4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70E1ED-F4BC-3915-2648-881A106CFEE1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0476FE3-4B16-2D1E-33A2-B76802E861A8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5308604-1118-7898-8180-72FDEB6E8F1D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8428A99-BBA6-83E7-5DBA-C0693C8DDCBC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4634D7-F5F2-C3F3-9592-F0BD3B9CF6D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6500015-41A0-CC17-BD29-6BBEF80C9FF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31FD73B-174C-DEBF-588E-0A249E35E071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5380AD-3D63-0B3B-0BC3-12AB59C612A3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DD96D66-E62F-9EA3-6557-29B01E26E5B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8BEF05-DF41-18B7-CC9C-DB2137507F65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0432199-EFDE-EAAC-3CD2-DCE670A28464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EF65483-6224-E5D7-5034-D75F4072525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173BE8-1F3D-6D78-F975-58B0E3A15205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C0D51AB-FD22-261E-0500-E42BF220205D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CA43476-E399-5A5B-96EB-8EB55F9C199C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C0B2DF4-A606-A654-4E42-933D163E8723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D39E9B8F-9D7C-316E-4D8E-E2343241C0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453D994-DE04-26ED-8056-D949F139D2FA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B97242C-4FC6-6BED-4732-5F29F5FFDC5F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661C950B-27FE-3779-258C-F750FD5A41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6738E3D-7B41-17FA-903B-B956CD6F9DAA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0474338-C263-C31A-6FF7-DA4B0A157102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958B15D0-4D74-4592-300F-67399AEF31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35FFA61-FEE3-817B-A52B-9CEA3ADF5035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720A26C-BAE3-85DE-64AC-534E98476BF6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59FEA3D-9B9E-9702-5F61-C411DBE670F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6514B9ED-D598-C800-20DB-9EEC25D5E08A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0EBA66B-0B2E-1796-1639-0A0ECD8722A2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F878EBA-AEB4-E9E0-CFCA-D59F6FB1885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065CC8D-F62E-78A1-8045-07E6D971A61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8693C81-8801-979E-6568-3F7D43F87E02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0168B2C-C4E4-3DBA-ACB6-596B48E0648A}"/>
              </a:ext>
            </a:extLst>
          </p:cNvPr>
          <p:cNvGrpSpPr/>
          <p:nvPr/>
        </p:nvGrpSpPr>
        <p:grpSpPr>
          <a:xfrm>
            <a:off x="1914341" y="4206089"/>
            <a:ext cx="1809104" cy="515478"/>
            <a:chOff x="1914341" y="4206089"/>
            <a:chExt cx="1809104" cy="5154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9CA60F2-F373-DA48-BBB6-4D2C0F9AB5C3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CDEDED76-5579-9901-4DA7-8460778509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94825F5-993A-6655-0392-603C7747A462}"/>
              </a:ext>
            </a:extLst>
          </p:cNvPr>
          <p:cNvGrpSpPr/>
          <p:nvPr/>
        </p:nvGrpSpPr>
        <p:grpSpPr>
          <a:xfrm>
            <a:off x="4680835" y="4779440"/>
            <a:ext cx="783771" cy="728321"/>
            <a:chOff x="8711921" y="1497204"/>
            <a:chExt cx="783771" cy="72832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3419CFB-CBE1-68F3-8CD8-4FC501932CA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5A82220-6CD3-9C05-62BA-1770FFC0696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1963B99-69DF-6DA6-550D-B5EB2949296E}"/>
              </a:ext>
            </a:extLst>
          </p:cNvPr>
          <p:cNvGrpSpPr/>
          <p:nvPr/>
        </p:nvGrpSpPr>
        <p:grpSpPr>
          <a:xfrm>
            <a:off x="5464606" y="5822269"/>
            <a:ext cx="783771" cy="728321"/>
            <a:chOff x="8711921" y="1497204"/>
            <a:chExt cx="783771" cy="72832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8DF7EFE-DD94-72DC-09C9-B67986BCF413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DE78CB9-4F93-E50B-5BE3-5DFF78A6ED0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415922B-FB9A-4C8E-C5D0-7DE70491743C}"/>
              </a:ext>
            </a:extLst>
          </p:cNvPr>
          <p:cNvCxnSpPr>
            <a:cxnSpLocks/>
            <a:stCxn id="67" idx="5"/>
            <a:endCxn id="65" idx="0"/>
          </p:cNvCxnSpPr>
          <p:nvPr/>
        </p:nvCxnSpPr>
        <p:spPr>
          <a:xfrm>
            <a:off x="5349825" y="5401101"/>
            <a:ext cx="506667" cy="421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DAFC18C-0994-EA52-2CD1-BB6D4511E471}"/>
              </a:ext>
            </a:extLst>
          </p:cNvPr>
          <p:cNvGrpSpPr/>
          <p:nvPr/>
        </p:nvGrpSpPr>
        <p:grpSpPr>
          <a:xfrm>
            <a:off x="4198229" y="4192273"/>
            <a:ext cx="1809104" cy="515478"/>
            <a:chOff x="4198229" y="4192273"/>
            <a:chExt cx="1809104" cy="51547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A18C7A0-8779-5A20-97A4-708442E13B3A}"/>
                </a:ext>
              </a:extLst>
            </p:cNvPr>
            <p:cNvSpPr txBox="1"/>
            <p:nvPr/>
          </p:nvSpPr>
          <p:spPr>
            <a:xfrm>
              <a:off x="4748142" y="4286583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69" name="Graphic 68" descr="Close with solid fill">
              <a:extLst>
                <a:ext uri="{FF2B5EF4-FFF2-40B4-BE49-F238E27FC236}">
                  <a16:creationId xmlns:a16="http://schemas.microsoft.com/office/drawing/2014/main" id="{DF8F01BE-A3CC-F730-8196-A1036FC971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98229" y="4192273"/>
              <a:ext cx="515478" cy="515478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139B0D6-6780-0045-FFAB-B80541603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87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F657-D841-03A4-098D-9935B50F0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E8660-1F55-4AEF-4933-E1E57901C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D899A4-560C-1C98-2140-964DE06CE4C2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4BF0AA-523D-73A2-19C1-1FC6FBF0CDB5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E39CDC7-7B7D-E9BC-00E6-22AE57AB734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8CC570-335A-BC33-F5E6-55694B0E9506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9075B97-7774-7436-51B6-99F07E26DFF1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81AE5B-96C1-4FAF-55E2-70A7EC62C655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54F9833-B11A-458B-B683-AB288D45A097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40DE10E-3D41-BB1D-C19E-DE8788C45400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C45D08-5122-A2E7-1AFF-17AEDCE7DCEA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A031762-82A5-69EF-991C-3FEE7AF1DBB6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2ED131-9AC9-8E01-AC8F-6A7E439AE63E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A5065FE-D270-D016-D4CC-D664ECE43411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A11BF35-FA67-0A28-2DA1-B6F9D9E2CC53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BA4A765-A72A-B32E-8AB2-8D3A522F949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3FD8E-BBFB-A10A-156C-AC1BABA92764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EAFA55-97EC-3D98-EF3D-CA3A6343A670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1345D49-A7E3-1419-7E45-C050533E0E66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3A8D7E-8F3F-1584-8489-F117ACE0299C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C23778-E3FE-7710-92F4-07B6FEB53116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3426B2-2078-C2DA-C778-009BC558BDA3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54E80F9-D27B-D79C-8640-5CA2E118ABD5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C4C403-BE73-D02C-9DB6-AD1D40CEF6F2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2EFD961-6413-2B2E-BECA-2F9FCB576DB5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FC83F63-7F24-6900-7315-E8A2CE96A764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C93DCE1E-477D-5F7E-3C93-1ECD9D9A01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524102C-B8D4-889F-C86F-D1AE49627929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F13A2F7-1FBD-9337-9243-82997A1BFAC6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22EF9B31-C822-FB9C-9969-14E1E61297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6C0C63-1888-7891-B032-E12AD0E9000C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E04A4A1-0D3C-54BA-3BAB-099B9A0B5931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29F9646A-8F06-E7C8-8D34-E280CCAA20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954AE8D-F5B1-4271-4B87-3E9802D655F9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36EECA6-84FD-C707-9FD9-0D03DE400075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6CE6F91-3ED6-7C6A-D2A4-678809454531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F8877B9-6B40-67DF-EA08-ABB893F7340F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1EE87A0-66C0-A719-7664-C92EE639F05A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6A16BBB-DC51-DACE-EE62-6C073BD4BA2A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83D42BA0-C311-60A0-DB6C-12235D202ABC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F348602-13A9-80F8-50C2-D17FC9C74318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A5A9325-0AA4-41EE-F4F3-4959E64EC96B}"/>
              </a:ext>
            </a:extLst>
          </p:cNvPr>
          <p:cNvGrpSpPr/>
          <p:nvPr/>
        </p:nvGrpSpPr>
        <p:grpSpPr>
          <a:xfrm>
            <a:off x="1914341" y="4206089"/>
            <a:ext cx="1809104" cy="515478"/>
            <a:chOff x="1914341" y="4206089"/>
            <a:chExt cx="1809104" cy="5154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9A8DC5E-C185-650F-4F05-79AE894B5496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6DF3F119-2228-A2F6-7EB3-4FA6420E07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3D5FCDF-9125-9A53-2715-361ABE07A35D}"/>
              </a:ext>
            </a:extLst>
          </p:cNvPr>
          <p:cNvGrpSpPr/>
          <p:nvPr/>
        </p:nvGrpSpPr>
        <p:grpSpPr>
          <a:xfrm>
            <a:off x="4680835" y="4779440"/>
            <a:ext cx="783771" cy="728321"/>
            <a:chOff x="8711921" y="1497204"/>
            <a:chExt cx="783771" cy="72832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9A15755-D55A-514F-3149-DEFCA87D014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5636AF5-87FF-1BDE-4EDA-B7B612B62D9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863C3E9-048D-EF95-AE7F-4D270B990742}"/>
              </a:ext>
            </a:extLst>
          </p:cNvPr>
          <p:cNvGrpSpPr/>
          <p:nvPr/>
        </p:nvGrpSpPr>
        <p:grpSpPr>
          <a:xfrm>
            <a:off x="5464606" y="5822269"/>
            <a:ext cx="783771" cy="728321"/>
            <a:chOff x="8711921" y="1497204"/>
            <a:chExt cx="783771" cy="72832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7BD92E9-E147-26AA-3727-9EC347F9349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F7C8D66-0C2F-7C4F-36C6-29B092F3550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0D30DA6-553F-60B2-D6B9-DACCF1698AC5}"/>
              </a:ext>
            </a:extLst>
          </p:cNvPr>
          <p:cNvCxnSpPr>
            <a:cxnSpLocks/>
            <a:stCxn id="67" idx="5"/>
            <a:endCxn id="65" idx="0"/>
          </p:cNvCxnSpPr>
          <p:nvPr/>
        </p:nvCxnSpPr>
        <p:spPr>
          <a:xfrm>
            <a:off x="5349825" y="5401101"/>
            <a:ext cx="506667" cy="421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758A9B2-172C-B82A-C23A-7CDD77255921}"/>
              </a:ext>
            </a:extLst>
          </p:cNvPr>
          <p:cNvGrpSpPr/>
          <p:nvPr/>
        </p:nvGrpSpPr>
        <p:grpSpPr>
          <a:xfrm>
            <a:off x="4198229" y="4192273"/>
            <a:ext cx="1809104" cy="515478"/>
            <a:chOff x="4198229" y="4192273"/>
            <a:chExt cx="1809104" cy="51547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A731B24-13A5-30F2-EF34-B0D22F9C9475}"/>
                </a:ext>
              </a:extLst>
            </p:cNvPr>
            <p:cNvSpPr txBox="1"/>
            <p:nvPr/>
          </p:nvSpPr>
          <p:spPr>
            <a:xfrm>
              <a:off x="4748142" y="4286583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69" name="Graphic 68" descr="Close with solid fill">
              <a:extLst>
                <a:ext uri="{FF2B5EF4-FFF2-40B4-BE49-F238E27FC236}">
                  <a16:creationId xmlns:a16="http://schemas.microsoft.com/office/drawing/2014/main" id="{D0ECE4AA-DC4C-227A-B142-A6E23362CE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98229" y="4192273"/>
              <a:ext cx="515478" cy="515478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1BD2597-8611-A00C-92A3-81F49C059F62}"/>
              </a:ext>
            </a:extLst>
          </p:cNvPr>
          <p:cNvGrpSpPr/>
          <p:nvPr/>
        </p:nvGrpSpPr>
        <p:grpSpPr>
          <a:xfrm>
            <a:off x="10665277" y="1717990"/>
            <a:ext cx="783771" cy="728321"/>
            <a:chOff x="8711921" y="1497204"/>
            <a:chExt cx="783771" cy="728321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4593357-A5AA-6285-F862-9812BBB8A59D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9C33834-1BC5-5428-7885-50041555C52F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28A4D38-8A4A-E3B2-69CF-A94EAFDB58DE}"/>
              </a:ext>
            </a:extLst>
          </p:cNvPr>
          <p:cNvGrpSpPr/>
          <p:nvPr/>
        </p:nvGrpSpPr>
        <p:grpSpPr>
          <a:xfrm>
            <a:off x="9782696" y="2855129"/>
            <a:ext cx="783771" cy="728321"/>
            <a:chOff x="8711921" y="1497204"/>
            <a:chExt cx="783771" cy="72832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C754C66-1051-8284-240E-58EC262F5EC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3BCB532-6476-824C-F55F-E420AF2561E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0EEC027-36FB-5F4C-99EF-BB1D7D2C21E3}"/>
              </a:ext>
            </a:extLst>
          </p:cNvPr>
          <p:cNvCxnSpPr>
            <a:cxnSpLocks/>
            <a:stCxn id="75" idx="3"/>
            <a:endCxn id="78" idx="0"/>
          </p:cNvCxnSpPr>
          <p:nvPr/>
        </p:nvCxnSpPr>
        <p:spPr>
          <a:xfrm flipH="1">
            <a:off x="10174582" y="233965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FBBC43C-EDEF-564B-4EFE-2538810012F4}"/>
              </a:ext>
            </a:extLst>
          </p:cNvPr>
          <p:cNvGrpSpPr/>
          <p:nvPr/>
        </p:nvGrpSpPr>
        <p:grpSpPr>
          <a:xfrm>
            <a:off x="10520557" y="4042850"/>
            <a:ext cx="783771" cy="728321"/>
            <a:chOff x="8711921" y="1497204"/>
            <a:chExt cx="783771" cy="72832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FF3B95C-4E40-D9C4-BB38-8F4E8BA20E26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B02E6FF-7A9E-EDA6-73A2-991E6AF293C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70D26E0-4B67-92D8-986F-6165568DD553}"/>
              </a:ext>
            </a:extLst>
          </p:cNvPr>
          <p:cNvCxnSpPr>
            <a:cxnSpLocks/>
            <a:stCxn id="82" idx="0"/>
            <a:endCxn id="78" idx="5"/>
          </p:cNvCxnSpPr>
          <p:nvPr/>
        </p:nvCxnSpPr>
        <p:spPr>
          <a:xfrm flipH="1" flipV="1">
            <a:off x="10451686" y="347679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4155D9B-6628-7F32-9078-65E83E3524A0}"/>
              </a:ext>
            </a:extLst>
          </p:cNvPr>
          <p:cNvSpPr txBox="1"/>
          <p:nvPr/>
        </p:nvSpPr>
        <p:spPr>
          <a:xfrm>
            <a:off x="10598994" y="1174063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AB23EC-D28E-8DC7-51DD-784533171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941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47C6A-80DB-946B-4905-4CF967C3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63881-DA12-10D0-1C9E-6F0CBB0D8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E12356C-45D7-344D-B7A6-CACE72239551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A78D665-3B6F-0169-6D20-78481B84D9FD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37CB0C-29CC-267E-F5E8-772DC71019C0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CB5387D-95B1-2A7F-4A88-BEDB47134E21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06FA297-4234-D68A-77CD-B144893ED5B2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FDFC8C-CDF4-9CE9-7340-6C1AE1EE4344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439F8FB-19D6-FCF7-4C71-19A97A0FFC5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82763A9-8E85-7363-8054-280AD949D509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A4269A-5743-CE48-B074-C5C5D004D47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26B3111-EA9A-112C-CFB2-D9ED61CA5B19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7DEC553-6FDC-CFE9-9D3F-9CDD8ECD9E8B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6D5F4F-9D79-64A3-4387-D9B056224347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90599D5-A4E0-D3CE-97AF-40DAE4FF828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EC2BDFD-AD40-CB63-4FE1-05F4A9B7DBB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8DB5F1-3723-140C-D4DC-1C8673E6E721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DCC458-E2EF-4362-F375-2DD1D86B134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86E0011-19A6-971A-7971-48FBC9FFB5D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9863194-FA2E-45C1-C04F-C03332A7CF19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7A03B50-198F-E720-E993-DC668E83CCAF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8CCBC8-9AA7-734F-3D7D-AE6031023EC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0B48825-FBFA-EDE0-A621-E0E94E437B9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B6E469A-EAAF-4774-A8E1-E17F03967BDA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D0029EA-AEC0-4A47-3B60-80264E0ECB07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04F6385-991D-7C05-C642-E39B7037C9EE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0B3656DC-1167-BDF3-3860-F9DC9DDFBD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DC849B-C6A5-FDDC-2210-C00D6EB2EA5C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145CEF2-88E6-C7C7-5F1A-FCFC8701B534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60ABF9C1-8ADB-F783-CE37-B9B2B02ED8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AE4FEA-EEAB-0A56-8AFC-90117AEF3A92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28519F7-3F80-C0F1-FED1-7D292DDC1F9C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FCA874B1-EE46-8A26-1D64-7EA8810B68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3880406-6A24-CC94-2E26-D7213A015E9E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51D287E-27BB-C564-C86A-3B556740550C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C7953B6-2AC7-03D3-E0B4-7A1D3D26AC9C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5D32F0C9-F2ED-129D-9315-974B52548A8F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18B6F82-3136-94D9-9219-800D03EDC3EB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D55EAF6-3C78-48DD-DB7E-D3B287BAEFF6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793CE9CA-F0BE-2B6A-715F-99DA00CD91ED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2C63A42-8892-A9D1-E29F-3E3E855FA4CB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97BC94B-699D-63F7-0939-63F213FCD0ED}"/>
              </a:ext>
            </a:extLst>
          </p:cNvPr>
          <p:cNvGrpSpPr/>
          <p:nvPr/>
        </p:nvGrpSpPr>
        <p:grpSpPr>
          <a:xfrm>
            <a:off x="1914341" y="4206089"/>
            <a:ext cx="1809104" cy="515478"/>
            <a:chOff x="1914341" y="4206089"/>
            <a:chExt cx="1809104" cy="5154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03A097E-7047-2D4A-0E88-75E83E0E1439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019D305C-F7EC-F6E5-E089-735F2D8A18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0270874-FCD1-C90D-35B7-BC219BB5DCA2}"/>
              </a:ext>
            </a:extLst>
          </p:cNvPr>
          <p:cNvGrpSpPr/>
          <p:nvPr/>
        </p:nvGrpSpPr>
        <p:grpSpPr>
          <a:xfrm>
            <a:off x="4680835" y="4779440"/>
            <a:ext cx="783771" cy="728321"/>
            <a:chOff x="8711921" y="1497204"/>
            <a:chExt cx="783771" cy="72832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CBDDC17-EA28-B498-1AD7-E6DFBAFEF396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4C1A19E-D6CF-73E0-1344-34576EEF50C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A512D52-C94D-7C82-25B7-7E5562EEE56E}"/>
              </a:ext>
            </a:extLst>
          </p:cNvPr>
          <p:cNvGrpSpPr/>
          <p:nvPr/>
        </p:nvGrpSpPr>
        <p:grpSpPr>
          <a:xfrm>
            <a:off x="5464606" y="5822269"/>
            <a:ext cx="783771" cy="728321"/>
            <a:chOff x="8711921" y="1497204"/>
            <a:chExt cx="783771" cy="72832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F89CF87-035E-6E40-9F7C-E181759F0331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168C430-151E-8539-D9A3-28E8E40DB71A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679F1EE-D61A-366C-D5E6-487FA89BB35F}"/>
              </a:ext>
            </a:extLst>
          </p:cNvPr>
          <p:cNvCxnSpPr>
            <a:cxnSpLocks/>
            <a:stCxn id="67" idx="5"/>
            <a:endCxn id="65" idx="0"/>
          </p:cNvCxnSpPr>
          <p:nvPr/>
        </p:nvCxnSpPr>
        <p:spPr>
          <a:xfrm>
            <a:off x="5349825" y="5401101"/>
            <a:ext cx="506667" cy="421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C7BE0C5-9FFE-716B-DDE4-046701A3F6A5}"/>
              </a:ext>
            </a:extLst>
          </p:cNvPr>
          <p:cNvGrpSpPr/>
          <p:nvPr/>
        </p:nvGrpSpPr>
        <p:grpSpPr>
          <a:xfrm>
            <a:off x="4198229" y="4192273"/>
            <a:ext cx="1809104" cy="515478"/>
            <a:chOff x="4198229" y="4192273"/>
            <a:chExt cx="1809104" cy="51547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B14B537-0239-4BB2-A014-1726A1696C0C}"/>
                </a:ext>
              </a:extLst>
            </p:cNvPr>
            <p:cNvSpPr txBox="1"/>
            <p:nvPr/>
          </p:nvSpPr>
          <p:spPr>
            <a:xfrm>
              <a:off x="4748142" y="4286583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69" name="Graphic 68" descr="Close with solid fill">
              <a:extLst>
                <a:ext uri="{FF2B5EF4-FFF2-40B4-BE49-F238E27FC236}">
                  <a16:creationId xmlns:a16="http://schemas.microsoft.com/office/drawing/2014/main" id="{4D228349-7B46-21A0-13E1-B50CCD1D28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98229" y="4192273"/>
              <a:ext cx="515478" cy="515478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2E14A50-66E1-D08D-FD36-25CCE27DD7EE}"/>
              </a:ext>
            </a:extLst>
          </p:cNvPr>
          <p:cNvGrpSpPr/>
          <p:nvPr/>
        </p:nvGrpSpPr>
        <p:grpSpPr>
          <a:xfrm>
            <a:off x="10665277" y="1717990"/>
            <a:ext cx="783771" cy="728321"/>
            <a:chOff x="8711921" y="1497204"/>
            <a:chExt cx="783771" cy="728321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A6D1D88-1506-37A0-BA50-876D915E2BD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E440804-D702-7A9F-1752-0C396BD66FA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5A82625-BA4F-597D-4786-B32DB3616A81}"/>
              </a:ext>
            </a:extLst>
          </p:cNvPr>
          <p:cNvGrpSpPr/>
          <p:nvPr/>
        </p:nvGrpSpPr>
        <p:grpSpPr>
          <a:xfrm>
            <a:off x="9782696" y="2855129"/>
            <a:ext cx="783771" cy="728321"/>
            <a:chOff x="8711921" y="1497204"/>
            <a:chExt cx="783771" cy="72832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714FFF5-8421-64C3-8EAF-74D7AA8F9600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801EE542-7F2C-A226-A8C6-7C5C365363D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54B3A4A-070C-8B24-92A5-4FC92F81D129}"/>
              </a:ext>
            </a:extLst>
          </p:cNvPr>
          <p:cNvCxnSpPr>
            <a:cxnSpLocks/>
            <a:stCxn id="75" idx="3"/>
            <a:endCxn id="78" idx="0"/>
          </p:cNvCxnSpPr>
          <p:nvPr/>
        </p:nvCxnSpPr>
        <p:spPr>
          <a:xfrm flipH="1">
            <a:off x="10174582" y="233965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8D4FD9F-C9BA-6381-1059-D97D778BD4F9}"/>
              </a:ext>
            </a:extLst>
          </p:cNvPr>
          <p:cNvGrpSpPr/>
          <p:nvPr/>
        </p:nvGrpSpPr>
        <p:grpSpPr>
          <a:xfrm>
            <a:off x="10520557" y="4042850"/>
            <a:ext cx="783771" cy="728321"/>
            <a:chOff x="8711921" y="1497204"/>
            <a:chExt cx="783771" cy="72832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953C452-1397-476B-72F4-5A5B1F188002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2A1DF0B-B1D7-97B1-6FA1-C903CFE6807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AB0BB80-4DCA-7F18-164E-2FC379D78C1B}"/>
              </a:ext>
            </a:extLst>
          </p:cNvPr>
          <p:cNvCxnSpPr>
            <a:cxnSpLocks/>
            <a:stCxn id="82" idx="0"/>
            <a:endCxn id="78" idx="5"/>
          </p:cNvCxnSpPr>
          <p:nvPr/>
        </p:nvCxnSpPr>
        <p:spPr>
          <a:xfrm flipH="1" flipV="1">
            <a:off x="10451686" y="347679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180C4E9-44A3-8AFF-8E8F-03F43A2741A6}"/>
              </a:ext>
            </a:extLst>
          </p:cNvPr>
          <p:cNvGrpSpPr/>
          <p:nvPr/>
        </p:nvGrpSpPr>
        <p:grpSpPr>
          <a:xfrm>
            <a:off x="10049081" y="1079753"/>
            <a:ext cx="1809104" cy="515478"/>
            <a:chOff x="1914341" y="4206089"/>
            <a:chExt cx="1809104" cy="515478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AC306CB-52C0-4A2C-C506-EEA0BCE57632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91" name="Graphic 90" descr="Close with solid fill">
              <a:extLst>
                <a:ext uri="{FF2B5EF4-FFF2-40B4-BE49-F238E27FC236}">
                  <a16:creationId xmlns:a16="http://schemas.microsoft.com/office/drawing/2014/main" id="{5398BE0F-A985-0343-AC14-B9C2CDB06E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ABED55F-C13C-7A14-F8EE-3EAAA61AD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476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4399-E54D-0065-08D5-B1804BCB3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E523-D9D7-C057-6318-5C939BB6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06BD1-1FDE-34F6-CA0E-157B5129AEB3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4978B3-ED58-0FC9-9A4A-7F53DD9CCB35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30304A9-C044-1AD6-0E7D-97E0A8F7EE2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FDA165F-F17D-A29E-052E-CCD6BD8AE0CC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D4A10B1-B780-EA4B-2F61-2D502D8F972B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277A92-605F-1F35-8E46-9BB2A619E728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5F069FB-BF6F-E6E7-CA79-BE1694EB2ED4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E1CCA24-5445-A95F-29D1-10F9B427A21F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B22008-A3F3-0FE7-2E0D-1991E28CE03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CA526EA-9054-01B7-2C6B-41F6B8048877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25F3240-4AE2-A2AE-FAFE-36D839EDE334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2FC4191-329B-97B0-5BDA-4A05B21298BE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3D3EAA5-5142-1328-EE79-F526CF935BC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5DA7053-1B70-12EF-0A78-A26F89B95B8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61163D-D92D-9158-02A6-ABCDD407BA04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C48AF7-3F1A-688E-6D01-799A79D9FF0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A60102F-A22B-0DD5-0E79-5EAB5B4B1F06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86096FB-4B02-556B-04B8-569A2FE30179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1327C7C-2639-0DF2-5386-1B2FF4B58E5E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D05AC2-6A39-17F2-0DFC-DBA24D4593F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B47954F-5C0B-41DA-5458-C3C4F334F580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5406D4-EDEE-BEA8-C8D6-CB9B8777BEDA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3453B9A-9D37-52A6-234B-0F821C8FA366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6D40BAE-ECF1-0317-F7AB-0E23965A1258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0EB27B10-987D-DF28-DD33-131D274791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0BF5E45-0012-5F1E-8CEC-6A5EC96582EE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3A710C3-80E2-986C-A88D-1A79089EAFB9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1D9F34D4-C742-D00E-FCCE-2F5B1149A2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64D8626-2920-FCDA-22AA-B9A703ADC123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9B595D3-3E87-7526-1958-6A7311FD39E0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9B5D4AA3-8521-0529-FC77-2368A38F8F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3CD2971-4C63-B951-7186-92704DCEFC1C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DB672C4-647F-3A7C-5915-279707651B04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9DC4396-EFDA-FFCF-E051-57BBD7D4B62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32C2F53B-AE6C-0D5C-CA67-F5227AFE8781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EFC2514-6C0E-1CCD-2378-4BDE53EB9F7F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DFF1DA-6D68-5519-6015-1ADF76C001B2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4DA42F5-F94A-BA8D-AB52-38AA6FFEAB7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79EBBD7-EBC3-5F7F-C88F-462CB4F06B3C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9179E68-09D0-B9FF-F4AF-4A33E53DC246}"/>
              </a:ext>
            </a:extLst>
          </p:cNvPr>
          <p:cNvGrpSpPr/>
          <p:nvPr/>
        </p:nvGrpSpPr>
        <p:grpSpPr>
          <a:xfrm>
            <a:off x="1914341" y="4206089"/>
            <a:ext cx="1809104" cy="515478"/>
            <a:chOff x="1914341" y="4206089"/>
            <a:chExt cx="1809104" cy="5154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90B8D30-ED49-9A60-CE3D-DD65082548E1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FCFDDD39-5864-6D8A-B7BD-A5B3B5679B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5D27343-D1F7-EC92-89E1-7F63752728A4}"/>
              </a:ext>
            </a:extLst>
          </p:cNvPr>
          <p:cNvGrpSpPr/>
          <p:nvPr/>
        </p:nvGrpSpPr>
        <p:grpSpPr>
          <a:xfrm>
            <a:off x="4680835" y="4779440"/>
            <a:ext cx="783771" cy="728321"/>
            <a:chOff x="8711921" y="1497204"/>
            <a:chExt cx="783771" cy="72832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6FF63A6-2B32-FDD4-198F-24876B9D8A91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F555C92-0B5A-F443-9D57-F76C2C4EB255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0CA4042-0517-390D-5FB1-3707B897C612}"/>
              </a:ext>
            </a:extLst>
          </p:cNvPr>
          <p:cNvGrpSpPr/>
          <p:nvPr/>
        </p:nvGrpSpPr>
        <p:grpSpPr>
          <a:xfrm>
            <a:off x="5464606" y="5822269"/>
            <a:ext cx="783771" cy="728321"/>
            <a:chOff x="8711921" y="1497204"/>
            <a:chExt cx="783771" cy="72832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BEA7E56-AB40-536B-4878-6827217F1FA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F8E076A-0E21-7F0A-4746-DE2942868F6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B12D973-F3C4-25CF-0B24-DAF49F273269}"/>
              </a:ext>
            </a:extLst>
          </p:cNvPr>
          <p:cNvCxnSpPr>
            <a:cxnSpLocks/>
            <a:stCxn id="67" idx="5"/>
            <a:endCxn id="65" idx="0"/>
          </p:cNvCxnSpPr>
          <p:nvPr/>
        </p:nvCxnSpPr>
        <p:spPr>
          <a:xfrm>
            <a:off x="5349825" y="5401101"/>
            <a:ext cx="506667" cy="421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D2FF002-D850-C113-E1EA-CB2E4849F000}"/>
              </a:ext>
            </a:extLst>
          </p:cNvPr>
          <p:cNvGrpSpPr/>
          <p:nvPr/>
        </p:nvGrpSpPr>
        <p:grpSpPr>
          <a:xfrm>
            <a:off x="4198229" y="4192273"/>
            <a:ext cx="1809104" cy="515478"/>
            <a:chOff x="4198229" y="4192273"/>
            <a:chExt cx="1809104" cy="51547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9A92537-1F37-AE5E-28B9-6267EC4D9166}"/>
                </a:ext>
              </a:extLst>
            </p:cNvPr>
            <p:cNvSpPr txBox="1"/>
            <p:nvPr/>
          </p:nvSpPr>
          <p:spPr>
            <a:xfrm>
              <a:off x="4748142" y="4286583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69" name="Graphic 68" descr="Close with solid fill">
              <a:extLst>
                <a:ext uri="{FF2B5EF4-FFF2-40B4-BE49-F238E27FC236}">
                  <a16:creationId xmlns:a16="http://schemas.microsoft.com/office/drawing/2014/main" id="{156D1141-9D1F-5D9E-4874-B7DD19888A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98229" y="4192273"/>
              <a:ext cx="515478" cy="515478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7A1DE50-EE12-3B6E-446C-E3CDC7D8AC1C}"/>
              </a:ext>
            </a:extLst>
          </p:cNvPr>
          <p:cNvGrpSpPr/>
          <p:nvPr/>
        </p:nvGrpSpPr>
        <p:grpSpPr>
          <a:xfrm>
            <a:off x="10665277" y="1717990"/>
            <a:ext cx="783771" cy="728321"/>
            <a:chOff x="8711921" y="1497204"/>
            <a:chExt cx="783771" cy="728321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1F3A090-2186-95D7-ED77-C4462A49641B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B17924E-E42B-AFCE-1EBE-B2B6C2D79D2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3E8948D-7931-0548-76D9-E671482CB144}"/>
              </a:ext>
            </a:extLst>
          </p:cNvPr>
          <p:cNvGrpSpPr/>
          <p:nvPr/>
        </p:nvGrpSpPr>
        <p:grpSpPr>
          <a:xfrm>
            <a:off x="9782696" y="2855129"/>
            <a:ext cx="783771" cy="728321"/>
            <a:chOff x="8711921" y="1497204"/>
            <a:chExt cx="783771" cy="72832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4D3F863-B54C-FFE2-263B-21ED92A5C00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E9F2609-D0DE-01E6-F4EB-D86E24E6FAA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A97BF5B-217D-3BB7-8998-77046317C6F5}"/>
              </a:ext>
            </a:extLst>
          </p:cNvPr>
          <p:cNvCxnSpPr>
            <a:cxnSpLocks/>
            <a:stCxn id="75" idx="3"/>
            <a:endCxn id="78" idx="0"/>
          </p:cNvCxnSpPr>
          <p:nvPr/>
        </p:nvCxnSpPr>
        <p:spPr>
          <a:xfrm flipH="1">
            <a:off x="10174582" y="233965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63E9AC9-EFCB-3B21-A65D-BE9D031D64EC}"/>
              </a:ext>
            </a:extLst>
          </p:cNvPr>
          <p:cNvGrpSpPr/>
          <p:nvPr/>
        </p:nvGrpSpPr>
        <p:grpSpPr>
          <a:xfrm>
            <a:off x="10520557" y="4042850"/>
            <a:ext cx="783771" cy="728321"/>
            <a:chOff x="8711921" y="1497204"/>
            <a:chExt cx="783771" cy="72832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501A8C9-91AF-36E5-302F-6B233AE884F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BF75BB72-B4BF-3EC0-4AFD-09EE60E9DCB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A62C923-A193-F31D-F15D-B9B2C5408C81}"/>
              </a:ext>
            </a:extLst>
          </p:cNvPr>
          <p:cNvCxnSpPr>
            <a:cxnSpLocks/>
            <a:stCxn id="82" idx="0"/>
            <a:endCxn id="78" idx="5"/>
          </p:cNvCxnSpPr>
          <p:nvPr/>
        </p:nvCxnSpPr>
        <p:spPr>
          <a:xfrm flipH="1" flipV="1">
            <a:off x="10451686" y="347679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7273409-501F-49F0-EF6B-764BADE2BDD7}"/>
              </a:ext>
            </a:extLst>
          </p:cNvPr>
          <p:cNvGrpSpPr/>
          <p:nvPr/>
        </p:nvGrpSpPr>
        <p:grpSpPr>
          <a:xfrm>
            <a:off x="10049081" y="1079753"/>
            <a:ext cx="1809104" cy="515478"/>
            <a:chOff x="1914341" y="4206089"/>
            <a:chExt cx="1809104" cy="515478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237D4B3-E0DB-8BDD-8BB5-6221EBC53A00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91" name="Graphic 90" descr="Close with solid fill">
              <a:extLst>
                <a:ext uri="{FF2B5EF4-FFF2-40B4-BE49-F238E27FC236}">
                  <a16:creationId xmlns:a16="http://schemas.microsoft.com/office/drawing/2014/main" id="{0B230438-D737-31B9-CC46-91E32A1863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871619C-4566-3570-DA24-C4E3DC2FB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73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DC00D-1C00-DED7-F683-0914ACF2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561F-89CE-D4FE-A9F6-595F9393F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42AE654-FA98-368D-31E7-2799CBA0FD10}"/>
              </a:ext>
            </a:extLst>
          </p:cNvPr>
          <p:cNvGrpSpPr/>
          <p:nvPr/>
        </p:nvGrpSpPr>
        <p:grpSpPr>
          <a:xfrm>
            <a:off x="5252134" y="1563540"/>
            <a:ext cx="783771" cy="728321"/>
            <a:chOff x="8711921" y="1497204"/>
            <a:chExt cx="783771" cy="7283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F6B115-FE9B-024D-F01D-0617D38C380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36BC063-9483-06E7-004B-B9401C7A3FB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84D460-8B56-00D5-AE1E-211764D4DFE7}"/>
              </a:ext>
            </a:extLst>
          </p:cNvPr>
          <p:cNvGrpSpPr/>
          <p:nvPr/>
        </p:nvGrpSpPr>
        <p:grpSpPr>
          <a:xfrm>
            <a:off x="4348055" y="2668630"/>
            <a:ext cx="783771" cy="728321"/>
            <a:chOff x="8711921" y="1497204"/>
            <a:chExt cx="783771" cy="7283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346741-386A-67D9-D4DF-32E00A4C187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6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86090B5-1239-CC09-54A5-618917E8881A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236CC8D-15CA-2945-B331-9619A131D5AF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4739941" y="218520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9A7630F-F9E3-C90F-4FA3-5DD1A633BBF2}"/>
              </a:ext>
            </a:extLst>
          </p:cNvPr>
          <p:cNvSpPr txBox="1"/>
          <p:nvPr/>
        </p:nvSpPr>
        <p:spPr>
          <a:xfrm>
            <a:off x="5319441" y="1070683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4E2021-F121-CF0B-86C1-0CD08FB6FF2F}"/>
              </a:ext>
            </a:extLst>
          </p:cNvPr>
          <p:cNvSpPr txBox="1"/>
          <p:nvPr/>
        </p:nvSpPr>
        <p:spPr>
          <a:xfrm>
            <a:off x="3635276" y="387216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EEBE663-7320-BB4F-6820-198C5445B379}"/>
              </a:ext>
            </a:extLst>
          </p:cNvPr>
          <p:cNvSpPr/>
          <p:nvPr/>
        </p:nvSpPr>
        <p:spPr>
          <a:xfrm>
            <a:off x="3443977" y="377372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6547BB-A9C6-7FF3-FC5A-E2FAE8122B5F}"/>
              </a:ext>
            </a:extLst>
          </p:cNvPr>
          <p:cNvSpPr txBox="1"/>
          <p:nvPr/>
        </p:nvSpPr>
        <p:spPr>
          <a:xfrm>
            <a:off x="2755848" y="4945203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84FE42-C3DD-3CDA-A73A-718EB4BEE278}"/>
              </a:ext>
            </a:extLst>
          </p:cNvPr>
          <p:cNvSpPr/>
          <p:nvPr/>
        </p:nvSpPr>
        <p:spPr>
          <a:xfrm>
            <a:off x="2539898" y="487881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8F0A6F-474A-63DD-C7BF-5F47D73B1BE7}"/>
              </a:ext>
            </a:extLst>
          </p:cNvPr>
          <p:cNvCxnSpPr>
            <a:cxnSpLocks/>
            <a:stCxn id="33" idx="3"/>
            <a:endCxn id="29" idx="0"/>
          </p:cNvCxnSpPr>
          <p:nvPr/>
        </p:nvCxnSpPr>
        <p:spPr>
          <a:xfrm flipH="1">
            <a:off x="2931784" y="439538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67F8A16-B3F8-685D-B38D-D7048E0C7FBD}"/>
              </a:ext>
            </a:extLst>
          </p:cNvPr>
          <p:cNvSpPr txBox="1"/>
          <p:nvPr/>
        </p:nvSpPr>
        <p:spPr>
          <a:xfrm>
            <a:off x="1839192" y="608645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D532164-1908-ABFA-B68C-79970D00464D}"/>
              </a:ext>
            </a:extLst>
          </p:cNvPr>
          <p:cNvSpPr/>
          <p:nvPr/>
        </p:nvSpPr>
        <p:spPr>
          <a:xfrm>
            <a:off x="1635820" y="5983901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1D14059-4FC9-5921-1B04-FCBD0009E09E}"/>
              </a:ext>
            </a:extLst>
          </p:cNvPr>
          <p:cNvCxnSpPr>
            <a:cxnSpLocks/>
            <a:stCxn id="29" idx="3"/>
            <a:endCxn id="44" idx="0"/>
          </p:cNvCxnSpPr>
          <p:nvPr/>
        </p:nvCxnSpPr>
        <p:spPr>
          <a:xfrm flipH="1">
            <a:off x="2027706" y="5500471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FD420FC-CDC8-74C0-A50A-16E68E645894}"/>
              </a:ext>
            </a:extLst>
          </p:cNvPr>
          <p:cNvCxnSpPr>
            <a:cxnSpLocks/>
            <a:stCxn id="13" idx="3"/>
            <a:endCxn id="33" idx="0"/>
          </p:cNvCxnSpPr>
          <p:nvPr/>
        </p:nvCxnSpPr>
        <p:spPr>
          <a:xfrm flipH="1">
            <a:off x="3835863" y="3290291"/>
            <a:ext cx="626973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605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AB9D-463E-F7B0-CE8B-7A2058F2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CFF5-4ECF-4EC9-E405-83E6EDEC4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4153813-57E9-B0B4-9F5D-BD987DDF61D2}"/>
              </a:ext>
            </a:extLst>
          </p:cNvPr>
          <p:cNvGrpSpPr/>
          <p:nvPr/>
        </p:nvGrpSpPr>
        <p:grpSpPr>
          <a:xfrm>
            <a:off x="5252134" y="1563540"/>
            <a:ext cx="783771" cy="728321"/>
            <a:chOff x="8711921" y="1497204"/>
            <a:chExt cx="783771" cy="7283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7CB4BF3-52A0-D364-BF60-531A269B2042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0B5C551-B8C6-1BD2-00E6-4105D25B902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AEDC08B-DE60-8437-5416-2CCE30805C4B}"/>
              </a:ext>
            </a:extLst>
          </p:cNvPr>
          <p:cNvGrpSpPr/>
          <p:nvPr/>
        </p:nvGrpSpPr>
        <p:grpSpPr>
          <a:xfrm>
            <a:off x="4348055" y="2668630"/>
            <a:ext cx="783771" cy="728321"/>
            <a:chOff x="8711921" y="1497204"/>
            <a:chExt cx="783771" cy="7283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00A31B-C071-08CB-1EC2-7D37D9BB838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6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533EFFF-480C-DA21-D92C-627972076A8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A7C839-764F-7454-B7A1-F975DA5042D0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4739941" y="218520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734A854-7E3D-FA27-180A-AB8D75F8C6CE}"/>
              </a:ext>
            </a:extLst>
          </p:cNvPr>
          <p:cNvGrpSpPr/>
          <p:nvPr/>
        </p:nvGrpSpPr>
        <p:grpSpPr>
          <a:xfrm>
            <a:off x="4889767" y="93776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6FDDE63-4739-4843-2381-595198AF74F0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08383451-F303-5231-2B1F-9C06E8A5F2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670043F-5D40-7BE3-F50E-E5777FC5CCC6}"/>
              </a:ext>
            </a:extLst>
          </p:cNvPr>
          <p:cNvSpPr txBox="1"/>
          <p:nvPr/>
        </p:nvSpPr>
        <p:spPr>
          <a:xfrm>
            <a:off x="3647349" y="3876270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FF92895-4314-B353-15E1-517501FD30BD}"/>
              </a:ext>
            </a:extLst>
          </p:cNvPr>
          <p:cNvSpPr/>
          <p:nvPr/>
        </p:nvSpPr>
        <p:spPr>
          <a:xfrm>
            <a:off x="3443977" y="377372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C79115-993E-1C3B-C1E4-DC191A0A352B}"/>
              </a:ext>
            </a:extLst>
          </p:cNvPr>
          <p:cNvSpPr txBox="1"/>
          <p:nvPr/>
        </p:nvSpPr>
        <p:spPr>
          <a:xfrm>
            <a:off x="2755848" y="4945203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84EFBC-F709-EF30-E6AD-9E664E242795}"/>
              </a:ext>
            </a:extLst>
          </p:cNvPr>
          <p:cNvSpPr/>
          <p:nvPr/>
        </p:nvSpPr>
        <p:spPr>
          <a:xfrm>
            <a:off x="2539898" y="487881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413EE0-F764-0D75-0F7A-AFFD96098BDA}"/>
              </a:ext>
            </a:extLst>
          </p:cNvPr>
          <p:cNvCxnSpPr>
            <a:cxnSpLocks/>
            <a:stCxn id="33" idx="3"/>
            <a:endCxn id="29" idx="0"/>
          </p:cNvCxnSpPr>
          <p:nvPr/>
        </p:nvCxnSpPr>
        <p:spPr>
          <a:xfrm flipH="1">
            <a:off x="2931784" y="439538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B8131E8-C111-73CE-6E06-E48738020D4F}"/>
              </a:ext>
            </a:extLst>
          </p:cNvPr>
          <p:cNvSpPr txBox="1"/>
          <p:nvPr/>
        </p:nvSpPr>
        <p:spPr>
          <a:xfrm>
            <a:off x="1839192" y="608645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4A9039D-D918-FC3A-24EF-45C2B30E298E}"/>
              </a:ext>
            </a:extLst>
          </p:cNvPr>
          <p:cNvSpPr/>
          <p:nvPr/>
        </p:nvSpPr>
        <p:spPr>
          <a:xfrm>
            <a:off x="1635820" y="5983901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7535277-7EB1-0199-9D01-845B59CB83D4}"/>
              </a:ext>
            </a:extLst>
          </p:cNvPr>
          <p:cNvCxnSpPr>
            <a:cxnSpLocks/>
            <a:stCxn id="29" idx="3"/>
            <a:endCxn id="44" idx="0"/>
          </p:cNvCxnSpPr>
          <p:nvPr/>
        </p:nvCxnSpPr>
        <p:spPr>
          <a:xfrm flipH="1">
            <a:off x="2027706" y="5500471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2F678D7-0AAA-A9EA-9830-344C8AC2318E}"/>
              </a:ext>
            </a:extLst>
          </p:cNvPr>
          <p:cNvCxnSpPr>
            <a:cxnSpLocks/>
            <a:stCxn id="13" idx="3"/>
            <a:endCxn id="33" idx="0"/>
          </p:cNvCxnSpPr>
          <p:nvPr/>
        </p:nvCxnSpPr>
        <p:spPr>
          <a:xfrm flipH="1">
            <a:off x="3835863" y="3290291"/>
            <a:ext cx="626973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091148B-1BB5-E3C2-B2EB-70E4A8393E37}"/>
                  </a:ext>
                </a:extLst>
              </p:cNvPr>
              <p:cNvSpPr txBox="1"/>
              <p:nvPr/>
            </p:nvSpPr>
            <p:spPr>
              <a:xfrm>
                <a:off x="408088" y="1911105"/>
                <a:ext cx="3373676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This shows that a BST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can have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091148B-1BB5-E3C2-B2EB-70E4A8393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88" y="1911105"/>
                <a:ext cx="3373676" cy="646331"/>
              </a:xfrm>
              <a:prstGeom prst="rect">
                <a:avLst/>
              </a:prstGeom>
              <a:blipFill>
                <a:blip r:embed="rId3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212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E9805-7A2C-21D3-E965-9008282D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7CDA-B16F-E104-FD95-3CCBF6C96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1A0A19-E253-A470-60E7-9D3EF48166A8}"/>
              </a:ext>
            </a:extLst>
          </p:cNvPr>
          <p:cNvGrpSpPr/>
          <p:nvPr/>
        </p:nvGrpSpPr>
        <p:grpSpPr>
          <a:xfrm>
            <a:off x="5252134" y="1563540"/>
            <a:ext cx="783771" cy="728321"/>
            <a:chOff x="8711921" y="1497204"/>
            <a:chExt cx="783771" cy="7283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B8D6BF-BA87-FC9D-68A9-8E1617285F0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94E0CA-4A67-81BB-256F-35FC28B667DA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AC6A8A-1F83-0EF5-4657-5C91B44E2FC1}"/>
              </a:ext>
            </a:extLst>
          </p:cNvPr>
          <p:cNvGrpSpPr/>
          <p:nvPr/>
        </p:nvGrpSpPr>
        <p:grpSpPr>
          <a:xfrm>
            <a:off x="4348055" y="2668630"/>
            <a:ext cx="783771" cy="728321"/>
            <a:chOff x="8711921" y="1497204"/>
            <a:chExt cx="783771" cy="7283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93DF03-5043-E6F1-93EC-1195106987EB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6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04F190D-D63D-A82D-CC5B-68FEB94122DF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8161CF-6447-BD3C-734C-B1A83A5A6A86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4739941" y="218520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A66588A-9F75-594A-19A3-B5EA72BA0DD0}"/>
              </a:ext>
            </a:extLst>
          </p:cNvPr>
          <p:cNvGrpSpPr/>
          <p:nvPr/>
        </p:nvGrpSpPr>
        <p:grpSpPr>
          <a:xfrm>
            <a:off x="4889767" y="93776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DF799C4-D4E1-55EE-9B3E-F71393253D2A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B2668CB3-1B65-7555-D3DE-BB0BA7FE17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06A7B74-A1CE-E515-CEAA-22BC328B9F72}"/>
              </a:ext>
            </a:extLst>
          </p:cNvPr>
          <p:cNvSpPr txBox="1"/>
          <p:nvPr/>
        </p:nvSpPr>
        <p:spPr>
          <a:xfrm>
            <a:off x="3647349" y="387178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ABEF801-8128-DC19-85F2-8A817E6D1C24}"/>
              </a:ext>
            </a:extLst>
          </p:cNvPr>
          <p:cNvSpPr/>
          <p:nvPr/>
        </p:nvSpPr>
        <p:spPr>
          <a:xfrm>
            <a:off x="3443977" y="377372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BBAF24-BFC4-619D-0181-BF4B4249BFC9}"/>
              </a:ext>
            </a:extLst>
          </p:cNvPr>
          <p:cNvSpPr txBox="1"/>
          <p:nvPr/>
        </p:nvSpPr>
        <p:spPr>
          <a:xfrm>
            <a:off x="2755848" y="4945203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4635DF7-8258-77A6-CB49-EB41044C068B}"/>
              </a:ext>
            </a:extLst>
          </p:cNvPr>
          <p:cNvSpPr/>
          <p:nvPr/>
        </p:nvSpPr>
        <p:spPr>
          <a:xfrm>
            <a:off x="2539898" y="487881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B439C9-C812-51A0-E619-60D995A5845C}"/>
              </a:ext>
            </a:extLst>
          </p:cNvPr>
          <p:cNvCxnSpPr>
            <a:cxnSpLocks/>
            <a:stCxn id="33" idx="3"/>
            <a:endCxn id="29" idx="0"/>
          </p:cNvCxnSpPr>
          <p:nvPr/>
        </p:nvCxnSpPr>
        <p:spPr>
          <a:xfrm flipH="1">
            <a:off x="2931784" y="439538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EA55714-7F2E-0E48-A2EA-440F1E776D0F}"/>
              </a:ext>
            </a:extLst>
          </p:cNvPr>
          <p:cNvSpPr txBox="1"/>
          <p:nvPr/>
        </p:nvSpPr>
        <p:spPr>
          <a:xfrm>
            <a:off x="1839192" y="608645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6453DD5-6EDD-98B6-0C26-42BF3881C3B9}"/>
              </a:ext>
            </a:extLst>
          </p:cNvPr>
          <p:cNvSpPr/>
          <p:nvPr/>
        </p:nvSpPr>
        <p:spPr>
          <a:xfrm>
            <a:off x="1635820" y="5983901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46929B4-8394-AAC2-3B56-17E84EB0A69D}"/>
              </a:ext>
            </a:extLst>
          </p:cNvPr>
          <p:cNvCxnSpPr>
            <a:cxnSpLocks/>
            <a:stCxn id="29" idx="3"/>
            <a:endCxn id="44" idx="0"/>
          </p:cNvCxnSpPr>
          <p:nvPr/>
        </p:nvCxnSpPr>
        <p:spPr>
          <a:xfrm flipH="1">
            <a:off x="2027706" y="5500471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6B9B58D-C20D-931D-6BFC-242EC97412A1}"/>
              </a:ext>
            </a:extLst>
          </p:cNvPr>
          <p:cNvCxnSpPr>
            <a:cxnSpLocks/>
            <a:stCxn id="13" idx="3"/>
            <a:endCxn id="33" idx="0"/>
          </p:cNvCxnSpPr>
          <p:nvPr/>
        </p:nvCxnSpPr>
        <p:spPr>
          <a:xfrm flipH="1">
            <a:off x="3835863" y="3290291"/>
            <a:ext cx="626973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95FB9A2-8950-0F2C-917C-2D4559C7502B}"/>
                  </a:ext>
                </a:extLst>
              </p:cNvPr>
              <p:cNvSpPr txBox="1"/>
              <p:nvPr/>
            </p:nvSpPr>
            <p:spPr>
              <a:xfrm>
                <a:off x="408088" y="1911105"/>
                <a:ext cx="3373676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This shows that a BST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can have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95FB9A2-8950-0F2C-917C-2D4559C75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88" y="1911105"/>
                <a:ext cx="3373676" cy="646331"/>
              </a:xfrm>
              <a:prstGeom prst="rect">
                <a:avLst/>
              </a:prstGeom>
              <a:blipFill>
                <a:blip r:embed="rId3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B5B9E17-FB2E-F507-3C7C-CE7FA5138DE7}"/>
              </a:ext>
            </a:extLst>
          </p:cNvPr>
          <p:cNvGrpSpPr/>
          <p:nvPr/>
        </p:nvGrpSpPr>
        <p:grpSpPr>
          <a:xfrm>
            <a:off x="8864365" y="1563540"/>
            <a:ext cx="783771" cy="728321"/>
            <a:chOff x="8711921" y="1497204"/>
            <a:chExt cx="783771" cy="7283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1B7119-0BCF-C0CB-BACD-9A1CE2449589}"/>
                </a:ext>
              </a:extLst>
            </p:cNvPr>
            <p:cNvSpPr txBox="1"/>
            <p:nvPr/>
          </p:nvSpPr>
          <p:spPr>
            <a:xfrm>
              <a:off x="8910825" y="1583159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DCF1C2-355F-BBBE-F4B3-D971EC134B8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EA33E22-298C-6E97-F64E-6C8EC4383092}"/>
              </a:ext>
            </a:extLst>
          </p:cNvPr>
          <p:cNvGrpSpPr/>
          <p:nvPr/>
        </p:nvGrpSpPr>
        <p:grpSpPr>
          <a:xfrm>
            <a:off x="11342214" y="2668629"/>
            <a:ext cx="783771" cy="728321"/>
            <a:chOff x="8711921" y="1497204"/>
            <a:chExt cx="783771" cy="7283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AC6166B-FBE0-0B67-FD91-1BF2C5693BF2}"/>
                </a:ext>
              </a:extLst>
            </p:cNvPr>
            <p:cNvSpPr txBox="1"/>
            <p:nvPr/>
          </p:nvSpPr>
          <p:spPr>
            <a:xfrm>
              <a:off x="8932212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395515D-D6A2-3631-BCFC-13BA2E0EE7E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3B3C19-BCD2-06D2-B487-F16E128D5938}"/>
              </a:ext>
            </a:extLst>
          </p:cNvPr>
          <p:cNvCxnSpPr>
            <a:cxnSpLocks/>
            <a:stCxn id="5" idx="5"/>
            <a:endCxn id="14" idx="0"/>
          </p:cNvCxnSpPr>
          <p:nvPr/>
        </p:nvCxnSpPr>
        <p:spPr>
          <a:xfrm>
            <a:off x="9533355" y="2185201"/>
            <a:ext cx="2200745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C0B87E5-6CF7-2E4B-F30C-BF22679F8768}"/>
              </a:ext>
            </a:extLst>
          </p:cNvPr>
          <p:cNvGrpSpPr/>
          <p:nvPr/>
        </p:nvGrpSpPr>
        <p:grpSpPr>
          <a:xfrm>
            <a:off x="8501998" y="937769"/>
            <a:ext cx="1206233" cy="502246"/>
            <a:chOff x="1386047" y="1947095"/>
            <a:chExt cx="1206233" cy="50224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35824E-2FC0-7229-57E7-0BDE7070ADA3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20" name="Graphic 19" descr="Checkmark with solid fill">
              <a:extLst>
                <a:ext uri="{FF2B5EF4-FFF2-40B4-BE49-F238E27FC236}">
                  <a16:creationId xmlns:a16="http://schemas.microsoft.com/office/drawing/2014/main" id="{ECE0A626-3CBF-8398-36C9-417A8ADCD2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9D8C9F5-EA9F-5C7B-F39D-971A45968C19}"/>
              </a:ext>
            </a:extLst>
          </p:cNvPr>
          <p:cNvGrpSpPr/>
          <p:nvPr/>
        </p:nvGrpSpPr>
        <p:grpSpPr>
          <a:xfrm>
            <a:off x="9440295" y="3553256"/>
            <a:ext cx="783771" cy="728321"/>
            <a:chOff x="3443977" y="377372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0157C6-B84D-4007-82F9-7B9D04E6290B}"/>
                </a:ext>
              </a:extLst>
            </p:cNvPr>
            <p:cNvSpPr txBox="1"/>
            <p:nvPr/>
          </p:nvSpPr>
          <p:spPr>
            <a:xfrm>
              <a:off x="3637894" y="3877749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1D296E3-D95C-7385-015C-8AF9ADD259DF}"/>
                </a:ext>
              </a:extLst>
            </p:cNvPr>
            <p:cNvSpPr/>
            <p:nvPr/>
          </p:nvSpPr>
          <p:spPr>
            <a:xfrm>
              <a:off x="3443977" y="377372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7536A8-2012-6025-9110-A1D7ECC0C7F4}"/>
              </a:ext>
            </a:extLst>
          </p:cNvPr>
          <p:cNvGrpSpPr/>
          <p:nvPr/>
        </p:nvGrpSpPr>
        <p:grpSpPr>
          <a:xfrm>
            <a:off x="10878337" y="4878809"/>
            <a:ext cx="783771" cy="728321"/>
            <a:chOff x="2539898" y="4878810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4ECEF2B-1B08-277B-F833-9C0244A85713}"/>
                </a:ext>
              </a:extLst>
            </p:cNvPr>
            <p:cNvSpPr txBox="1"/>
            <p:nvPr/>
          </p:nvSpPr>
          <p:spPr>
            <a:xfrm>
              <a:off x="2743270" y="498136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6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631DE4C-7E0C-4C52-9F41-EBCABBC431F4}"/>
                </a:ext>
              </a:extLst>
            </p:cNvPr>
            <p:cNvSpPr/>
            <p:nvPr/>
          </p:nvSpPr>
          <p:spPr>
            <a:xfrm>
              <a:off x="2539898" y="487881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2EBA271-1080-0E7E-0F56-DC9B9EC03157}"/>
              </a:ext>
            </a:extLst>
          </p:cNvPr>
          <p:cNvCxnSpPr>
            <a:cxnSpLocks/>
            <a:stCxn id="23" idx="5"/>
            <a:endCxn id="26" idx="0"/>
          </p:cNvCxnSpPr>
          <p:nvPr/>
        </p:nvCxnSpPr>
        <p:spPr>
          <a:xfrm>
            <a:off x="10109285" y="4174917"/>
            <a:ext cx="1160938" cy="7038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1C35DCB-5D58-A37E-4690-7B14E9B58B41}"/>
              </a:ext>
            </a:extLst>
          </p:cNvPr>
          <p:cNvGrpSpPr/>
          <p:nvPr/>
        </p:nvGrpSpPr>
        <p:grpSpPr>
          <a:xfrm>
            <a:off x="9867973" y="5983900"/>
            <a:ext cx="783771" cy="728321"/>
            <a:chOff x="1635820" y="5983901"/>
            <a:chExt cx="783771" cy="72832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D50ABBB-A13B-D20F-4BCF-9022B928BFCF}"/>
                </a:ext>
              </a:extLst>
            </p:cNvPr>
            <p:cNvSpPr txBox="1"/>
            <p:nvPr/>
          </p:nvSpPr>
          <p:spPr>
            <a:xfrm>
              <a:off x="1834555" y="6086451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9346030-17BA-7C03-F18A-912D6E864140}"/>
                </a:ext>
              </a:extLst>
            </p:cNvPr>
            <p:cNvSpPr/>
            <p:nvPr/>
          </p:nvSpPr>
          <p:spPr>
            <a:xfrm>
              <a:off x="1635820" y="5983901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39DC4F9-CDC8-5B28-8CD7-4116D673B987}"/>
              </a:ext>
            </a:extLst>
          </p:cNvPr>
          <p:cNvCxnSpPr>
            <a:cxnSpLocks/>
            <a:stCxn id="26" idx="3"/>
            <a:endCxn id="34" idx="0"/>
          </p:cNvCxnSpPr>
          <p:nvPr/>
        </p:nvCxnSpPr>
        <p:spPr>
          <a:xfrm flipH="1">
            <a:off x="10259859" y="5500470"/>
            <a:ext cx="733259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A634D6-55AB-FDF8-A9FB-61DC362DC29D}"/>
              </a:ext>
            </a:extLst>
          </p:cNvPr>
          <p:cNvCxnSpPr>
            <a:cxnSpLocks/>
            <a:stCxn id="14" idx="3"/>
            <a:endCxn id="23" idx="0"/>
          </p:cNvCxnSpPr>
          <p:nvPr/>
        </p:nvCxnSpPr>
        <p:spPr>
          <a:xfrm flipH="1">
            <a:off x="9832181" y="3290290"/>
            <a:ext cx="1624814" cy="2629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73E4986-C600-76CF-66D1-C933D987B5CD}"/>
              </a:ext>
            </a:extLst>
          </p:cNvPr>
          <p:cNvGrpSpPr/>
          <p:nvPr/>
        </p:nvGrpSpPr>
        <p:grpSpPr>
          <a:xfrm>
            <a:off x="8181451" y="4561873"/>
            <a:ext cx="783771" cy="728321"/>
            <a:chOff x="8711921" y="1497204"/>
            <a:chExt cx="783771" cy="72832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6FB11A9-CE72-AE39-0C4E-C1E6CDBA481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2761432-B13D-2B46-BAA7-6D483EF29A2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3EDC4FF-2674-E9C7-5107-D4C7654A3707}"/>
              </a:ext>
            </a:extLst>
          </p:cNvPr>
          <p:cNvGrpSpPr/>
          <p:nvPr/>
        </p:nvGrpSpPr>
        <p:grpSpPr>
          <a:xfrm>
            <a:off x="7449138" y="5688985"/>
            <a:ext cx="783771" cy="728321"/>
            <a:chOff x="8711921" y="1497204"/>
            <a:chExt cx="783771" cy="72832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B9D21BA-A1BA-236E-2808-21379D3B41C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6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AB2B4B3-DDE0-7DA2-6486-373BF3B2454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93D1B2C-80DB-883E-C16C-F34ACD82B011}"/>
              </a:ext>
            </a:extLst>
          </p:cNvPr>
          <p:cNvCxnSpPr>
            <a:cxnSpLocks/>
            <a:stCxn id="43" idx="3"/>
            <a:endCxn id="48" idx="0"/>
          </p:cNvCxnSpPr>
          <p:nvPr/>
        </p:nvCxnSpPr>
        <p:spPr>
          <a:xfrm flipH="1">
            <a:off x="7841024" y="5183534"/>
            <a:ext cx="455208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15BD43D-544F-7FB5-2A17-10A050AA04AE}"/>
              </a:ext>
            </a:extLst>
          </p:cNvPr>
          <p:cNvGrpSpPr/>
          <p:nvPr/>
        </p:nvGrpSpPr>
        <p:grpSpPr>
          <a:xfrm>
            <a:off x="7177528" y="2911920"/>
            <a:ext cx="1206233" cy="502246"/>
            <a:chOff x="1386047" y="1947095"/>
            <a:chExt cx="1206233" cy="50224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61CF76A-28BB-04CF-1B75-A488A72B7F3C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52" name="Graphic 51" descr="Checkmark with solid fill">
              <a:extLst>
                <a:ext uri="{FF2B5EF4-FFF2-40B4-BE49-F238E27FC236}">
                  <a16:creationId xmlns:a16="http://schemas.microsoft.com/office/drawing/2014/main" id="{0C4C727F-6C28-09FC-192D-2B5758F17B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76CF5A4-E9F0-3290-3E0D-EBB2055E5E90}"/>
              </a:ext>
            </a:extLst>
          </p:cNvPr>
          <p:cNvSpPr txBox="1"/>
          <p:nvPr/>
        </p:nvSpPr>
        <p:spPr>
          <a:xfrm>
            <a:off x="7592132" y="3491128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E8EC35D-5F02-8384-4D54-1B9319C2E858}"/>
              </a:ext>
            </a:extLst>
          </p:cNvPr>
          <p:cNvSpPr/>
          <p:nvPr/>
        </p:nvSpPr>
        <p:spPr>
          <a:xfrm>
            <a:off x="7397680" y="3456784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8CA3E6-CE8D-9EAC-98F0-AA3C1864D1B4}"/>
              </a:ext>
            </a:extLst>
          </p:cNvPr>
          <p:cNvSpPr txBox="1"/>
          <p:nvPr/>
        </p:nvSpPr>
        <p:spPr>
          <a:xfrm>
            <a:off x="6709551" y="4628267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3D92F15-D3AE-A828-58F1-3D2D54FF488C}"/>
              </a:ext>
            </a:extLst>
          </p:cNvPr>
          <p:cNvSpPr/>
          <p:nvPr/>
        </p:nvSpPr>
        <p:spPr>
          <a:xfrm>
            <a:off x="6493601" y="4561874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A7B463-556A-BDD1-387A-867503BB69B0}"/>
              </a:ext>
            </a:extLst>
          </p:cNvPr>
          <p:cNvCxnSpPr>
            <a:cxnSpLocks/>
            <a:stCxn id="54" idx="3"/>
            <a:endCxn id="57" idx="0"/>
          </p:cNvCxnSpPr>
          <p:nvPr/>
        </p:nvCxnSpPr>
        <p:spPr>
          <a:xfrm flipH="1">
            <a:off x="6885487" y="4078445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89BB3BC-28B1-23B1-2837-28B88868F917}"/>
              </a:ext>
            </a:extLst>
          </p:cNvPr>
          <p:cNvSpPr txBox="1"/>
          <p:nvPr/>
        </p:nvSpPr>
        <p:spPr>
          <a:xfrm>
            <a:off x="5792895" y="5769515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2D58CCD-C090-E476-3F0C-5C1689FF8E7F}"/>
              </a:ext>
            </a:extLst>
          </p:cNvPr>
          <p:cNvSpPr/>
          <p:nvPr/>
        </p:nvSpPr>
        <p:spPr>
          <a:xfrm>
            <a:off x="5589523" y="5666965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4AE285D-4A44-C1C4-4EBF-56F7C30304EE}"/>
              </a:ext>
            </a:extLst>
          </p:cNvPr>
          <p:cNvCxnSpPr>
            <a:cxnSpLocks/>
            <a:stCxn id="57" idx="3"/>
            <a:endCxn id="61" idx="0"/>
          </p:cNvCxnSpPr>
          <p:nvPr/>
        </p:nvCxnSpPr>
        <p:spPr>
          <a:xfrm flipH="1">
            <a:off x="5981409" y="5183535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D4EE23C-CF67-8ED8-4952-29521B9F1A8A}"/>
              </a:ext>
            </a:extLst>
          </p:cNvPr>
          <p:cNvCxnSpPr>
            <a:cxnSpLocks/>
            <a:stCxn id="54" idx="5"/>
            <a:endCxn id="43" idx="0"/>
          </p:cNvCxnSpPr>
          <p:nvPr/>
        </p:nvCxnSpPr>
        <p:spPr>
          <a:xfrm>
            <a:off x="8066670" y="4078445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5468B47-D7D6-8D41-24D7-9AC754956B06}"/>
                  </a:ext>
                </a:extLst>
              </p:cNvPr>
              <p:cNvSpPr txBox="1"/>
              <p:nvPr/>
            </p:nvSpPr>
            <p:spPr>
              <a:xfrm>
                <a:off x="4297581" y="4501920"/>
                <a:ext cx="1899926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 BST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can have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height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5468B47-D7D6-8D41-24D7-9AC754956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581" y="4501920"/>
                <a:ext cx="1899926" cy="923330"/>
              </a:xfrm>
              <a:prstGeom prst="rect">
                <a:avLst/>
              </a:prstGeom>
              <a:blipFill>
                <a:blip r:embed="rId4"/>
                <a:stretch>
                  <a:fillRect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1E52916-1BBD-4F8E-4690-D55D415128BC}"/>
                  </a:ext>
                </a:extLst>
              </p14:cNvPr>
              <p14:cNvContentPartPr/>
              <p14:nvPr/>
            </p14:nvContentPartPr>
            <p14:xfrm>
              <a:off x="5086080" y="2457000"/>
              <a:ext cx="6572880" cy="41284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1E52916-1BBD-4F8E-4690-D55D415128B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76720" y="2447640"/>
                <a:ext cx="6591600" cy="414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105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06A7-E1A4-9250-45BB-B5115939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83558" cy="1325563"/>
          </a:xfrm>
        </p:spPr>
        <p:txBody>
          <a:bodyPr/>
          <a:lstStyle/>
          <a:p>
            <a:r>
              <a:rPr lang="en-US" dirty="0"/>
              <a:t>BST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BA0137-FC62-74F2-958D-3EE0388E7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26" y="1027906"/>
            <a:ext cx="7772400" cy="52805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7E6DB2-7B9C-126F-25EC-4EC9218BAF00}"/>
              </a:ext>
            </a:extLst>
          </p:cNvPr>
          <p:cNvSpPr txBox="1"/>
          <p:nvPr/>
        </p:nvSpPr>
        <p:spPr>
          <a:xfrm>
            <a:off x="143247" y="2638330"/>
            <a:ext cx="337367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tree shows the leaf nodes explicitly. We often implement those as null pointers and don’t show them in drawings.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173D4EC-53F0-6D0B-1A2B-27C15635AE3C}"/>
                  </a:ext>
                </a:extLst>
              </p14:cNvPr>
              <p14:cNvContentPartPr/>
              <p14:nvPr/>
            </p14:nvContentPartPr>
            <p14:xfrm>
              <a:off x="4051440" y="1860480"/>
              <a:ext cx="7315560" cy="3912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173D4EC-53F0-6D0B-1A2B-27C15635AE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2080" y="1851120"/>
                <a:ext cx="7334280" cy="393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1534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A703F-E2DD-640C-166E-8A8CAC9BE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3F2BB-58A5-091E-FD3E-EE5DCD4C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83558" cy="1325563"/>
          </a:xfrm>
        </p:spPr>
        <p:txBody>
          <a:bodyPr/>
          <a:lstStyle/>
          <a:p>
            <a:r>
              <a:rPr lang="en-US" dirty="0"/>
              <a:t>BST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0195C-3FE3-C46E-AFCB-5EA5D06DD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26" y="1027906"/>
            <a:ext cx="7772400" cy="52805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3B91A9-0555-4511-50B2-04E748EE7398}"/>
              </a:ext>
            </a:extLst>
          </p:cNvPr>
          <p:cNvSpPr txBox="1"/>
          <p:nvPr/>
        </p:nvSpPr>
        <p:spPr>
          <a:xfrm>
            <a:off x="786536" y="2030303"/>
            <a:ext cx="245927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Where is the </a:t>
            </a:r>
            <a:r>
              <a:rPr lang="en-US" b="1" dirty="0"/>
              <a:t>min value </a:t>
            </a:r>
            <a:r>
              <a:rPr lang="en-US" dirty="0"/>
              <a:t>of a BST?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E95D2F6-C2E6-9C47-99E1-81992E2D03FA}"/>
                  </a:ext>
                </a:extLst>
              </p14:cNvPr>
              <p14:cNvContentPartPr/>
              <p14:nvPr/>
            </p14:nvContentPartPr>
            <p14:xfrm>
              <a:off x="4451040" y="1796400"/>
              <a:ext cx="724680" cy="782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E95D2F6-C2E6-9C47-99E1-81992E2D03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1680" y="1787040"/>
                <a:ext cx="743400" cy="80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2904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09742-A7DE-F3B4-C4F3-8B853DA2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0E0B-03CD-D283-C86C-88101C0A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83558" cy="1325563"/>
          </a:xfrm>
        </p:spPr>
        <p:txBody>
          <a:bodyPr/>
          <a:lstStyle/>
          <a:p>
            <a:r>
              <a:rPr lang="en-US" dirty="0"/>
              <a:t>BST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5AE74C-9E7D-6C18-0D67-C57DF7E2D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26" y="1027906"/>
            <a:ext cx="7772400" cy="52805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8590EF-4747-4143-2B81-09DAFF0765EA}"/>
              </a:ext>
            </a:extLst>
          </p:cNvPr>
          <p:cNvSpPr txBox="1"/>
          <p:nvPr/>
        </p:nvSpPr>
        <p:spPr>
          <a:xfrm>
            <a:off x="786536" y="2030303"/>
            <a:ext cx="245927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Where is the </a:t>
            </a:r>
            <a:r>
              <a:rPr lang="en-US" b="1" dirty="0"/>
              <a:t>min value </a:t>
            </a:r>
            <a:r>
              <a:rPr lang="en-US" dirty="0"/>
              <a:t>of a BST?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4EEAA2-E0D3-CA7D-C979-DB669E0F69EC}"/>
              </a:ext>
            </a:extLst>
          </p:cNvPr>
          <p:cNvSpPr/>
          <p:nvPr/>
        </p:nvSpPr>
        <p:spPr>
          <a:xfrm>
            <a:off x="3979147" y="1690688"/>
            <a:ext cx="1497205" cy="8816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2FBD9-6652-FDCA-FC23-142DF6EAF5F0}"/>
              </a:ext>
            </a:extLst>
          </p:cNvPr>
          <p:cNvSpPr txBox="1"/>
          <p:nvPr/>
        </p:nvSpPr>
        <p:spPr>
          <a:xfrm>
            <a:off x="734591" y="2886087"/>
            <a:ext cx="256316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find the </a:t>
            </a:r>
            <a:r>
              <a:rPr lang="en-US" b="1" dirty="0"/>
              <a:t>min value </a:t>
            </a:r>
            <a:r>
              <a:rPr lang="en-US" dirty="0"/>
              <a:t>of a BST, start at the root and “</a:t>
            </a:r>
            <a:r>
              <a:rPr lang="en-US" b="1" dirty="0"/>
              <a:t>keep going left</a:t>
            </a:r>
            <a:r>
              <a:rPr lang="en-US" dirty="0"/>
              <a:t>” to the left-most leaf.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9C6B4C-FACE-984C-6706-B841A281AF10}"/>
                  </a:ext>
                </a:extLst>
              </p:cNvPr>
              <p:cNvSpPr txBox="1"/>
              <p:nvPr/>
            </p:nvSpPr>
            <p:spPr>
              <a:xfrm>
                <a:off x="300613" y="4295869"/>
                <a:ext cx="3431122" cy="120032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Finding the min </a:t>
                </a:r>
                <a:r>
                  <a:rPr lang="en-US" dirty="0"/>
                  <a:t>takes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time, i.e.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depending on tree shape.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9C6B4C-FACE-984C-6706-B841A281A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13" y="4295869"/>
                <a:ext cx="3431122" cy="1200329"/>
              </a:xfrm>
              <a:prstGeom prst="rect">
                <a:avLst/>
              </a:prstGeom>
              <a:blipFill>
                <a:blip r:embed="rId3"/>
                <a:stretch>
                  <a:fillRect t="-2105" r="-1845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850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43CF-27B6-ECCE-001D-E3D2CAAD9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FC3F-C88A-26EC-73F5-A4DD8B62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83558" cy="1325563"/>
          </a:xfrm>
        </p:spPr>
        <p:txBody>
          <a:bodyPr/>
          <a:lstStyle/>
          <a:p>
            <a:r>
              <a:rPr lang="en-US" dirty="0"/>
              <a:t>BST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F89A0-607F-8B12-8957-FF3203B75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26" y="1027906"/>
            <a:ext cx="7772400" cy="52805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6DD4B2-4DD1-084D-1EAF-8607A109A2E3}"/>
              </a:ext>
            </a:extLst>
          </p:cNvPr>
          <p:cNvSpPr txBox="1"/>
          <p:nvPr/>
        </p:nvSpPr>
        <p:spPr>
          <a:xfrm>
            <a:off x="786536" y="2030303"/>
            <a:ext cx="245927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Where is the </a:t>
            </a:r>
            <a:r>
              <a:rPr lang="en-US" b="1" dirty="0"/>
              <a:t>max value </a:t>
            </a:r>
            <a:r>
              <a:rPr lang="en-US" dirty="0"/>
              <a:t>of a BST?</a:t>
            </a:r>
          </a:p>
        </p:txBody>
      </p:sp>
    </p:spTree>
    <p:extLst>
      <p:ext uri="{BB962C8B-B14F-4D97-AF65-F5344CB8AC3E}">
        <p14:creationId xmlns:p14="http://schemas.microsoft.com/office/powerpoint/2010/main" val="1955106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DE564-97FE-7462-54CB-35BF8CC84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8B30-4DCD-B836-53CA-85C6267A0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83558" cy="1325563"/>
          </a:xfrm>
        </p:spPr>
        <p:txBody>
          <a:bodyPr/>
          <a:lstStyle/>
          <a:p>
            <a:r>
              <a:rPr lang="en-US" dirty="0"/>
              <a:t>BST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EDF342-E7D8-74B9-D83F-8C369B7BB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26" y="1027906"/>
            <a:ext cx="7772400" cy="528056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29D7532-BCDC-9524-6E6F-C03B467BA9C9}"/>
              </a:ext>
            </a:extLst>
          </p:cNvPr>
          <p:cNvSpPr/>
          <p:nvPr/>
        </p:nvSpPr>
        <p:spPr>
          <a:xfrm>
            <a:off x="10269415" y="2463333"/>
            <a:ext cx="1497205" cy="8816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729E4-9E99-5E54-FE1E-40E968C20A3A}"/>
              </a:ext>
            </a:extLst>
          </p:cNvPr>
          <p:cNvSpPr txBox="1"/>
          <p:nvPr/>
        </p:nvSpPr>
        <p:spPr>
          <a:xfrm>
            <a:off x="786536" y="2030303"/>
            <a:ext cx="245927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Where is the </a:t>
            </a:r>
            <a:r>
              <a:rPr lang="en-US" b="1" dirty="0"/>
              <a:t>max value </a:t>
            </a:r>
            <a:r>
              <a:rPr lang="en-US" dirty="0"/>
              <a:t>of a BST?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CAB73-3F1C-E99B-E457-278BF15DF341}"/>
              </a:ext>
            </a:extLst>
          </p:cNvPr>
          <p:cNvSpPr txBox="1"/>
          <p:nvPr/>
        </p:nvSpPr>
        <p:spPr>
          <a:xfrm>
            <a:off x="734591" y="2886087"/>
            <a:ext cx="256316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find the </a:t>
            </a:r>
            <a:r>
              <a:rPr lang="en-US" b="1" dirty="0"/>
              <a:t>max value </a:t>
            </a:r>
            <a:r>
              <a:rPr lang="en-US" dirty="0"/>
              <a:t>of a BST, start at the root and “</a:t>
            </a:r>
            <a:r>
              <a:rPr lang="en-US" b="1" dirty="0"/>
              <a:t>keep going right</a:t>
            </a:r>
            <a:r>
              <a:rPr lang="en-US" dirty="0"/>
              <a:t>” to the right-most leaf.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6CDBF1-6C39-8A6C-8660-CA866F30E087}"/>
                  </a:ext>
                </a:extLst>
              </p:cNvPr>
              <p:cNvSpPr txBox="1"/>
              <p:nvPr/>
            </p:nvSpPr>
            <p:spPr>
              <a:xfrm>
                <a:off x="300613" y="4295869"/>
                <a:ext cx="3431122" cy="120032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Finding the max </a:t>
                </a:r>
                <a:r>
                  <a:rPr lang="en-US" dirty="0"/>
                  <a:t>takes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time, i.e.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depending on tree shape.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6CDBF1-6C39-8A6C-8660-CA866F30E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13" y="4295869"/>
                <a:ext cx="3431122" cy="1200329"/>
              </a:xfrm>
              <a:prstGeom prst="rect">
                <a:avLst/>
              </a:prstGeom>
              <a:blipFill>
                <a:blip r:embed="rId3"/>
                <a:stretch>
                  <a:fillRect t="-2105" r="-1845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345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D709E-53C7-1300-BC0B-35184E8A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284F-7DBC-AAAD-8E57-318F3366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D4F19F7-A426-565F-DE0E-0D81461AB086}"/>
              </a:ext>
            </a:extLst>
          </p:cNvPr>
          <p:cNvGrpSpPr/>
          <p:nvPr/>
        </p:nvGrpSpPr>
        <p:grpSpPr>
          <a:xfrm>
            <a:off x="5899999" y="2545104"/>
            <a:ext cx="783771" cy="728321"/>
            <a:chOff x="8711921" y="1497204"/>
            <a:chExt cx="783771" cy="7283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F3610A-8D71-D4EA-B59E-4CD1A1862479}"/>
                </a:ext>
              </a:extLst>
            </p:cNvPr>
            <p:cNvSpPr txBox="1"/>
            <p:nvPr/>
          </p:nvSpPr>
          <p:spPr>
            <a:xfrm>
              <a:off x="8811523" y="1595139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10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292FF81-D386-3B39-3FB0-D3B260BE412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88FA59-C16B-C240-50F3-18FB1483EAF6}"/>
              </a:ext>
            </a:extLst>
          </p:cNvPr>
          <p:cNvGrpSpPr/>
          <p:nvPr/>
        </p:nvGrpSpPr>
        <p:grpSpPr>
          <a:xfrm>
            <a:off x="5224672" y="3672216"/>
            <a:ext cx="783771" cy="728321"/>
            <a:chOff x="8711921" y="1497204"/>
            <a:chExt cx="783771" cy="7283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C075555-78C7-C11D-2DA6-1DE2D54522E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325C636-4DC0-BB48-1D1F-46EB451D3E7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5BF0AF-C428-3A3A-022C-FEA92C37958C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5616558" y="3166765"/>
            <a:ext cx="398222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E22E2B6-F792-CEEE-DAF9-77932AC995F9}"/>
              </a:ext>
            </a:extLst>
          </p:cNvPr>
          <p:cNvSpPr txBox="1"/>
          <p:nvPr/>
        </p:nvSpPr>
        <p:spPr>
          <a:xfrm>
            <a:off x="5296574" y="1542565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0FFCEE1-378D-79D4-747B-617F027A52BE}"/>
              </a:ext>
            </a:extLst>
          </p:cNvPr>
          <p:cNvSpPr/>
          <p:nvPr/>
        </p:nvSpPr>
        <p:spPr>
          <a:xfrm>
            <a:off x="5116228" y="1440015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894FDF-3869-EBFF-3D8B-05BC116F4F3A}"/>
              </a:ext>
            </a:extLst>
          </p:cNvPr>
          <p:cNvSpPr txBox="1"/>
          <p:nvPr/>
        </p:nvSpPr>
        <p:spPr>
          <a:xfrm>
            <a:off x="4428099" y="2611498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C395D6E-1C08-6434-3E3E-A155BCF22268}"/>
              </a:ext>
            </a:extLst>
          </p:cNvPr>
          <p:cNvSpPr/>
          <p:nvPr/>
        </p:nvSpPr>
        <p:spPr>
          <a:xfrm>
            <a:off x="4212149" y="2545105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1B7C70-A243-937D-4C9B-CED48718DC3F}"/>
              </a:ext>
            </a:extLst>
          </p:cNvPr>
          <p:cNvCxnSpPr>
            <a:cxnSpLocks/>
            <a:stCxn id="33" idx="3"/>
            <a:endCxn id="29" idx="0"/>
          </p:cNvCxnSpPr>
          <p:nvPr/>
        </p:nvCxnSpPr>
        <p:spPr>
          <a:xfrm flipH="1">
            <a:off x="4604035" y="2061676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9060B2E-4920-8DB5-2749-B2C6701F39E9}"/>
              </a:ext>
            </a:extLst>
          </p:cNvPr>
          <p:cNvGrpSpPr/>
          <p:nvPr/>
        </p:nvGrpSpPr>
        <p:grpSpPr>
          <a:xfrm>
            <a:off x="3308071" y="3650196"/>
            <a:ext cx="783771" cy="728321"/>
            <a:chOff x="3308071" y="3976840"/>
            <a:chExt cx="783771" cy="72832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808BAB2-3A78-53FA-4570-9A708AC3A0A6}"/>
                </a:ext>
              </a:extLst>
            </p:cNvPr>
            <p:cNvSpPr txBox="1"/>
            <p:nvPr/>
          </p:nvSpPr>
          <p:spPr>
            <a:xfrm>
              <a:off x="3511443" y="407939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E7EC480-5160-AD47-9351-13D1E9D3C07E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7F25376-C8F0-3541-01F1-9C4B7D945002}"/>
              </a:ext>
            </a:extLst>
          </p:cNvPr>
          <p:cNvCxnSpPr>
            <a:cxnSpLocks/>
            <a:stCxn id="29" idx="3"/>
            <a:endCxn id="44" idx="0"/>
          </p:cNvCxnSpPr>
          <p:nvPr/>
        </p:nvCxnSpPr>
        <p:spPr>
          <a:xfrm flipH="1">
            <a:off x="3699957" y="3166766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4097962-2F3C-8DB2-36DA-48DE1B552F6B}"/>
              </a:ext>
            </a:extLst>
          </p:cNvPr>
          <p:cNvCxnSpPr>
            <a:cxnSpLocks/>
            <a:stCxn id="33" idx="5"/>
            <a:endCxn id="10" idx="0"/>
          </p:cNvCxnSpPr>
          <p:nvPr/>
        </p:nvCxnSpPr>
        <p:spPr>
          <a:xfrm>
            <a:off x="5785218" y="2061676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09F0A887-38FF-CE9B-3EB5-145DC062C5C1}"/>
              </a:ext>
            </a:extLst>
          </p:cNvPr>
          <p:cNvGrpSpPr/>
          <p:nvPr/>
        </p:nvGrpSpPr>
        <p:grpSpPr>
          <a:xfrm>
            <a:off x="4507659" y="4799327"/>
            <a:ext cx="783771" cy="728321"/>
            <a:chOff x="8711921" y="1497204"/>
            <a:chExt cx="783771" cy="7283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62408A-1378-903A-90B3-BF86C3833561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3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EE8E64-2543-5321-3B7F-9C5E787A1DB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1ED706-1F30-B865-A701-CCF9978BC26E}"/>
              </a:ext>
            </a:extLst>
          </p:cNvPr>
          <p:cNvCxnSpPr>
            <a:cxnSpLocks/>
            <a:stCxn id="13" idx="3"/>
            <a:endCxn id="5" idx="0"/>
          </p:cNvCxnSpPr>
          <p:nvPr/>
        </p:nvCxnSpPr>
        <p:spPr>
          <a:xfrm flipH="1">
            <a:off x="4899545" y="4293877"/>
            <a:ext cx="439908" cy="50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1BE46A-385D-F307-F86F-3F61ADFC9E8D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5893662" y="4293877"/>
            <a:ext cx="586735" cy="518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99AEC9-42D1-9555-A58C-D7F4D413367A}"/>
              </a:ext>
            </a:extLst>
          </p:cNvPr>
          <p:cNvGrpSpPr/>
          <p:nvPr/>
        </p:nvGrpSpPr>
        <p:grpSpPr>
          <a:xfrm>
            <a:off x="6177103" y="4811935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BED0FC-1ABB-71D7-1361-F6447A4197E0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8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846A34E-235A-0437-8C8B-89B2642DE51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08B06BE-368A-B074-C9DF-5EC54757E8D2}"/>
              </a:ext>
            </a:extLst>
          </p:cNvPr>
          <p:cNvGrpSpPr/>
          <p:nvPr/>
        </p:nvGrpSpPr>
        <p:grpSpPr>
          <a:xfrm>
            <a:off x="6702812" y="3672216"/>
            <a:ext cx="783771" cy="728321"/>
            <a:chOff x="8711921" y="1497204"/>
            <a:chExt cx="783771" cy="72832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96628EA-F70D-7883-3450-2BF58C6152E7}"/>
                </a:ext>
              </a:extLst>
            </p:cNvPr>
            <p:cNvSpPr txBox="1"/>
            <p:nvPr/>
          </p:nvSpPr>
          <p:spPr>
            <a:xfrm>
              <a:off x="8804898" y="159564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15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ED64D20-B5A6-9E77-421E-2D66BAA3755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0DA198C-9DB0-BE79-7DFF-E1B625F9EA1F}"/>
              </a:ext>
            </a:extLst>
          </p:cNvPr>
          <p:cNvCxnSpPr>
            <a:cxnSpLocks/>
            <a:stCxn id="34" idx="5"/>
            <a:endCxn id="42" idx="0"/>
          </p:cNvCxnSpPr>
          <p:nvPr/>
        </p:nvCxnSpPr>
        <p:spPr>
          <a:xfrm>
            <a:off x="7371802" y="4293877"/>
            <a:ext cx="583190" cy="411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4F31950-E66C-BDF2-0AF9-8BD0B8194EA3}"/>
              </a:ext>
            </a:extLst>
          </p:cNvPr>
          <p:cNvGrpSpPr/>
          <p:nvPr/>
        </p:nvGrpSpPr>
        <p:grpSpPr>
          <a:xfrm>
            <a:off x="7563106" y="4705275"/>
            <a:ext cx="783771" cy="728321"/>
            <a:chOff x="8711921" y="1497204"/>
            <a:chExt cx="783771" cy="72832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56EE5ED-3AC6-D000-5780-ECD69B5B0C03}"/>
                </a:ext>
              </a:extLst>
            </p:cNvPr>
            <p:cNvSpPr txBox="1"/>
            <p:nvPr/>
          </p:nvSpPr>
          <p:spPr>
            <a:xfrm>
              <a:off x="8819112" y="161766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18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94B1010-4DF5-E4E3-D289-842059DFB0E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309057-F5E5-7413-A882-5427714A068A}"/>
              </a:ext>
            </a:extLst>
          </p:cNvPr>
          <p:cNvCxnSpPr>
            <a:cxnSpLocks/>
            <a:stCxn id="34" idx="0"/>
            <a:endCxn id="10" idx="5"/>
          </p:cNvCxnSpPr>
          <p:nvPr/>
        </p:nvCxnSpPr>
        <p:spPr>
          <a:xfrm flipH="1" flipV="1">
            <a:off x="6568989" y="3166765"/>
            <a:ext cx="525709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BDB9B88-9198-15E9-A161-ED9780539AF7}"/>
              </a:ext>
            </a:extLst>
          </p:cNvPr>
          <p:cNvGrpSpPr/>
          <p:nvPr/>
        </p:nvGrpSpPr>
        <p:grpSpPr>
          <a:xfrm>
            <a:off x="5428044" y="5959338"/>
            <a:ext cx="783771" cy="728321"/>
            <a:chOff x="8711921" y="1497204"/>
            <a:chExt cx="783771" cy="72832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6ADC280-16FB-A493-0757-E3D490F2E38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387E7D7-05B8-A715-49BC-2875644C578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822C8A4-F2CE-6FA8-8AE5-67EE7192D974}"/>
              </a:ext>
            </a:extLst>
          </p:cNvPr>
          <p:cNvCxnSpPr>
            <a:cxnSpLocks/>
            <a:stCxn id="26" idx="3"/>
            <a:endCxn id="56" idx="0"/>
          </p:cNvCxnSpPr>
          <p:nvPr/>
        </p:nvCxnSpPr>
        <p:spPr>
          <a:xfrm flipH="1">
            <a:off x="5819930" y="5433596"/>
            <a:ext cx="471954" cy="525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8BE2B02-567D-CA4D-3DE6-B35B6E869362}"/>
              </a:ext>
            </a:extLst>
          </p:cNvPr>
          <p:cNvCxnSpPr>
            <a:cxnSpLocks/>
            <a:stCxn id="26" idx="5"/>
          </p:cNvCxnSpPr>
          <p:nvPr/>
        </p:nvCxnSpPr>
        <p:spPr>
          <a:xfrm>
            <a:off x="6846093" y="5433596"/>
            <a:ext cx="554689" cy="538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51B4816-81AE-C383-C6BF-77D93E412520}"/>
              </a:ext>
            </a:extLst>
          </p:cNvPr>
          <p:cNvGrpSpPr/>
          <p:nvPr/>
        </p:nvGrpSpPr>
        <p:grpSpPr>
          <a:xfrm>
            <a:off x="7097488" y="5971946"/>
            <a:ext cx="783771" cy="728321"/>
            <a:chOff x="8711921" y="1497204"/>
            <a:chExt cx="783771" cy="72832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334530E-4C56-5C5E-D2F0-F2098ADEA60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867A038-71ED-8543-76EE-E66DA4FFB53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6517E9DC-833D-DE1D-EF8B-8F0DA839D7E9}"/>
              </a:ext>
            </a:extLst>
          </p:cNvPr>
          <p:cNvSpPr txBox="1"/>
          <p:nvPr/>
        </p:nvSpPr>
        <p:spPr>
          <a:xfrm>
            <a:off x="5032693" y="975583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4DD4913-DB18-A1BD-DAFE-6399726CBC1A}"/>
                  </a:ext>
                </a:extLst>
              </p14:cNvPr>
              <p14:cNvContentPartPr/>
              <p14:nvPr/>
            </p14:nvContentPartPr>
            <p14:xfrm>
              <a:off x="4622760" y="2444760"/>
              <a:ext cx="1124280" cy="3226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4DD4913-DB18-A1BD-DAFE-6399726CBC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13400" y="2435400"/>
                <a:ext cx="1143000" cy="324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6489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B61D-2640-33BF-E94F-270CD8582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4832-D996-67BD-B368-0B9B05631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ACECE8A-6D0F-1430-A701-B9669349E811}"/>
              </a:ext>
            </a:extLst>
          </p:cNvPr>
          <p:cNvGrpSpPr/>
          <p:nvPr/>
        </p:nvGrpSpPr>
        <p:grpSpPr>
          <a:xfrm>
            <a:off x="5899999" y="2545104"/>
            <a:ext cx="783771" cy="728321"/>
            <a:chOff x="8711921" y="1497204"/>
            <a:chExt cx="783771" cy="7283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C70235-393B-BAB2-1650-6282605AA674}"/>
                </a:ext>
              </a:extLst>
            </p:cNvPr>
            <p:cNvSpPr txBox="1"/>
            <p:nvPr/>
          </p:nvSpPr>
          <p:spPr>
            <a:xfrm>
              <a:off x="8811523" y="1595139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10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AFE3B6B-88A2-B624-21FA-15F68E84A85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A0AAD8-88C7-D39C-1C52-724B6A8693F2}"/>
              </a:ext>
            </a:extLst>
          </p:cNvPr>
          <p:cNvGrpSpPr/>
          <p:nvPr/>
        </p:nvGrpSpPr>
        <p:grpSpPr>
          <a:xfrm>
            <a:off x="5224672" y="3672216"/>
            <a:ext cx="783771" cy="728321"/>
            <a:chOff x="8711921" y="1497204"/>
            <a:chExt cx="783771" cy="7283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3BCAB2-2F84-B812-F547-51C8F97271B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9E18C99-AA38-8AD6-A537-ADAC9A97DE9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C13C7E-ED73-6B8E-F0BC-645ED4EEC279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5616558" y="3166765"/>
            <a:ext cx="398222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6C5AAFD-4D88-43BA-86C8-F8A63E52A36F}"/>
              </a:ext>
            </a:extLst>
          </p:cNvPr>
          <p:cNvSpPr txBox="1"/>
          <p:nvPr/>
        </p:nvSpPr>
        <p:spPr>
          <a:xfrm>
            <a:off x="5296574" y="1542565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B664111-9D4E-547F-16E0-10B4CBAF280D}"/>
              </a:ext>
            </a:extLst>
          </p:cNvPr>
          <p:cNvSpPr/>
          <p:nvPr/>
        </p:nvSpPr>
        <p:spPr>
          <a:xfrm>
            <a:off x="5116228" y="1440015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F6DCBB-5051-FF3B-D182-42C7C6116764}"/>
              </a:ext>
            </a:extLst>
          </p:cNvPr>
          <p:cNvSpPr txBox="1"/>
          <p:nvPr/>
        </p:nvSpPr>
        <p:spPr>
          <a:xfrm>
            <a:off x="4428099" y="2611498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6E0058A-1087-5D99-7552-C9B3E92179D0}"/>
              </a:ext>
            </a:extLst>
          </p:cNvPr>
          <p:cNvSpPr/>
          <p:nvPr/>
        </p:nvSpPr>
        <p:spPr>
          <a:xfrm>
            <a:off x="4212149" y="2545105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48B82D-D48C-4E3E-EDA3-30EF4EC8D843}"/>
              </a:ext>
            </a:extLst>
          </p:cNvPr>
          <p:cNvCxnSpPr>
            <a:cxnSpLocks/>
            <a:stCxn id="33" idx="3"/>
            <a:endCxn id="29" idx="0"/>
          </p:cNvCxnSpPr>
          <p:nvPr/>
        </p:nvCxnSpPr>
        <p:spPr>
          <a:xfrm flipH="1">
            <a:off x="4604035" y="2061676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C0E876D-7EDE-6617-4020-0FEC139B1811}"/>
              </a:ext>
            </a:extLst>
          </p:cNvPr>
          <p:cNvGrpSpPr/>
          <p:nvPr/>
        </p:nvGrpSpPr>
        <p:grpSpPr>
          <a:xfrm>
            <a:off x="3308071" y="3650196"/>
            <a:ext cx="783771" cy="728321"/>
            <a:chOff x="3308071" y="3976840"/>
            <a:chExt cx="783771" cy="72832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80B042B-67A0-CDBD-817F-0BEC69BEFF08}"/>
                </a:ext>
              </a:extLst>
            </p:cNvPr>
            <p:cNvSpPr txBox="1"/>
            <p:nvPr/>
          </p:nvSpPr>
          <p:spPr>
            <a:xfrm>
              <a:off x="3511443" y="407939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DB96955-D6B5-C97D-D678-09BA417A6EB5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A05AB00-0E69-5805-7D26-6BE92B604813}"/>
              </a:ext>
            </a:extLst>
          </p:cNvPr>
          <p:cNvCxnSpPr>
            <a:cxnSpLocks/>
            <a:stCxn id="29" idx="3"/>
            <a:endCxn id="44" idx="0"/>
          </p:cNvCxnSpPr>
          <p:nvPr/>
        </p:nvCxnSpPr>
        <p:spPr>
          <a:xfrm flipH="1">
            <a:off x="3699957" y="3166766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33AFD10-DC6E-DACF-D2EB-E0AE1FDC8544}"/>
              </a:ext>
            </a:extLst>
          </p:cNvPr>
          <p:cNvCxnSpPr>
            <a:cxnSpLocks/>
            <a:stCxn id="33" idx="5"/>
            <a:endCxn id="10" idx="0"/>
          </p:cNvCxnSpPr>
          <p:nvPr/>
        </p:nvCxnSpPr>
        <p:spPr>
          <a:xfrm>
            <a:off x="5785218" y="2061676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30315A2E-3F12-FFA0-998A-BD2C4099521B}"/>
              </a:ext>
            </a:extLst>
          </p:cNvPr>
          <p:cNvGrpSpPr/>
          <p:nvPr/>
        </p:nvGrpSpPr>
        <p:grpSpPr>
          <a:xfrm>
            <a:off x="4507659" y="4799327"/>
            <a:ext cx="783771" cy="728321"/>
            <a:chOff x="8711921" y="1497204"/>
            <a:chExt cx="783771" cy="7283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A8B12C5-3490-5373-C409-0975730E0BE5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3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CD4C24E-FE96-D951-5D8B-C35985FE1DAF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A1F521-D838-65B9-0D85-D690D38E1477}"/>
              </a:ext>
            </a:extLst>
          </p:cNvPr>
          <p:cNvCxnSpPr>
            <a:cxnSpLocks/>
            <a:stCxn id="13" idx="3"/>
            <a:endCxn id="5" idx="0"/>
          </p:cNvCxnSpPr>
          <p:nvPr/>
        </p:nvCxnSpPr>
        <p:spPr>
          <a:xfrm flipH="1">
            <a:off x="4899545" y="4293877"/>
            <a:ext cx="439908" cy="50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0E4B47-048A-C4B2-56FC-EDBB77D94B99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5893662" y="4293877"/>
            <a:ext cx="586735" cy="518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6CC961-8288-B5E1-A214-513266A473DB}"/>
              </a:ext>
            </a:extLst>
          </p:cNvPr>
          <p:cNvGrpSpPr/>
          <p:nvPr/>
        </p:nvGrpSpPr>
        <p:grpSpPr>
          <a:xfrm>
            <a:off x="6177103" y="4811935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DC3AF8-3184-68EB-313B-0E8CBDE0286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8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EEF1BF0-B15A-D039-A0C6-FEFF57CEF45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22C85A-A5B0-2FDE-CAAA-22B032746A7B}"/>
              </a:ext>
            </a:extLst>
          </p:cNvPr>
          <p:cNvGrpSpPr/>
          <p:nvPr/>
        </p:nvGrpSpPr>
        <p:grpSpPr>
          <a:xfrm>
            <a:off x="6702812" y="3672216"/>
            <a:ext cx="783771" cy="728321"/>
            <a:chOff x="8711921" y="1497204"/>
            <a:chExt cx="783771" cy="72832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1EC2086-5E48-2742-8371-59CD1EA94010}"/>
                </a:ext>
              </a:extLst>
            </p:cNvPr>
            <p:cNvSpPr txBox="1"/>
            <p:nvPr/>
          </p:nvSpPr>
          <p:spPr>
            <a:xfrm>
              <a:off x="8804898" y="159564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15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E57F5A0-EE9E-BE94-6EA6-271C7F0976D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FE4C24-2556-1831-E3DA-F7E1E146009A}"/>
              </a:ext>
            </a:extLst>
          </p:cNvPr>
          <p:cNvCxnSpPr>
            <a:cxnSpLocks/>
            <a:stCxn id="34" idx="5"/>
            <a:endCxn id="42" idx="0"/>
          </p:cNvCxnSpPr>
          <p:nvPr/>
        </p:nvCxnSpPr>
        <p:spPr>
          <a:xfrm>
            <a:off x="7371802" y="4293877"/>
            <a:ext cx="583190" cy="411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9095347-BF8E-911A-070B-35BE8BCB5996}"/>
              </a:ext>
            </a:extLst>
          </p:cNvPr>
          <p:cNvGrpSpPr/>
          <p:nvPr/>
        </p:nvGrpSpPr>
        <p:grpSpPr>
          <a:xfrm>
            <a:off x="7563106" y="4705275"/>
            <a:ext cx="783771" cy="728321"/>
            <a:chOff x="8711921" y="1497204"/>
            <a:chExt cx="783771" cy="72832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5B28B30-9AAF-EF98-F526-3B622431C9AB}"/>
                </a:ext>
              </a:extLst>
            </p:cNvPr>
            <p:cNvSpPr txBox="1"/>
            <p:nvPr/>
          </p:nvSpPr>
          <p:spPr>
            <a:xfrm>
              <a:off x="8819112" y="161766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18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3F89612-23E0-753C-7874-28AC6846450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865EDFF-06C8-475B-9522-D160529A0258}"/>
              </a:ext>
            </a:extLst>
          </p:cNvPr>
          <p:cNvCxnSpPr>
            <a:cxnSpLocks/>
            <a:stCxn id="34" idx="0"/>
            <a:endCxn id="10" idx="5"/>
          </p:cNvCxnSpPr>
          <p:nvPr/>
        </p:nvCxnSpPr>
        <p:spPr>
          <a:xfrm flipH="1" flipV="1">
            <a:off x="6568989" y="3166765"/>
            <a:ext cx="525709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4A29441-C982-2923-4A04-4A6AFFAFE3D1}"/>
              </a:ext>
            </a:extLst>
          </p:cNvPr>
          <p:cNvGrpSpPr/>
          <p:nvPr/>
        </p:nvGrpSpPr>
        <p:grpSpPr>
          <a:xfrm>
            <a:off x="5428044" y="5959338"/>
            <a:ext cx="783771" cy="728321"/>
            <a:chOff x="8711921" y="1497204"/>
            <a:chExt cx="783771" cy="72832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A6FE0D8-A891-339F-392A-F2976670261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6A4B0E7-CF50-0B2C-5EA3-55755C8B4050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0BD6D5E-2285-C64D-31A6-756A0D2803D9}"/>
              </a:ext>
            </a:extLst>
          </p:cNvPr>
          <p:cNvCxnSpPr>
            <a:cxnSpLocks/>
            <a:stCxn id="26" idx="3"/>
            <a:endCxn id="56" idx="0"/>
          </p:cNvCxnSpPr>
          <p:nvPr/>
        </p:nvCxnSpPr>
        <p:spPr>
          <a:xfrm flipH="1">
            <a:off x="5819930" y="5433596"/>
            <a:ext cx="471954" cy="525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2534A52-FCFB-D6F9-44EA-A91DE1FB4659}"/>
              </a:ext>
            </a:extLst>
          </p:cNvPr>
          <p:cNvCxnSpPr>
            <a:cxnSpLocks/>
            <a:stCxn id="26" idx="5"/>
          </p:cNvCxnSpPr>
          <p:nvPr/>
        </p:nvCxnSpPr>
        <p:spPr>
          <a:xfrm>
            <a:off x="6846093" y="5433596"/>
            <a:ext cx="554689" cy="538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A07987E-F754-C7E9-038C-F881847F0FD9}"/>
              </a:ext>
            </a:extLst>
          </p:cNvPr>
          <p:cNvGrpSpPr/>
          <p:nvPr/>
        </p:nvGrpSpPr>
        <p:grpSpPr>
          <a:xfrm>
            <a:off x="7097488" y="5971946"/>
            <a:ext cx="783771" cy="728321"/>
            <a:chOff x="8711921" y="1497204"/>
            <a:chExt cx="783771" cy="72832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A8092C2-0033-FA42-5690-A91A3F4E86B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935D6E7-F6AB-2076-85AC-FB95465A222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AF6CAE3-167C-A47F-B4D5-63A3D48B943F}"/>
              </a:ext>
            </a:extLst>
          </p:cNvPr>
          <p:cNvGrpSpPr/>
          <p:nvPr/>
        </p:nvGrpSpPr>
        <p:grpSpPr>
          <a:xfrm>
            <a:off x="4482780" y="881273"/>
            <a:ext cx="1809104" cy="515478"/>
            <a:chOff x="1914341" y="4206089"/>
            <a:chExt cx="1809104" cy="51547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915771-C9E4-38C2-7EA1-6729FE41FD7C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67" name="Graphic 66" descr="Close with solid fill">
              <a:extLst>
                <a:ext uri="{FF2B5EF4-FFF2-40B4-BE49-F238E27FC236}">
                  <a16:creationId xmlns:a16="http://schemas.microsoft.com/office/drawing/2014/main" id="{FD0C9FBF-B48A-7657-386D-963311F461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953E4528-EB8A-F0FE-865D-58B65D9BA9AE}"/>
              </a:ext>
            </a:extLst>
          </p:cNvPr>
          <p:cNvSpPr/>
          <p:nvPr/>
        </p:nvSpPr>
        <p:spPr>
          <a:xfrm>
            <a:off x="4110884" y="3408481"/>
            <a:ext cx="2132977" cy="23291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B9279-2011-2209-1926-6AA7B1AB9FC9}"/>
              </a:ext>
            </a:extLst>
          </p:cNvPr>
          <p:cNvSpPr txBox="1"/>
          <p:nvPr/>
        </p:nvSpPr>
        <p:spPr>
          <a:xfrm>
            <a:off x="466431" y="5325910"/>
            <a:ext cx="363493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 and 4 are less than the root key 5</a:t>
            </a:r>
          </a:p>
        </p:txBody>
      </p:sp>
    </p:spTree>
    <p:extLst>
      <p:ext uri="{BB962C8B-B14F-4D97-AF65-F5344CB8AC3E}">
        <p14:creationId xmlns:p14="http://schemas.microsoft.com/office/powerpoint/2010/main" val="3601280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E2FDE-A8D1-1336-E888-AD8A9A35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AEF4-7A3E-AFF9-5A2D-6A798D7D5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4971C4A-458D-910F-2FFC-7818BF44BD29}"/>
              </a:ext>
            </a:extLst>
          </p:cNvPr>
          <p:cNvGrpSpPr/>
          <p:nvPr/>
        </p:nvGrpSpPr>
        <p:grpSpPr>
          <a:xfrm>
            <a:off x="2735559" y="2614459"/>
            <a:ext cx="783771" cy="728321"/>
            <a:chOff x="8711921" y="1497204"/>
            <a:chExt cx="783771" cy="7283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4E76B2-AFEA-5E64-7E92-5B103BA26128}"/>
                </a:ext>
              </a:extLst>
            </p:cNvPr>
            <p:cNvSpPr txBox="1"/>
            <p:nvPr/>
          </p:nvSpPr>
          <p:spPr>
            <a:xfrm>
              <a:off x="8811523" y="1595139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10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33BF81A-878A-006B-E1D0-EE8503EA400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27381F1-B6C5-2803-0DDB-0624C530C4F0}"/>
              </a:ext>
            </a:extLst>
          </p:cNvPr>
          <p:cNvGrpSpPr/>
          <p:nvPr/>
        </p:nvGrpSpPr>
        <p:grpSpPr>
          <a:xfrm>
            <a:off x="2060232" y="3741571"/>
            <a:ext cx="783771" cy="728321"/>
            <a:chOff x="8711921" y="1497204"/>
            <a:chExt cx="783771" cy="7283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EB8D4C-2A53-AEBF-5B15-0506F8D3692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63297B8-5884-5329-006F-0073C2CBCA15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A52CFB-3FED-CA88-EE52-AFDAE00D1336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2452118" y="3236120"/>
            <a:ext cx="398222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CB9B04D-648C-16FC-9F1E-401C77CCC29E}"/>
              </a:ext>
            </a:extLst>
          </p:cNvPr>
          <p:cNvSpPr txBox="1"/>
          <p:nvPr/>
        </p:nvSpPr>
        <p:spPr>
          <a:xfrm>
            <a:off x="2132134" y="1611920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2BEAE67-370D-6694-B99B-11489F19B6A0}"/>
              </a:ext>
            </a:extLst>
          </p:cNvPr>
          <p:cNvSpPr/>
          <p:nvPr/>
        </p:nvSpPr>
        <p:spPr>
          <a:xfrm>
            <a:off x="1951788" y="150937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8C859E-18C5-91EC-4DC0-8786C379C593}"/>
              </a:ext>
            </a:extLst>
          </p:cNvPr>
          <p:cNvSpPr txBox="1"/>
          <p:nvPr/>
        </p:nvSpPr>
        <p:spPr>
          <a:xfrm>
            <a:off x="1263659" y="2680853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C7BAE01-0752-C927-51D5-150F185A51D5}"/>
              </a:ext>
            </a:extLst>
          </p:cNvPr>
          <p:cNvSpPr/>
          <p:nvPr/>
        </p:nvSpPr>
        <p:spPr>
          <a:xfrm>
            <a:off x="1047709" y="261446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996D08-8D63-0529-4DB5-0CB7C869285F}"/>
              </a:ext>
            </a:extLst>
          </p:cNvPr>
          <p:cNvCxnSpPr>
            <a:cxnSpLocks/>
            <a:stCxn id="33" idx="3"/>
            <a:endCxn id="29" idx="0"/>
          </p:cNvCxnSpPr>
          <p:nvPr/>
        </p:nvCxnSpPr>
        <p:spPr>
          <a:xfrm flipH="1">
            <a:off x="1439595" y="213103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62786A-15DB-3E54-BF99-1B2BE7710DD8}"/>
              </a:ext>
            </a:extLst>
          </p:cNvPr>
          <p:cNvGrpSpPr/>
          <p:nvPr/>
        </p:nvGrpSpPr>
        <p:grpSpPr>
          <a:xfrm>
            <a:off x="143631" y="3719551"/>
            <a:ext cx="783771" cy="728321"/>
            <a:chOff x="3308071" y="3976840"/>
            <a:chExt cx="783771" cy="72832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3C2B046-BBE1-23C4-1B1E-A071A08DDE26}"/>
                </a:ext>
              </a:extLst>
            </p:cNvPr>
            <p:cNvSpPr txBox="1"/>
            <p:nvPr/>
          </p:nvSpPr>
          <p:spPr>
            <a:xfrm>
              <a:off x="3511443" y="407939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75E322D-A582-D85B-266C-52DCC45E7C0A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7EA5836-BA86-42A3-9928-F2B8AF525748}"/>
              </a:ext>
            </a:extLst>
          </p:cNvPr>
          <p:cNvCxnSpPr>
            <a:cxnSpLocks/>
            <a:stCxn id="29" idx="3"/>
            <a:endCxn id="44" idx="0"/>
          </p:cNvCxnSpPr>
          <p:nvPr/>
        </p:nvCxnSpPr>
        <p:spPr>
          <a:xfrm flipH="1">
            <a:off x="535517" y="3236121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3E7752C-23A3-D130-3787-DE9F04A1337A}"/>
              </a:ext>
            </a:extLst>
          </p:cNvPr>
          <p:cNvCxnSpPr>
            <a:cxnSpLocks/>
            <a:stCxn id="33" idx="5"/>
            <a:endCxn id="10" idx="0"/>
          </p:cNvCxnSpPr>
          <p:nvPr/>
        </p:nvCxnSpPr>
        <p:spPr>
          <a:xfrm>
            <a:off x="2620778" y="2131031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2E675E60-92CF-14D3-411C-7A91B95AB7B8}"/>
              </a:ext>
            </a:extLst>
          </p:cNvPr>
          <p:cNvGrpSpPr/>
          <p:nvPr/>
        </p:nvGrpSpPr>
        <p:grpSpPr>
          <a:xfrm>
            <a:off x="1343219" y="4868682"/>
            <a:ext cx="783771" cy="728321"/>
            <a:chOff x="8711921" y="1497204"/>
            <a:chExt cx="783771" cy="7283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37AACF9-816C-C7A0-530E-DF4D7C279B5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3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B6BE8-FB33-9A43-44D9-A5428BD8680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51F63C-F954-4745-50EE-8D285EF3F216}"/>
              </a:ext>
            </a:extLst>
          </p:cNvPr>
          <p:cNvCxnSpPr>
            <a:cxnSpLocks/>
            <a:stCxn id="13" idx="3"/>
            <a:endCxn id="5" idx="0"/>
          </p:cNvCxnSpPr>
          <p:nvPr/>
        </p:nvCxnSpPr>
        <p:spPr>
          <a:xfrm flipH="1">
            <a:off x="1735105" y="4363232"/>
            <a:ext cx="439908" cy="50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8687D6-3D10-9655-A7C4-F68169447559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2729222" y="4363232"/>
            <a:ext cx="586735" cy="518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D3E4F7F-CDE9-35AC-5324-65860C9C6F4A}"/>
              </a:ext>
            </a:extLst>
          </p:cNvPr>
          <p:cNvGrpSpPr/>
          <p:nvPr/>
        </p:nvGrpSpPr>
        <p:grpSpPr>
          <a:xfrm>
            <a:off x="3012663" y="488129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F3D1913-04A5-2CD6-71DF-F06F0B370310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8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475FE62-9B1B-106A-7A0A-134D6B286366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CAB9A60-5CD4-E227-B4CE-4DCE3BAED454}"/>
              </a:ext>
            </a:extLst>
          </p:cNvPr>
          <p:cNvGrpSpPr/>
          <p:nvPr/>
        </p:nvGrpSpPr>
        <p:grpSpPr>
          <a:xfrm>
            <a:off x="3538372" y="3741571"/>
            <a:ext cx="783771" cy="728321"/>
            <a:chOff x="8711921" y="1497204"/>
            <a:chExt cx="783771" cy="72832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2AA7A47-CA14-C775-EEE0-7EC181724A9D}"/>
                </a:ext>
              </a:extLst>
            </p:cNvPr>
            <p:cNvSpPr txBox="1"/>
            <p:nvPr/>
          </p:nvSpPr>
          <p:spPr>
            <a:xfrm>
              <a:off x="8804898" y="159564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15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39173CA-85D8-EB7B-B466-162E551432F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02A2B6C-24FD-7BCD-761E-38101E1567A3}"/>
              </a:ext>
            </a:extLst>
          </p:cNvPr>
          <p:cNvCxnSpPr>
            <a:cxnSpLocks/>
            <a:stCxn id="34" idx="5"/>
            <a:endCxn id="42" idx="0"/>
          </p:cNvCxnSpPr>
          <p:nvPr/>
        </p:nvCxnSpPr>
        <p:spPr>
          <a:xfrm>
            <a:off x="4207362" y="4363232"/>
            <a:ext cx="583190" cy="411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CA2F09D-ED37-1B3A-BABD-EAE9793875B9}"/>
              </a:ext>
            </a:extLst>
          </p:cNvPr>
          <p:cNvGrpSpPr/>
          <p:nvPr/>
        </p:nvGrpSpPr>
        <p:grpSpPr>
          <a:xfrm>
            <a:off x="4398666" y="4774630"/>
            <a:ext cx="783771" cy="728321"/>
            <a:chOff x="8711921" y="1497204"/>
            <a:chExt cx="783771" cy="72832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3E7C09C-09D5-741B-6AE1-D5E391510B86}"/>
                </a:ext>
              </a:extLst>
            </p:cNvPr>
            <p:cNvSpPr txBox="1"/>
            <p:nvPr/>
          </p:nvSpPr>
          <p:spPr>
            <a:xfrm>
              <a:off x="8819112" y="161766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18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310B029-6383-EB90-0112-783650943CB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4727D73-112B-2785-4555-E203A6596333}"/>
              </a:ext>
            </a:extLst>
          </p:cNvPr>
          <p:cNvCxnSpPr>
            <a:cxnSpLocks/>
            <a:stCxn id="34" idx="0"/>
            <a:endCxn id="10" idx="5"/>
          </p:cNvCxnSpPr>
          <p:nvPr/>
        </p:nvCxnSpPr>
        <p:spPr>
          <a:xfrm flipH="1" flipV="1">
            <a:off x="3404549" y="3236120"/>
            <a:ext cx="525709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59B01C1-0E7C-661A-42F6-C956EFC3F36C}"/>
              </a:ext>
            </a:extLst>
          </p:cNvPr>
          <p:cNvGrpSpPr/>
          <p:nvPr/>
        </p:nvGrpSpPr>
        <p:grpSpPr>
          <a:xfrm>
            <a:off x="2263604" y="6028693"/>
            <a:ext cx="783771" cy="728321"/>
            <a:chOff x="8711921" y="1497204"/>
            <a:chExt cx="783771" cy="72832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1D67BF7-4CE9-138F-5CD2-2FDBB2DD5E96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F1C7F0F-B936-C442-C747-C30284D89B9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A1DB66C-C3F4-B510-52EC-2C16C203F12D}"/>
              </a:ext>
            </a:extLst>
          </p:cNvPr>
          <p:cNvCxnSpPr>
            <a:cxnSpLocks/>
            <a:stCxn id="26" idx="3"/>
            <a:endCxn id="56" idx="0"/>
          </p:cNvCxnSpPr>
          <p:nvPr/>
        </p:nvCxnSpPr>
        <p:spPr>
          <a:xfrm flipH="1">
            <a:off x="2655490" y="5502951"/>
            <a:ext cx="471954" cy="525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8AD864B-565E-527E-D988-048053A2BD8F}"/>
              </a:ext>
            </a:extLst>
          </p:cNvPr>
          <p:cNvCxnSpPr>
            <a:cxnSpLocks/>
            <a:stCxn id="26" idx="5"/>
          </p:cNvCxnSpPr>
          <p:nvPr/>
        </p:nvCxnSpPr>
        <p:spPr>
          <a:xfrm>
            <a:off x="3681653" y="5502951"/>
            <a:ext cx="554689" cy="538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D225A5F-E0DF-AB95-D750-02D5FEFA8CBC}"/>
              </a:ext>
            </a:extLst>
          </p:cNvPr>
          <p:cNvGrpSpPr/>
          <p:nvPr/>
        </p:nvGrpSpPr>
        <p:grpSpPr>
          <a:xfrm>
            <a:off x="3933048" y="6041301"/>
            <a:ext cx="783771" cy="728321"/>
            <a:chOff x="8711921" y="1497204"/>
            <a:chExt cx="783771" cy="72832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5C76195-A7FF-F69A-8F1A-9BF81EAAAD71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AAAA0CC-4DA2-087C-A1D9-C14965F7FB2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8264B12-E387-33A7-F581-A9AB9F234F5C}"/>
              </a:ext>
            </a:extLst>
          </p:cNvPr>
          <p:cNvGrpSpPr/>
          <p:nvPr/>
        </p:nvGrpSpPr>
        <p:grpSpPr>
          <a:xfrm>
            <a:off x="1318340" y="950628"/>
            <a:ext cx="1809104" cy="515478"/>
            <a:chOff x="1914341" y="4206089"/>
            <a:chExt cx="1809104" cy="51547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041E052-9964-100B-DA6F-D14106D0CAE5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67" name="Graphic 66" descr="Close with solid fill">
              <a:extLst>
                <a:ext uri="{FF2B5EF4-FFF2-40B4-BE49-F238E27FC236}">
                  <a16:creationId xmlns:a16="http://schemas.microsoft.com/office/drawing/2014/main" id="{168825E8-A4C6-4713-4386-D5393CD8AE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93E03660-BFC0-C4EC-D023-C8D045408EDD}"/>
              </a:ext>
            </a:extLst>
          </p:cNvPr>
          <p:cNvSpPr/>
          <p:nvPr/>
        </p:nvSpPr>
        <p:spPr>
          <a:xfrm>
            <a:off x="946444" y="3477836"/>
            <a:ext cx="2132977" cy="23291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312CAB-1B8B-8568-79ED-22ACC51CC46B}"/>
              </a:ext>
            </a:extLst>
          </p:cNvPr>
          <p:cNvGrpSpPr/>
          <p:nvPr/>
        </p:nvGrpSpPr>
        <p:grpSpPr>
          <a:xfrm>
            <a:off x="9333139" y="2562623"/>
            <a:ext cx="783771" cy="728321"/>
            <a:chOff x="8711921" y="1497204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8D296A-66CF-28C0-04BB-02F3258B8349}"/>
                </a:ext>
              </a:extLst>
            </p:cNvPr>
            <p:cNvSpPr txBox="1"/>
            <p:nvPr/>
          </p:nvSpPr>
          <p:spPr>
            <a:xfrm>
              <a:off x="8811523" y="1595139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10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3550D9-8C9D-84C3-482D-525FA7FBFFB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B64A9C5-8AE7-9F52-8296-107892166314}"/>
              </a:ext>
            </a:extLst>
          </p:cNvPr>
          <p:cNvGrpSpPr/>
          <p:nvPr/>
        </p:nvGrpSpPr>
        <p:grpSpPr>
          <a:xfrm>
            <a:off x="8657812" y="3689735"/>
            <a:ext cx="783771" cy="728321"/>
            <a:chOff x="8711921" y="1497204"/>
            <a:chExt cx="783771" cy="72832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274F297-51C4-334F-14EB-44EAAB49CC34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FF1CC12-FEF9-ACBB-AC66-320982E15FD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8B2F64B-E17B-8C67-BB54-89F079568B9F}"/>
              </a:ext>
            </a:extLst>
          </p:cNvPr>
          <p:cNvCxnSpPr>
            <a:cxnSpLocks/>
            <a:stCxn id="21" idx="3"/>
            <a:endCxn id="27" idx="0"/>
          </p:cNvCxnSpPr>
          <p:nvPr/>
        </p:nvCxnSpPr>
        <p:spPr>
          <a:xfrm flipH="1">
            <a:off x="9049698" y="3184284"/>
            <a:ext cx="398222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29F2DB8-6F30-7697-98EB-60221568BDED}"/>
              </a:ext>
            </a:extLst>
          </p:cNvPr>
          <p:cNvSpPr txBox="1"/>
          <p:nvPr/>
        </p:nvSpPr>
        <p:spPr>
          <a:xfrm>
            <a:off x="8729714" y="1560084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16AC37-B7B3-E875-4C60-7BB292EB88A7}"/>
              </a:ext>
            </a:extLst>
          </p:cNvPr>
          <p:cNvSpPr/>
          <p:nvPr/>
        </p:nvSpPr>
        <p:spPr>
          <a:xfrm>
            <a:off x="8549368" y="1457534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DC9753-4364-C6C0-A84E-04F00E6DF185}"/>
              </a:ext>
            </a:extLst>
          </p:cNvPr>
          <p:cNvSpPr txBox="1"/>
          <p:nvPr/>
        </p:nvSpPr>
        <p:spPr>
          <a:xfrm>
            <a:off x="7861239" y="2629017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8C4472B-1F7B-826F-034F-1FBB5C51F3D1}"/>
              </a:ext>
            </a:extLst>
          </p:cNvPr>
          <p:cNvSpPr/>
          <p:nvPr/>
        </p:nvSpPr>
        <p:spPr>
          <a:xfrm>
            <a:off x="7645289" y="2562624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61C3E49-BBC8-391C-9195-681D184F0C4B}"/>
              </a:ext>
            </a:extLst>
          </p:cNvPr>
          <p:cNvCxnSpPr>
            <a:cxnSpLocks/>
            <a:stCxn id="40" idx="3"/>
            <a:endCxn id="47" idx="0"/>
          </p:cNvCxnSpPr>
          <p:nvPr/>
        </p:nvCxnSpPr>
        <p:spPr>
          <a:xfrm flipH="1">
            <a:off x="8037175" y="2079195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45272AF-718B-69FF-F37F-F854A36481B5}"/>
              </a:ext>
            </a:extLst>
          </p:cNvPr>
          <p:cNvGrpSpPr/>
          <p:nvPr/>
        </p:nvGrpSpPr>
        <p:grpSpPr>
          <a:xfrm>
            <a:off x="6741211" y="3667715"/>
            <a:ext cx="783771" cy="728321"/>
            <a:chOff x="3308071" y="3976840"/>
            <a:chExt cx="783771" cy="72832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409A654-9541-358F-EEB9-E24B9D914925}"/>
                </a:ext>
              </a:extLst>
            </p:cNvPr>
            <p:cNvSpPr txBox="1"/>
            <p:nvPr/>
          </p:nvSpPr>
          <p:spPr>
            <a:xfrm>
              <a:off x="3511443" y="407939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FE8E578-B02B-A9DB-00FB-C61441FFA28F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E5AC04E-87EF-830F-D322-68B9396E965C}"/>
              </a:ext>
            </a:extLst>
          </p:cNvPr>
          <p:cNvCxnSpPr>
            <a:cxnSpLocks/>
            <a:stCxn id="47" idx="3"/>
            <a:endCxn id="51" idx="0"/>
          </p:cNvCxnSpPr>
          <p:nvPr/>
        </p:nvCxnSpPr>
        <p:spPr>
          <a:xfrm flipH="1">
            <a:off x="7133097" y="3184285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C4AC956-65FE-37F5-4D41-A32C819093E6}"/>
              </a:ext>
            </a:extLst>
          </p:cNvPr>
          <p:cNvCxnSpPr>
            <a:cxnSpLocks/>
            <a:stCxn id="40" idx="5"/>
            <a:endCxn id="21" idx="0"/>
          </p:cNvCxnSpPr>
          <p:nvPr/>
        </p:nvCxnSpPr>
        <p:spPr>
          <a:xfrm>
            <a:off x="9218358" y="2079195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599774B-D076-748B-DF4B-2687C9D511A4}"/>
              </a:ext>
            </a:extLst>
          </p:cNvPr>
          <p:cNvGrpSpPr/>
          <p:nvPr/>
        </p:nvGrpSpPr>
        <p:grpSpPr>
          <a:xfrm>
            <a:off x="7940799" y="4816846"/>
            <a:ext cx="783771" cy="728321"/>
            <a:chOff x="8711921" y="1497204"/>
            <a:chExt cx="783771" cy="72832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99E4C31-1959-D518-990F-513A22E7B67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E7E6219-B3BE-BA04-2ECD-122F4DE5305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84F9585-4D00-46F0-C1E1-C177B75ECCC7}"/>
              </a:ext>
            </a:extLst>
          </p:cNvPr>
          <p:cNvCxnSpPr>
            <a:cxnSpLocks/>
            <a:stCxn id="27" idx="3"/>
            <a:endCxn id="68" idx="0"/>
          </p:cNvCxnSpPr>
          <p:nvPr/>
        </p:nvCxnSpPr>
        <p:spPr>
          <a:xfrm flipH="1">
            <a:off x="8332685" y="4311396"/>
            <a:ext cx="439908" cy="50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F6ABF9E-3B32-571F-A486-600175E7637B}"/>
              </a:ext>
            </a:extLst>
          </p:cNvPr>
          <p:cNvCxnSpPr>
            <a:cxnSpLocks/>
            <a:stCxn id="27" idx="5"/>
          </p:cNvCxnSpPr>
          <p:nvPr/>
        </p:nvCxnSpPr>
        <p:spPr>
          <a:xfrm>
            <a:off x="9326802" y="4311396"/>
            <a:ext cx="586735" cy="518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2284BD7-5634-5333-F207-5CC760A0ED32}"/>
              </a:ext>
            </a:extLst>
          </p:cNvPr>
          <p:cNvGrpSpPr/>
          <p:nvPr/>
        </p:nvGrpSpPr>
        <p:grpSpPr>
          <a:xfrm>
            <a:off x="9610243" y="4829454"/>
            <a:ext cx="783771" cy="728321"/>
            <a:chOff x="8711921" y="1497204"/>
            <a:chExt cx="783771" cy="728321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1527713-5F26-CB40-11E2-CB6C209A292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8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F7152A7-74C4-39BA-6F0F-0F1B7CC520E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6D781EF-ED63-69D7-B7D0-3375B5BF6538}"/>
              </a:ext>
            </a:extLst>
          </p:cNvPr>
          <p:cNvGrpSpPr/>
          <p:nvPr/>
        </p:nvGrpSpPr>
        <p:grpSpPr>
          <a:xfrm>
            <a:off x="10135952" y="3689735"/>
            <a:ext cx="783771" cy="728321"/>
            <a:chOff x="8711921" y="1497204"/>
            <a:chExt cx="783771" cy="728321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E10D8A3-CF21-5F97-4E5E-F725AE3C547F}"/>
                </a:ext>
              </a:extLst>
            </p:cNvPr>
            <p:cNvSpPr txBox="1"/>
            <p:nvPr/>
          </p:nvSpPr>
          <p:spPr>
            <a:xfrm>
              <a:off x="8804898" y="159564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15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9434160-8FAF-407D-FCD1-D2BD4E15C91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E9C67E2-C184-9755-FA9A-BB32D39A6E14}"/>
              </a:ext>
            </a:extLst>
          </p:cNvPr>
          <p:cNvCxnSpPr>
            <a:cxnSpLocks/>
            <a:stCxn id="76" idx="5"/>
            <a:endCxn id="80" idx="0"/>
          </p:cNvCxnSpPr>
          <p:nvPr/>
        </p:nvCxnSpPr>
        <p:spPr>
          <a:xfrm>
            <a:off x="10804942" y="4311396"/>
            <a:ext cx="583190" cy="411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2F39177-7B34-0757-8012-328C84B79C46}"/>
              </a:ext>
            </a:extLst>
          </p:cNvPr>
          <p:cNvGrpSpPr/>
          <p:nvPr/>
        </p:nvGrpSpPr>
        <p:grpSpPr>
          <a:xfrm>
            <a:off x="10996246" y="4722794"/>
            <a:ext cx="783771" cy="728321"/>
            <a:chOff x="8711921" y="1497204"/>
            <a:chExt cx="783771" cy="728321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A65E78C-50D6-9073-1877-D7920ABEBC88}"/>
                </a:ext>
              </a:extLst>
            </p:cNvPr>
            <p:cNvSpPr txBox="1"/>
            <p:nvPr/>
          </p:nvSpPr>
          <p:spPr>
            <a:xfrm>
              <a:off x="8819112" y="161766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18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3E8789F-91AB-0719-2F28-776D2B5CF79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1AC9151-94E2-EB77-FF88-D9331622D312}"/>
              </a:ext>
            </a:extLst>
          </p:cNvPr>
          <p:cNvCxnSpPr>
            <a:cxnSpLocks/>
            <a:stCxn id="76" idx="0"/>
            <a:endCxn id="21" idx="5"/>
          </p:cNvCxnSpPr>
          <p:nvPr/>
        </p:nvCxnSpPr>
        <p:spPr>
          <a:xfrm flipH="1" flipV="1">
            <a:off x="10002129" y="3184284"/>
            <a:ext cx="525709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E37269E-C914-F7F7-583C-A15851875F7C}"/>
              </a:ext>
            </a:extLst>
          </p:cNvPr>
          <p:cNvGrpSpPr/>
          <p:nvPr/>
        </p:nvGrpSpPr>
        <p:grpSpPr>
          <a:xfrm>
            <a:off x="8861184" y="5976857"/>
            <a:ext cx="783771" cy="728321"/>
            <a:chOff x="8711921" y="1497204"/>
            <a:chExt cx="783771" cy="728321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D852969-0702-3F32-9B17-33E1123CFF56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3D9B63C9-7607-7F61-F224-60DDEF30FCE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DABA3DD-EB4B-6951-D648-4A2910014542}"/>
              </a:ext>
            </a:extLst>
          </p:cNvPr>
          <p:cNvCxnSpPr>
            <a:cxnSpLocks/>
            <a:stCxn id="73" idx="3"/>
            <a:endCxn id="84" idx="0"/>
          </p:cNvCxnSpPr>
          <p:nvPr/>
        </p:nvCxnSpPr>
        <p:spPr>
          <a:xfrm flipH="1">
            <a:off x="9253070" y="5451115"/>
            <a:ext cx="471954" cy="525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4713719-08FA-B17E-6AD2-53BACE483F73}"/>
              </a:ext>
            </a:extLst>
          </p:cNvPr>
          <p:cNvCxnSpPr>
            <a:cxnSpLocks/>
            <a:stCxn id="73" idx="5"/>
          </p:cNvCxnSpPr>
          <p:nvPr/>
        </p:nvCxnSpPr>
        <p:spPr>
          <a:xfrm>
            <a:off x="10279233" y="5451115"/>
            <a:ext cx="554689" cy="538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9B701A5-3815-3797-4441-80CE028B6507}"/>
              </a:ext>
            </a:extLst>
          </p:cNvPr>
          <p:cNvGrpSpPr/>
          <p:nvPr/>
        </p:nvGrpSpPr>
        <p:grpSpPr>
          <a:xfrm>
            <a:off x="10530628" y="5989465"/>
            <a:ext cx="783771" cy="728321"/>
            <a:chOff x="8711921" y="1497204"/>
            <a:chExt cx="783771" cy="728321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AFB48D8-E474-FF21-DD2C-D3A05B3FEE89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176F2F00-911C-E2DD-70E1-957FF0E6D115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B86D411-CA5D-CC67-23EF-0ED834BD9D20}"/>
              </a:ext>
            </a:extLst>
          </p:cNvPr>
          <p:cNvGrpSpPr/>
          <p:nvPr/>
        </p:nvGrpSpPr>
        <p:grpSpPr>
          <a:xfrm>
            <a:off x="8238265" y="925971"/>
            <a:ext cx="1206233" cy="502246"/>
            <a:chOff x="1386047" y="1947095"/>
            <a:chExt cx="1206233" cy="502246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FB29A72-0538-369A-A6B0-798D45AB8796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96" name="Graphic 95" descr="Checkmark with solid fill">
              <a:extLst>
                <a:ext uri="{FF2B5EF4-FFF2-40B4-BE49-F238E27FC236}">
                  <a16:creationId xmlns:a16="http://schemas.microsoft.com/office/drawing/2014/main" id="{AFF3B494-7368-0C0C-741D-807EBDA76E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12B3CC-55FC-035F-AE50-78C8B5498A84}"/>
                  </a:ext>
                </a:extLst>
              </p14:cNvPr>
              <p14:cNvContentPartPr/>
              <p14:nvPr/>
            </p14:nvContentPartPr>
            <p14:xfrm>
              <a:off x="7804080" y="2254320"/>
              <a:ext cx="1321200" cy="3441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12B3CC-55FC-035F-AE50-78C8B5498A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94720" y="2244960"/>
                <a:ext cx="1339920" cy="346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7794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B3A06D-A3E1-B1F3-5716-DBF3E0EC6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386" y="360380"/>
            <a:ext cx="5095096" cy="3461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7171E4-D4FA-93F1-7615-9C65F113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a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A67D3-3968-20AD-B53C-8BF9390CA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01" y="184572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RecursiveSearch</a:t>
            </a:r>
            <a:r>
              <a:rPr lang="en-US" dirty="0"/>
              <a:t>(p, k)</a:t>
            </a:r>
            <a:br>
              <a:rPr lang="en-US" dirty="0"/>
            </a:br>
            <a:r>
              <a:rPr lang="en-US" dirty="0"/>
              <a:t>   if </a:t>
            </a:r>
            <a:r>
              <a:rPr lang="en-US" dirty="0" err="1"/>
              <a:t>isLeaf</a:t>
            </a:r>
            <a:r>
              <a:rPr lang="en-US" dirty="0"/>
              <a:t>(p):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b="1" dirty="0"/>
              <a:t>true</a:t>
            </a:r>
            <a:r>
              <a:rPr lang="en-US" dirty="0"/>
              <a:t> if </a:t>
            </a:r>
            <a:r>
              <a:rPr lang="en-US" dirty="0" err="1"/>
              <a:t>p.key</a:t>
            </a:r>
            <a:r>
              <a:rPr lang="en-US" dirty="0"/>
              <a:t> == k, otherwise </a:t>
            </a:r>
            <a:r>
              <a:rPr lang="en-US" b="1" dirty="0"/>
              <a:t>false</a:t>
            </a:r>
            <a:br>
              <a:rPr lang="en-US" dirty="0"/>
            </a:br>
            <a:r>
              <a:rPr lang="en-US" dirty="0"/>
              <a:t>   else if </a:t>
            </a:r>
            <a:r>
              <a:rPr lang="en-US" b="1" dirty="0"/>
              <a:t>k &lt; </a:t>
            </a:r>
            <a:r>
              <a:rPr lang="en-US" b="1" dirty="0" err="1"/>
              <a:t>p.key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dirty="0" err="1"/>
              <a:t>RecursiveSearch</a:t>
            </a:r>
            <a:r>
              <a:rPr lang="en-US" dirty="0"/>
              <a:t>(k, </a:t>
            </a:r>
            <a:r>
              <a:rPr lang="en-US" b="1" dirty="0" err="1"/>
              <a:t>left_subtree</a:t>
            </a:r>
            <a:r>
              <a:rPr lang="en-US" dirty="0"/>
              <a:t>(p))</a:t>
            </a:r>
            <a:br>
              <a:rPr lang="en-US" dirty="0"/>
            </a:br>
            <a:r>
              <a:rPr lang="en-US" dirty="0"/>
              <a:t>   else if </a:t>
            </a:r>
            <a:r>
              <a:rPr lang="en-US" b="1" dirty="0"/>
              <a:t>k &gt; </a:t>
            </a:r>
            <a:r>
              <a:rPr lang="en-US" b="1" dirty="0" err="1"/>
              <a:t>p.key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dirty="0" err="1"/>
              <a:t>RecursiveSearch</a:t>
            </a:r>
            <a:r>
              <a:rPr lang="en-US" dirty="0"/>
              <a:t>(k, </a:t>
            </a:r>
            <a:r>
              <a:rPr lang="en-US" b="1" dirty="0" err="1"/>
              <a:t>right_subtree</a:t>
            </a:r>
            <a:r>
              <a:rPr lang="en-US" dirty="0"/>
              <a:t>(p))</a:t>
            </a:r>
            <a:br>
              <a:rPr lang="en-US" dirty="0"/>
            </a:br>
            <a:r>
              <a:rPr lang="en-US" dirty="0"/>
              <a:t>   else: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b="1" dirty="0"/>
              <a:t>true</a:t>
            </a:r>
            <a:r>
              <a:rPr lang="en-US" dirty="0"/>
              <a:t>  // found it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BAB44A-ABD5-B2FC-EB1C-74EDBE3B9110}"/>
                  </a:ext>
                </a:extLst>
              </p14:cNvPr>
              <p14:cNvContentPartPr/>
              <p14:nvPr/>
            </p14:nvContentPartPr>
            <p14:xfrm>
              <a:off x="1162080" y="2342880"/>
              <a:ext cx="3264120" cy="1911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BAB44A-ABD5-B2FC-EB1C-74EDBE3B91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2720" y="2333520"/>
                <a:ext cx="3282840" cy="193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0782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019DB-9098-3092-5574-2B04AB764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958FE7-4F45-6BF1-5311-2DE3AF6AD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386" y="360380"/>
            <a:ext cx="5095096" cy="3461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C60E24-CFF9-0D10-6840-1C5508A5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a BST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859070-BA0A-1A38-A2B6-67CBDF6881CF}"/>
                  </a:ext>
                </a:extLst>
              </p:cNvPr>
              <p:cNvSpPr txBox="1"/>
              <p:nvPr/>
            </p:nvSpPr>
            <p:spPr>
              <a:xfrm>
                <a:off x="8129521" y="4747932"/>
                <a:ext cx="3431122" cy="120032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Finding a given value </a:t>
                </a:r>
                <a:r>
                  <a:rPr lang="en-US" dirty="0"/>
                  <a:t>takes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time, i.e.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depending on tree shape.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859070-BA0A-1A38-A2B6-67CBDF688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521" y="4747932"/>
                <a:ext cx="3431122" cy="1200329"/>
              </a:xfrm>
              <a:prstGeom prst="rect">
                <a:avLst/>
              </a:prstGeom>
              <a:blipFill>
                <a:blip r:embed="rId3"/>
                <a:stretch>
                  <a:fillRect t="-2083" r="-1476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A73C4B4-FFB5-0AE6-D9E9-206E8CF50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01" y="184572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RecursiveSearch</a:t>
            </a:r>
            <a:r>
              <a:rPr lang="en-US" dirty="0"/>
              <a:t>(p, k)</a:t>
            </a:r>
            <a:br>
              <a:rPr lang="en-US" dirty="0"/>
            </a:br>
            <a:r>
              <a:rPr lang="en-US" dirty="0"/>
              <a:t>   if </a:t>
            </a:r>
            <a:r>
              <a:rPr lang="en-US" dirty="0" err="1"/>
              <a:t>isLeaf</a:t>
            </a:r>
            <a:r>
              <a:rPr lang="en-US" dirty="0"/>
              <a:t>(p):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b="1" dirty="0"/>
              <a:t>true</a:t>
            </a:r>
            <a:r>
              <a:rPr lang="en-US" dirty="0"/>
              <a:t> if </a:t>
            </a:r>
            <a:r>
              <a:rPr lang="en-US" dirty="0" err="1"/>
              <a:t>p.key</a:t>
            </a:r>
            <a:r>
              <a:rPr lang="en-US" dirty="0"/>
              <a:t> == k, otherwise </a:t>
            </a:r>
            <a:r>
              <a:rPr lang="en-US" b="1" dirty="0"/>
              <a:t>false</a:t>
            </a:r>
            <a:br>
              <a:rPr lang="en-US" dirty="0"/>
            </a:br>
            <a:r>
              <a:rPr lang="en-US" dirty="0"/>
              <a:t>   else if </a:t>
            </a:r>
            <a:r>
              <a:rPr lang="en-US" b="1" dirty="0"/>
              <a:t>k &lt; </a:t>
            </a:r>
            <a:r>
              <a:rPr lang="en-US" b="1" dirty="0" err="1"/>
              <a:t>p.key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dirty="0" err="1"/>
              <a:t>RecursiveSearch</a:t>
            </a:r>
            <a:r>
              <a:rPr lang="en-US" dirty="0"/>
              <a:t>(k, </a:t>
            </a:r>
            <a:r>
              <a:rPr lang="en-US" b="1" dirty="0" err="1"/>
              <a:t>left_subtree</a:t>
            </a:r>
            <a:r>
              <a:rPr lang="en-US" dirty="0"/>
              <a:t>(p))</a:t>
            </a:r>
            <a:br>
              <a:rPr lang="en-US" dirty="0"/>
            </a:br>
            <a:r>
              <a:rPr lang="en-US" dirty="0"/>
              <a:t>   else if </a:t>
            </a:r>
            <a:r>
              <a:rPr lang="en-US" b="1" dirty="0"/>
              <a:t>k &gt; </a:t>
            </a:r>
            <a:r>
              <a:rPr lang="en-US" b="1" dirty="0" err="1"/>
              <a:t>p.key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dirty="0" err="1"/>
              <a:t>RecursiveSearch</a:t>
            </a:r>
            <a:r>
              <a:rPr lang="en-US" dirty="0"/>
              <a:t>(k, </a:t>
            </a:r>
            <a:r>
              <a:rPr lang="en-US" b="1" dirty="0" err="1"/>
              <a:t>right_subtree</a:t>
            </a:r>
            <a:r>
              <a:rPr lang="en-US" dirty="0"/>
              <a:t>(p))</a:t>
            </a:r>
            <a:br>
              <a:rPr lang="en-US" dirty="0"/>
            </a:br>
            <a:r>
              <a:rPr lang="en-US" dirty="0"/>
              <a:t>   else: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b="1" dirty="0"/>
              <a:t>true</a:t>
            </a:r>
            <a:r>
              <a:rPr lang="en-US" dirty="0"/>
              <a:t>  // found it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159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A484-2473-3A57-2F96-29CA4D846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76973" cy="1325563"/>
          </a:xfrm>
        </p:spPr>
        <p:txBody>
          <a:bodyPr/>
          <a:lstStyle/>
          <a:p>
            <a:r>
              <a:rPr lang="en-US" dirty="0"/>
              <a:t>Inserting Into a BST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4B3A3C-6D91-C9B6-2A55-B5DC61EB6B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949557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Basic </a:t>
                </a:r>
                <a:r>
                  <a:rPr lang="en-US" b="1" dirty="0"/>
                  <a:t>BST leaf insertion </a:t>
                </a:r>
                <a:r>
                  <a:rPr lang="en-US" dirty="0"/>
                  <a:t>inserts a new key at the top and traces form the root down to the leaf where the key goes</a:t>
                </a:r>
              </a:p>
              <a:p>
                <a:r>
                  <a:rPr lang="en-US" dirty="0"/>
                  <a:t>After insertion, it is still a BST</a:t>
                </a:r>
              </a:p>
              <a:p>
                <a:r>
                  <a:rPr lang="en-US" dirty="0"/>
                  <a:t>Like search, this is a root-to-leaf operation, 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in the worst case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4B3A3C-6D91-C9B6-2A55-B5DC61EB6B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949557" cy="4351338"/>
              </a:xfrm>
              <a:blipFill>
                <a:blip r:embed="rId2"/>
                <a:stretch>
                  <a:fillRect l="-3215" t="-3198" r="-4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8E90DD25-8F54-AAEC-0A3E-8BDBC36F7A48}"/>
              </a:ext>
            </a:extLst>
          </p:cNvPr>
          <p:cNvGrpSpPr/>
          <p:nvPr/>
        </p:nvGrpSpPr>
        <p:grpSpPr>
          <a:xfrm>
            <a:off x="9322865" y="1595587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8F6749-1533-FF00-4E3A-380CB13FB542}"/>
                </a:ext>
              </a:extLst>
            </p:cNvPr>
            <p:cNvSpPr txBox="1"/>
            <p:nvPr/>
          </p:nvSpPr>
          <p:spPr>
            <a:xfrm>
              <a:off x="8811523" y="1595139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6F4C1E4-34E2-1AD3-402C-C5319F535350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1DFEFAC-4040-952B-1C3B-77C31D8DD39C}"/>
              </a:ext>
            </a:extLst>
          </p:cNvPr>
          <p:cNvGrpSpPr/>
          <p:nvPr/>
        </p:nvGrpSpPr>
        <p:grpSpPr>
          <a:xfrm>
            <a:off x="8647538" y="2722699"/>
            <a:ext cx="783771" cy="728321"/>
            <a:chOff x="8711921" y="1497204"/>
            <a:chExt cx="783771" cy="7283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BDCB8B-5311-A8DB-814A-2A21944AC63B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121AAB5-F96E-C9B3-FC50-3079271D78E0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DB8993-8A0F-CE00-36A6-09FB16EFD9F8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9039424" y="2217248"/>
            <a:ext cx="398222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BEB7AC-6EAF-2C5A-6B32-0EEDD45F3A57}"/>
              </a:ext>
            </a:extLst>
          </p:cNvPr>
          <p:cNvSpPr txBox="1"/>
          <p:nvPr/>
        </p:nvSpPr>
        <p:spPr>
          <a:xfrm>
            <a:off x="8719440" y="593048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06136F-7633-B9D3-261A-6E41B5EB380C}"/>
              </a:ext>
            </a:extLst>
          </p:cNvPr>
          <p:cNvSpPr/>
          <p:nvPr/>
        </p:nvSpPr>
        <p:spPr>
          <a:xfrm>
            <a:off x="8539094" y="490498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B135AF-D0CB-777A-ED28-F0FFB46BE1AF}"/>
              </a:ext>
            </a:extLst>
          </p:cNvPr>
          <p:cNvSpPr txBox="1"/>
          <p:nvPr/>
        </p:nvSpPr>
        <p:spPr>
          <a:xfrm>
            <a:off x="7850965" y="166198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1E0BC2-0717-EC46-3256-159498366418}"/>
              </a:ext>
            </a:extLst>
          </p:cNvPr>
          <p:cNvSpPr/>
          <p:nvPr/>
        </p:nvSpPr>
        <p:spPr>
          <a:xfrm>
            <a:off x="7635015" y="1595588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F34E705-1182-BBD9-5272-6B732E9386E7}"/>
              </a:ext>
            </a:extLst>
          </p:cNvPr>
          <p:cNvCxnSpPr>
            <a:cxnSpLocks/>
            <a:stCxn id="12" idx="3"/>
            <a:endCxn id="14" idx="0"/>
          </p:cNvCxnSpPr>
          <p:nvPr/>
        </p:nvCxnSpPr>
        <p:spPr>
          <a:xfrm flipH="1">
            <a:off x="8026901" y="1112159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29325E-129E-18E4-D3DC-6289BC38E3ED}"/>
              </a:ext>
            </a:extLst>
          </p:cNvPr>
          <p:cNvGrpSpPr/>
          <p:nvPr/>
        </p:nvGrpSpPr>
        <p:grpSpPr>
          <a:xfrm>
            <a:off x="6730937" y="2700679"/>
            <a:ext cx="783771" cy="728321"/>
            <a:chOff x="3308071" y="3976840"/>
            <a:chExt cx="783771" cy="7283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02D60A-FAE6-18CC-1C8F-6367D467E79D}"/>
                </a:ext>
              </a:extLst>
            </p:cNvPr>
            <p:cNvSpPr txBox="1"/>
            <p:nvPr/>
          </p:nvSpPr>
          <p:spPr>
            <a:xfrm>
              <a:off x="3511443" y="407939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C30CC87-7769-714F-DA33-D4A9AA5C9499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ED7779-BF40-0C8F-F66B-187DE5F82E3D}"/>
              </a:ext>
            </a:extLst>
          </p:cNvPr>
          <p:cNvCxnSpPr>
            <a:cxnSpLocks/>
            <a:stCxn id="14" idx="3"/>
            <a:endCxn id="18" idx="0"/>
          </p:cNvCxnSpPr>
          <p:nvPr/>
        </p:nvCxnSpPr>
        <p:spPr>
          <a:xfrm flipH="1">
            <a:off x="7122823" y="2217249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BB9FB1-F1E6-3323-198B-364CC87B4EA0}"/>
              </a:ext>
            </a:extLst>
          </p:cNvPr>
          <p:cNvCxnSpPr>
            <a:cxnSpLocks/>
            <a:stCxn id="12" idx="5"/>
            <a:endCxn id="6" idx="0"/>
          </p:cNvCxnSpPr>
          <p:nvPr/>
        </p:nvCxnSpPr>
        <p:spPr>
          <a:xfrm>
            <a:off x="9208084" y="1112159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F55EF4-7113-EEB5-86C0-2771AF57E27D}"/>
              </a:ext>
            </a:extLst>
          </p:cNvPr>
          <p:cNvGrpSpPr/>
          <p:nvPr/>
        </p:nvGrpSpPr>
        <p:grpSpPr>
          <a:xfrm>
            <a:off x="7930525" y="3849810"/>
            <a:ext cx="783771" cy="728321"/>
            <a:chOff x="8711921" y="1497204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200EE5-6070-5DF0-99DD-AD80ED4A5744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456445D-54F1-F483-7587-F29C5718F78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8D6906F-DE28-8D34-3E4A-0DEE7AE6362D}"/>
              </a:ext>
            </a:extLst>
          </p:cNvPr>
          <p:cNvCxnSpPr>
            <a:cxnSpLocks/>
            <a:stCxn id="9" idx="3"/>
            <a:endCxn id="23" idx="0"/>
          </p:cNvCxnSpPr>
          <p:nvPr/>
        </p:nvCxnSpPr>
        <p:spPr>
          <a:xfrm flipH="1">
            <a:off x="8322411" y="3344360"/>
            <a:ext cx="439908" cy="50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C76965-883D-098A-2D09-D30E70E1C810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9316528" y="3344360"/>
            <a:ext cx="586735" cy="518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937503-1B1F-E964-6573-1C54060B5184}"/>
              </a:ext>
            </a:extLst>
          </p:cNvPr>
          <p:cNvGrpSpPr/>
          <p:nvPr/>
        </p:nvGrpSpPr>
        <p:grpSpPr>
          <a:xfrm>
            <a:off x="9599969" y="3862418"/>
            <a:ext cx="783771" cy="728321"/>
            <a:chOff x="8711921" y="1497204"/>
            <a:chExt cx="783771" cy="72832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16FEB59-5D48-F6D8-97CC-C7C51DC5AE22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8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EBA7189-5C25-6FC3-9D46-84419B57211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EAF050F-614E-217D-8D17-BE4FE3A91798}"/>
              </a:ext>
            </a:extLst>
          </p:cNvPr>
          <p:cNvGrpSpPr/>
          <p:nvPr/>
        </p:nvGrpSpPr>
        <p:grpSpPr>
          <a:xfrm>
            <a:off x="10125678" y="2722699"/>
            <a:ext cx="783771" cy="728321"/>
            <a:chOff x="8711921" y="1497204"/>
            <a:chExt cx="783771" cy="72832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F97BB3-CF9A-E158-65C7-97E10066AA97}"/>
                </a:ext>
              </a:extLst>
            </p:cNvPr>
            <p:cNvSpPr txBox="1"/>
            <p:nvPr/>
          </p:nvSpPr>
          <p:spPr>
            <a:xfrm>
              <a:off x="8804898" y="159564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15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DFBE605-E13A-D896-F21C-ACB16220DD9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8DC9B0C-34D0-0E0E-3CEF-52ECEF912523}"/>
              </a:ext>
            </a:extLst>
          </p:cNvPr>
          <p:cNvCxnSpPr>
            <a:cxnSpLocks/>
            <a:stCxn id="31" idx="5"/>
            <a:endCxn id="35" idx="0"/>
          </p:cNvCxnSpPr>
          <p:nvPr/>
        </p:nvCxnSpPr>
        <p:spPr>
          <a:xfrm>
            <a:off x="10794668" y="3344360"/>
            <a:ext cx="583190" cy="411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BEFE106-D1F5-BEE9-E8D7-F0B0FBCA6902}"/>
              </a:ext>
            </a:extLst>
          </p:cNvPr>
          <p:cNvGrpSpPr/>
          <p:nvPr/>
        </p:nvGrpSpPr>
        <p:grpSpPr>
          <a:xfrm>
            <a:off x="10985972" y="3755758"/>
            <a:ext cx="783771" cy="728321"/>
            <a:chOff x="8711921" y="1497204"/>
            <a:chExt cx="783771" cy="72832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8EAE2E9-BE54-7C27-B011-99EBD58C3ACC}"/>
                </a:ext>
              </a:extLst>
            </p:cNvPr>
            <p:cNvSpPr txBox="1"/>
            <p:nvPr/>
          </p:nvSpPr>
          <p:spPr>
            <a:xfrm>
              <a:off x="8819112" y="161766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18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51B5565-99FA-5044-DC10-B93703FA835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0E3591D-E0E3-68CB-BCA9-6C5E8D7B096E}"/>
              </a:ext>
            </a:extLst>
          </p:cNvPr>
          <p:cNvCxnSpPr>
            <a:cxnSpLocks/>
            <a:stCxn id="31" idx="0"/>
            <a:endCxn id="6" idx="5"/>
          </p:cNvCxnSpPr>
          <p:nvPr/>
        </p:nvCxnSpPr>
        <p:spPr>
          <a:xfrm flipH="1" flipV="1">
            <a:off x="9991855" y="2217248"/>
            <a:ext cx="525709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640DEC1-94DE-6898-B378-C4B1B0B7DAE0}"/>
              </a:ext>
            </a:extLst>
          </p:cNvPr>
          <p:cNvGrpSpPr/>
          <p:nvPr/>
        </p:nvGrpSpPr>
        <p:grpSpPr>
          <a:xfrm>
            <a:off x="8850910" y="5009821"/>
            <a:ext cx="783771" cy="728321"/>
            <a:chOff x="8711921" y="1497204"/>
            <a:chExt cx="783771" cy="72832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B0039E-1D5A-C87C-5709-685C630C34A9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EF74C96-15E1-A34E-9CB4-C59CB16598B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3EFF06F-8833-1B1E-7218-8FC44CCCE69E}"/>
              </a:ext>
            </a:extLst>
          </p:cNvPr>
          <p:cNvCxnSpPr>
            <a:cxnSpLocks/>
            <a:stCxn id="28" idx="3"/>
            <a:endCxn id="39" idx="0"/>
          </p:cNvCxnSpPr>
          <p:nvPr/>
        </p:nvCxnSpPr>
        <p:spPr>
          <a:xfrm flipH="1">
            <a:off x="9242796" y="4484079"/>
            <a:ext cx="471954" cy="525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D216A01-4560-CBE1-50B2-E8B67D62767E}"/>
              </a:ext>
            </a:extLst>
          </p:cNvPr>
          <p:cNvCxnSpPr>
            <a:cxnSpLocks/>
            <a:stCxn id="28" idx="5"/>
          </p:cNvCxnSpPr>
          <p:nvPr/>
        </p:nvCxnSpPr>
        <p:spPr>
          <a:xfrm>
            <a:off x="10268959" y="4484079"/>
            <a:ext cx="554689" cy="538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FBC912D-659A-2403-92DE-EF276B55042E}"/>
              </a:ext>
            </a:extLst>
          </p:cNvPr>
          <p:cNvGrpSpPr/>
          <p:nvPr/>
        </p:nvGrpSpPr>
        <p:grpSpPr>
          <a:xfrm>
            <a:off x="10520354" y="5022429"/>
            <a:ext cx="783771" cy="728321"/>
            <a:chOff x="8711921" y="1497204"/>
            <a:chExt cx="783771" cy="72832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CB4E3A4-EC86-CDA6-8686-C477A6A30502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9AFA95D-8D5C-5855-F8F0-E8FC8022858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6AAEDC57-5EF4-0BE2-5AE2-17E31BE6D2DA}"/>
              </a:ext>
            </a:extLst>
          </p:cNvPr>
          <p:cNvSpPr txBox="1"/>
          <p:nvPr/>
        </p:nvSpPr>
        <p:spPr>
          <a:xfrm>
            <a:off x="6236996" y="819771"/>
            <a:ext cx="1497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insert </a:t>
            </a:r>
            <a:r>
              <a:rPr lang="en-US" sz="3200" b="1" dirty="0"/>
              <a:t>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5C47341-887A-05B9-6B25-34D9F1097DAE}"/>
                  </a:ext>
                </a:extLst>
              </p14:cNvPr>
              <p14:cNvContentPartPr/>
              <p14:nvPr/>
            </p14:nvContentPartPr>
            <p14:xfrm>
              <a:off x="7302600" y="1174680"/>
              <a:ext cx="2622960" cy="55825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5C47341-887A-05B9-6B25-34D9F1097D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93240" y="1165320"/>
                <a:ext cx="2641680" cy="560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7262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B8937-24C1-CEC6-A9A9-BA3B4D05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1A66-CA14-D612-BD43-2CDFA898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76973" cy="1325563"/>
          </a:xfrm>
        </p:spPr>
        <p:txBody>
          <a:bodyPr/>
          <a:lstStyle/>
          <a:p>
            <a:r>
              <a:rPr lang="en-US" dirty="0"/>
              <a:t>Inserting Into a BST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31FCB4-4262-51CB-AC56-5666EF0E78B2}"/>
              </a:ext>
            </a:extLst>
          </p:cNvPr>
          <p:cNvGrpSpPr/>
          <p:nvPr/>
        </p:nvGrpSpPr>
        <p:grpSpPr>
          <a:xfrm>
            <a:off x="9322865" y="1595587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9C03684-FF36-E9EB-716B-274B73B44DA2}"/>
                </a:ext>
              </a:extLst>
            </p:cNvPr>
            <p:cNvSpPr txBox="1"/>
            <p:nvPr/>
          </p:nvSpPr>
          <p:spPr>
            <a:xfrm>
              <a:off x="8811523" y="1595139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5E29D8-6ED2-84FE-0F31-587AF3CB1B16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F8B9DD7-32A7-6FCD-5430-04FBE5A4410C}"/>
              </a:ext>
            </a:extLst>
          </p:cNvPr>
          <p:cNvGrpSpPr/>
          <p:nvPr/>
        </p:nvGrpSpPr>
        <p:grpSpPr>
          <a:xfrm>
            <a:off x="8647538" y="2722699"/>
            <a:ext cx="783771" cy="728321"/>
            <a:chOff x="8711921" y="1497204"/>
            <a:chExt cx="783771" cy="7283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EF4D2B-FA68-ED21-77C0-91C420DEECD1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A279790-B0A1-61F3-D57F-99ACE4A9925A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B618D1-801A-CD8E-0557-49C5F41D7E43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9039424" y="2217248"/>
            <a:ext cx="398222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B6D017-4E47-D934-E5C0-4B7DDC2311AE}"/>
              </a:ext>
            </a:extLst>
          </p:cNvPr>
          <p:cNvSpPr txBox="1"/>
          <p:nvPr/>
        </p:nvSpPr>
        <p:spPr>
          <a:xfrm>
            <a:off x="8719440" y="593048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07CD3D7-A555-64A5-1F82-CD8FA0E62AD4}"/>
              </a:ext>
            </a:extLst>
          </p:cNvPr>
          <p:cNvSpPr/>
          <p:nvPr/>
        </p:nvSpPr>
        <p:spPr>
          <a:xfrm>
            <a:off x="8539094" y="490498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69992D-5C50-AD66-DAA9-10B68E36E40D}"/>
              </a:ext>
            </a:extLst>
          </p:cNvPr>
          <p:cNvSpPr txBox="1"/>
          <p:nvPr/>
        </p:nvSpPr>
        <p:spPr>
          <a:xfrm>
            <a:off x="7850965" y="166198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CDA291E-E865-B21A-6C14-3619FBEB7582}"/>
              </a:ext>
            </a:extLst>
          </p:cNvPr>
          <p:cNvSpPr/>
          <p:nvPr/>
        </p:nvSpPr>
        <p:spPr>
          <a:xfrm>
            <a:off x="7635015" y="1595588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0EA643-6644-4EEF-5515-C8D1D1063DEA}"/>
              </a:ext>
            </a:extLst>
          </p:cNvPr>
          <p:cNvCxnSpPr>
            <a:cxnSpLocks/>
            <a:stCxn id="12" idx="3"/>
            <a:endCxn id="14" idx="0"/>
          </p:cNvCxnSpPr>
          <p:nvPr/>
        </p:nvCxnSpPr>
        <p:spPr>
          <a:xfrm flipH="1">
            <a:off x="8026901" y="1112159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18C6C8-ECEB-8809-99F9-97CB4D0D7CC3}"/>
              </a:ext>
            </a:extLst>
          </p:cNvPr>
          <p:cNvGrpSpPr/>
          <p:nvPr/>
        </p:nvGrpSpPr>
        <p:grpSpPr>
          <a:xfrm>
            <a:off x="6730937" y="2700679"/>
            <a:ext cx="783771" cy="728321"/>
            <a:chOff x="3308071" y="3976840"/>
            <a:chExt cx="783771" cy="7283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7A67477-08D9-96E9-43D0-45BE296A544A}"/>
                </a:ext>
              </a:extLst>
            </p:cNvPr>
            <p:cNvSpPr txBox="1"/>
            <p:nvPr/>
          </p:nvSpPr>
          <p:spPr>
            <a:xfrm>
              <a:off x="3511443" y="407939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E432A16-1B6D-458C-9D44-BE71C46ECD32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4DB72D-78EC-5555-24E6-1353880ADFBB}"/>
              </a:ext>
            </a:extLst>
          </p:cNvPr>
          <p:cNvCxnSpPr>
            <a:cxnSpLocks/>
            <a:stCxn id="14" idx="3"/>
            <a:endCxn id="18" idx="0"/>
          </p:cNvCxnSpPr>
          <p:nvPr/>
        </p:nvCxnSpPr>
        <p:spPr>
          <a:xfrm flipH="1">
            <a:off x="7122823" y="2217249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FED6E0-825F-7F03-3F29-6BB089518EDC}"/>
              </a:ext>
            </a:extLst>
          </p:cNvPr>
          <p:cNvCxnSpPr>
            <a:cxnSpLocks/>
            <a:stCxn id="12" idx="5"/>
            <a:endCxn id="6" idx="0"/>
          </p:cNvCxnSpPr>
          <p:nvPr/>
        </p:nvCxnSpPr>
        <p:spPr>
          <a:xfrm>
            <a:off x="9208084" y="1112159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759886D-6F80-7AC7-3042-ABBCAD314D82}"/>
              </a:ext>
            </a:extLst>
          </p:cNvPr>
          <p:cNvGrpSpPr/>
          <p:nvPr/>
        </p:nvGrpSpPr>
        <p:grpSpPr>
          <a:xfrm>
            <a:off x="7930525" y="3849810"/>
            <a:ext cx="783771" cy="728321"/>
            <a:chOff x="8711921" y="1497204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C886312-5FE9-869F-52B5-ADA581708E39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D98C28-CB4E-7D67-83C2-7FAF38BA600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A4AA7B-29C9-AF94-A280-AC838F4B1CCD}"/>
              </a:ext>
            </a:extLst>
          </p:cNvPr>
          <p:cNvCxnSpPr>
            <a:cxnSpLocks/>
            <a:stCxn id="9" idx="3"/>
            <a:endCxn id="23" idx="0"/>
          </p:cNvCxnSpPr>
          <p:nvPr/>
        </p:nvCxnSpPr>
        <p:spPr>
          <a:xfrm flipH="1">
            <a:off x="8322411" y="3344360"/>
            <a:ext cx="439908" cy="50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28A3AF7-F11C-68D9-E556-8CF8B56D0A39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9316528" y="3344360"/>
            <a:ext cx="586735" cy="518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FCA3D81-52EE-F9C9-35C8-D387BC1A6285}"/>
              </a:ext>
            </a:extLst>
          </p:cNvPr>
          <p:cNvGrpSpPr/>
          <p:nvPr/>
        </p:nvGrpSpPr>
        <p:grpSpPr>
          <a:xfrm>
            <a:off x="9599969" y="3862418"/>
            <a:ext cx="783771" cy="728321"/>
            <a:chOff x="8711921" y="1497204"/>
            <a:chExt cx="783771" cy="72832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DA6DAAB-8BC4-EFF7-6547-81A088DA658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8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D1539DC-4A8F-1DAF-F560-134901FF98A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F7C964F-E1E5-BAAF-69B3-BA5458D67FF4}"/>
              </a:ext>
            </a:extLst>
          </p:cNvPr>
          <p:cNvGrpSpPr/>
          <p:nvPr/>
        </p:nvGrpSpPr>
        <p:grpSpPr>
          <a:xfrm>
            <a:off x="10125678" y="2722699"/>
            <a:ext cx="783771" cy="728321"/>
            <a:chOff x="8711921" y="1497204"/>
            <a:chExt cx="783771" cy="72832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A8BD1E-4CD3-0CF8-1D6A-CD30FA550710}"/>
                </a:ext>
              </a:extLst>
            </p:cNvPr>
            <p:cNvSpPr txBox="1"/>
            <p:nvPr/>
          </p:nvSpPr>
          <p:spPr>
            <a:xfrm>
              <a:off x="8804898" y="159564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15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E4D4314-8DE6-E0BA-34A9-53410404EFB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7A04E1C-D550-448C-FEE4-05361A4711FD}"/>
              </a:ext>
            </a:extLst>
          </p:cNvPr>
          <p:cNvCxnSpPr>
            <a:cxnSpLocks/>
            <a:stCxn id="31" idx="5"/>
            <a:endCxn id="35" idx="0"/>
          </p:cNvCxnSpPr>
          <p:nvPr/>
        </p:nvCxnSpPr>
        <p:spPr>
          <a:xfrm>
            <a:off x="10794668" y="3344360"/>
            <a:ext cx="583190" cy="411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BD9E4DA-2587-0B74-54DC-047178C3FE28}"/>
              </a:ext>
            </a:extLst>
          </p:cNvPr>
          <p:cNvGrpSpPr/>
          <p:nvPr/>
        </p:nvGrpSpPr>
        <p:grpSpPr>
          <a:xfrm>
            <a:off x="10985972" y="3755758"/>
            <a:ext cx="783771" cy="728321"/>
            <a:chOff x="8711921" y="1497204"/>
            <a:chExt cx="783771" cy="72832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0C26DAD-D709-8D85-AD55-E65F4F96E88B}"/>
                </a:ext>
              </a:extLst>
            </p:cNvPr>
            <p:cNvSpPr txBox="1"/>
            <p:nvPr/>
          </p:nvSpPr>
          <p:spPr>
            <a:xfrm>
              <a:off x="8819112" y="161766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18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C37B9CA-35E5-A212-B72C-83EBFC0E1096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3F04687-39A8-5BF7-B1B7-5BB17DE6FB50}"/>
              </a:ext>
            </a:extLst>
          </p:cNvPr>
          <p:cNvCxnSpPr>
            <a:cxnSpLocks/>
            <a:stCxn id="31" idx="0"/>
            <a:endCxn id="6" idx="5"/>
          </p:cNvCxnSpPr>
          <p:nvPr/>
        </p:nvCxnSpPr>
        <p:spPr>
          <a:xfrm flipH="1" flipV="1">
            <a:off x="9991855" y="2217248"/>
            <a:ext cx="525709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BBEB966-FE7E-29CF-6E2D-61B09F9C892E}"/>
              </a:ext>
            </a:extLst>
          </p:cNvPr>
          <p:cNvGrpSpPr/>
          <p:nvPr/>
        </p:nvGrpSpPr>
        <p:grpSpPr>
          <a:xfrm>
            <a:off x="8850910" y="5009821"/>
            <a:ext cx="783771" cy="728321"/>
            <a:chOff x="8711921" y="1497204"/>
            <a:chExt cx="783771" cy="72832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D3622DB-B5A7-568C-1DB1-39096A9877E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3FBD768-0FB3-73A4-5A76-D290DC1E4498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226E900-4DFD-308F-46E1-E4E42845DEF4}"/>
              </a:ext>
            </a:extLst>
          </p:cNvPr>
          <p:cNvCxnSpPr>
            <a:cxnSpLocks/>
            <a:stCxn id="28" idx="3"/>
            <a:endCxn id="39" idx="0"/>
          </p:cNvCxnSpPr>
          <p:nvPr/>
        </p:nvCxnSpPr>
        <p:spPr>
          <a:xfrm flipH="1">
            <a:off x="9242796" y="4484079"/>
            <a:ext cx="471954" cy="525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1B00C99-9D94-3C96-4F97-50826745E151}"/>
              </a:ext>
            </a:extLst>
          </p:cNvPr>
          <p:cNvCxnSpPr>
            <a:cxnSpLocks/>
            <a:stCxn id="28" idx="5"/>
          </p:cNvCxnSpPr>
          <p:nvPr/>
        </p:nvCxnSpPr>
        <p:spPr>
          <a:xfrm>
            <a:off x="10268959" y="4484079"/>
            <a:ext cx="554689" cy="538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E7A5624-41F3-A7EC-CBDF-C16BD3D5A0C7}"/>
              </a:ext>
            </a:extLst>
          </p:cNvPr>
          <p:cNvGrpSpPr/>
          <p:nvPr/>
        </p:nvGrpSpPr>
        <p:grpSpPr>
          <a:xfrm>
            <a:off x="10520354" y="5022429"/>
            <a:ext cx="783771" cy="728321"/>
            <a:chOff x="8711921" y="1497204"/>
            <a:chExt cx="783771" cy="72832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C9E8E95-2B27-0F7A-2BF3-205F29D7E67D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1079421-6E99-B6E6-BD98-D6FEE1CF0CB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B37D2E4-188A-56E8-3B8C-A7E8700D1373}"/>
              </a:ext>
            </a:extLst>
          </p:cNvPr>
          <p:cNvSpPr txBox="1"/>
          <p:nvPr/>
        </p:nvSpPr>
        <p:spPr>
          <a:xfrm>
            <a:off x="6236996" y="819771"/>
            <a:ext cx="1497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insert </a:t>
            </a:r>
            <a:r>
              <a:rPr lang="en-US" sz="3200" b="1" dirty="0"/>
              <a:t>6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637F655F-EAAB-9DD4-8D35-78946F071F68}"/>
              </a:ext>
            </a:extLst>
          </p:cNvPr>
          <p:cNvSpPr/>
          <p:nvPr/>
        </p:nvSpPr>
        <p:spPr>
          <a:xfrm>
            <a:off x="8383550" y="1315092"/>
            <a:ext cx="1298316" cy="4704583"/>
          </a:xfrm>
          <a:custGeom>
            <a:avLst/>
            <a:gdLst>
              <a:gd name="csX0" fmla="*/ 647434 w 1298316"/>
              <a:gd name="csY0" fmla="*/ 0 h 4704583"/>
              <a:gd name="csX1" fmla="*/ 996756 w 1298316"/>
              <a:gd name="csY1" fmla="*/ 421241 h 4704583"/>
              <a:gd name="csX2" fmla="*/ 236468 w 1298316"/>
              <a:gd name="csY2" fmla="*/ 1582220 h 4704583"/>
              <a:gd name="csX3" fmla="*/ 1294706 w 1298316"/>
              <a:gd name="csY3" fmla="*/ 2661007 h 4704583"/>
              <a:gd name="csX4" fmla="*/ 565241 w 1298316"/>
              <a:gd name="csY4" fmla="*/ 3770616 h 4704583"/>
              <a:gd name="csX5" fmla="*/ 92630 w 1298316"/>
              <a:gd name="csY5" fmla="*/ 4572000 h 4704583"/>
              <a:gd name="csX6" fmla="*/ 162 w 1298316"/>
              <a:gd name="csY6" fmla="*/ 4695290 h 4704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98316" h="4704583">
                <a:moveTo>
                  <a:pt x="647434" y="0"/>
                </a:moveTo>
                <a:cubicBezTo>
                  <a:pt x="856342" y="78769"/>
                  <a:pt x="1065250" y="157538"/>
                  <a:pt x="996756" y="421241"/>
                </a:cubicBezTo>
                <a:cubicBezTo>
                  <a:pt x="928262" y="684944"/>
                  <a:pt x="186810" y="1208926"/>
                  <a:pt x="236468" y="1582220"/>
                </a:cubicBezTo>
                <a:cubicBezTo>
                  <a:pt x="286126" y="1955514"/>
                  <a:pt x="1239910" y="2296274"/>
                  <a:pt x="1294706" y="2661007"/>
                </a:cubicBezTo>
                <a:cubicBezTo>
                  <a:pt x="1349502" y="3025740"/>
                  <a:pt x="765587" y="3452117"/>
                  <a:pt x="565241" y="3770616"/>
                </a:cubicBezTo>
                <a:cubicBezTo>
                  <a:pt x="364895" y="4089115"/>
                  <a:pt x="186810" y="4417888"/>
                  <a:pt x="92630" y="4572000"/>
                </a:cubicBezTo>
                <a:cubicBezTo>
                  <a:pt x="-1550" y="4726112"/>
                  <a:pt x="-694" y="4710701"/>
                  <a:pt x="162" y="4695290"/>
                </a:cubicBezTo>
              </a:path>
            </a:pathLst>
          </a:custGeom>
          <a:noFill/>
          <a:ln w="34925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F04474-41E8-5283-E339-7A629181A81A}"/>
              </a:ext>
            </a:extLst>
          </p:cNvPr>
          <p:cNvSpPr txBox="1"/>
          <p:nvPr/>
        </p:nvSpPr>
        <p:spPr>
          <a:xfrm>
            <a:off x="8186781" y="609042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2C8FE37-AB13-1FB1-10A8-C94615BE95BE}"/>
              </a:ext>
            </a:extLst>
          </p:cNvPr>
          <p:cNvSpPr/>
          <p:nvPr/>
        </p:nvSpPr>
        <p:spPr>
          <a:xfrm>
            <a:off x="7983409" y="5987871"/>
            <a:ext cx="783771" cy="7283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4FEC8C4-913F-3180-0972-131E87EB60A6}"/>
              </a:ext>
            </a:extLst>
          </p:cNvPr>
          <p:cNvCxnSpPr>
            <a:cxnSpLocks/>
            <a:stCxn id="39" idx="3"/>
            <a:endCxn id="52" idx="7"/>
          </p:cNvCxnSpPr>
          <p:nvPr/>
        </p:nvCxnSpPr>
        <p:spPr>
          <a:xfrm flipH="1">
            <a:off x="8652399" y="5631482"/>
            <a:ext cx="313292" cy="4630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CB705E69-F314-105F-9485-C7CD6BE785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949557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Basic </a:t>
                </a:r>
                <a:r>
                  <a:rPr lang="en-US" b="1" dirty="0"/>
                  <a:t>BST leaf insertion </a:t>
                </a:r>
                <a:r>
                  <a:rPr lang="en-US" dirty="0"/>
                  <a:t>inserts a new key at the top and traces form the root down to the leaf where the key goes</a:t>
                </a:r>
              </a:p>
              <a:p>
                <a:r>
                  <a:rPr lang="en-US" dirty="0"/>
                  <a:t>After insertion, it is still a BST</a:t>
                </a:r>
              </a:p>
              <a:p>
                <a:r>
                  <a:rPr lang="en-US" dirty="0"/>
                  <a:t>Like search, this is a root-to-leaf operation, 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in the worst case</a:t>
                </a:r>
              </a:p>
            </p:txBody>
          </p:sp>
        </mc:Choice>
        <mc:Fallback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CB705E69-F314-105F-9485-C7CD6BE785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949557" cy="4351338"/>
              </a:xfrm>
              <a:blipFill>
                <a:blip r:embed="rId2"/>
                <a:stretch>
                  <a:fillRect l="-3215" t="-3198" r="-4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720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07502-82AB-0B2D-B076-9656889F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Performance 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5C4B4B-24C7-7884-A603-002DBEB6AF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Find</a:t>
                </a:r>
                <a:r>
                  <a:rPr lang="en-US" dirty="0"/>
                  <a:t>, </a:t>
                </a:r>
                <a:r>
                  <a:rPr lang="en-US" b="1" dirty="0"/>
                  <a:t>insert</a:t>
                </a:r>
                <a:r>
                  <a:rPr lang="en-US" dirty="0"/>
                  <a:t>, </a:t>
                </a:r>
                <a:r>
                  <a:rPr lang="en-US" b="1" dirty="0"/>
                  <a:t>remove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We’ve skipped remove: see the textbook if you are curious, it is a little more involved to avoid “gaps”, but still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Since a binary tree height can range form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these are worst-case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operations</a:t>
                </a:r>
              </a:p>
              <a:p>
                <a:pPr lvl="1"/>
                <a:r>
                  <a:rPr lang="en-US" dirty="0"/>
                  <a:t>If the tree is </a:t>
                </a:r>
                <a:r>
                  <a:rPr lang="en-US" b="1" dirty="0"/>
                  <a:t>short</a:t>
                </a:r>
                <a:r>
                  <a:rPr lang="en-US" dirty="0"/>
                  <a:t>, they’re </a:t>
                </a:r>
                <a:r>
                  <a:rPr lang="en-US" b="1" dirty="0"/>
                  <a:t>fast</a:t>
                </a:r>
              </a:p>
              <a:p>
                <a:pPr lvl="1"/>
                <a:r>
                  <a:rPr lang="en-US" dirty="0"/>
                  <a:t>if the tree is </a:t>
                </a:r>
                <a:r>
                  <a:rPr lang="en-US" b="1" dirty="0"/>
                  <a:t>tall</a:t>
                </a:r>
                <a:r>
                  <a:rPr lang="en-US" dirty="0"/>
                  <a:t>, they’re </a:t>
                </a:r>
                <a:r>
                  <a:rPr lang="en-US" b="1" dirty="0"/>
                  <a:t>slow</a:t>
                </a:r>
              </a:p>
              <a:p>
                <a:r>
                  <a:rPr lang="en-US" dirty="0"/>
                  <a:t>The trick is to find ways to ensure the BST stays short</a:t>
                </a:r>
              </a:p>
              <a:p>
                <a:pPr lvl="1"/>
                <a:r>
                  <a:rPr lang="en-US" dirty="0"/>
                  <a:t>We’ll see how to do this by modifying insert to re-balance the tree after each insertion (AVL trees)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5C4B4B-24C7-7884-A603-002DBEB6A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305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1956</TotalTime>
  <Words>1415</Words>
  <Application>Microsoft Macintosh PowerPoint</Application>
  <PresentationFormat>Widescreen</PresentationFormat>
  <Paragraphs>332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Cambria Math</vt:lpstr>
      <vt:lpstr>Office Theme</vt:lpstr>
      <vt:lpstr>Binary Search Trees (BSTs)</vt:lpstr>
      <vt:lpstr>Binary Search Trees (BSTs)</vt:lpstr>
      <vt:lpstr>Definition of a Tree</vt:lpstr>
      <vt:lpstr>Binary Trees</vt:lpstr>
      <vt:lpstr>Binary Search Trees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BST Example</vt:lpstr>
      <vt:lpstr>BST Example</vt:lpstr>
      <vt:lpstr>BST Example</vt:lpstr>
      <vt:lpstr>BST Example</vt:lpstr>
      <vt:lpstr>BST Example</vt:lpstr>
      <vt:lpstr>Binary Search Tree Examples</vt:lpstr>
      <vt:lpstr>Binary Search Tree Examples</vt:lpstr>
      <vt:lpstr>Binary Search Tree Examples</vt:lpstr>
      <vt:lpstr>Searching a BST</vt:lpstr>
      <vt:lpstr>Searching a BST</vt:lpstr>
      <vt:lpstr>Inserting Into a BST</vt:lpstr>
      <vt:lpstr>Inserting Into a BST</vt:lpstr>
      <vt:lpstr>BST Performance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2026-07-07T18:21:54Z</cp:lastPrinted>
  <dcterms:created xsi:type="dcterms:W3CDTF">2026-05-12T03:18:48Z</dcterms:created>
  <dcterms:modified xsi:type="dcterms:W3CDTF">2026-07-07T21:16:38Z</dcterms:modified>
</cp:coreProperties>
</file>