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91" r:id="rId25"/>
    <p:sldId id="278" r:id="rId26"/>
    <p:sldId id="280" r:id="rId27"/>
    <p:sldId id="281" r:id="rId28"/>
    <p:sldId id="282" r:id="rId29"/>
    <p:sldId id="283" r:id="rId30"/>
    <p:sldId id="285" r:id="rId31"/>
    <p:sldId id="284" r:id="rId32"/>
    <p:sldId id="286" r:id="rId33"/>
    <p:sldId id="287" r:id="rId34"/>
    <p:sldId id="290" r:id="rId35"/>
    <p:sldId id="288" r:id="rId36"/>
    <p:sldId id="289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CAF34C-9882-874F-A274-460BA42E4592}" v="119" dt="2026-06-11T18:53:20.1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6-11T18:55:40.822" v="6824" actId="20577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6-09T03:34:19.404" v="309" actId="14100"/>
        <pc:sldMkLst>
          <pc:docMk/>
          <pc:sldMk cId="2141975521" sldId="257"/>
        </pc:sldMkLst>
        <pc:spChg chg="mod">
          <ac:chgData name="Toby Donaldson" userId="2e6e5431-bb17-4c41-9985-d39c50d83c73" providerId="ADAL" clId="{F31BC264-820E-54C4-A6D1-F92AF9CC222E}" dt="2026-06-09T03:34:19.404" v="309" actId="14100"/>
          <ac:spMkLst>
            <pc:docMk/>
            <pc:sldMk cId="2141975521" sldId="257"/>
            <ac:spMk id="2" creationId="{FF2F0E47-4721-635A-BDEF-4F1DBFB27E73}"/>
          </ac:spMkLst>
        </pc:spChg>
        <pc:picChg chg="add mod">
          <ac:chgData name="Toby Donaldson" userId="2e6e5431-bb17-4c41-9985-d39c50d83c73" providerId="ADAL" clId="{F31BC264-820E-54C4-A6D1-F92AF9CC222E}" dt="2026-06-09T03:34:14.054" v="308" actId="1076"/>
          <ac:picMkLst>
            <pc:docMk/>
            <pc:sldMk cId="2141975521" sldId="257"/>
            <ac:picMk id="4" creationId="{747B2A17-B18E-79DA-655C-2726E906FC6F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32:54.573" v="2034" actId="14100"/>
        <pc:sldMkLst>
          <pc:docMk/>
          <pc:sldMk cId="840441275" sldId="258"/>
        </pc:sldMkLst>
        <pc:spChg chg="mod">
          <ac:chgData name="Toby Donaldson" userId="2e6e5431-bb17-4c41-9985-d39c50d83c73" providerId="ADAL" clId="{F31BC264-820E-54C4-A6D1-F92AF9CC222E}" dt="2026-06-09T04:32:54.573" v="2034" actId="14100"/>
          <ac:spMkLst>
            <pc:docMk/>
            <pc:sldMk cId="840441275" sldId="258"/>
            <ac:spMk id="2" creationId="{7096E4B7-8068-662C-32B6-822E8BF1B510}"/>
          </ac:spMkLst>
        </pc:spChg>
        <pc:picChg chg="add mod">
          <ac:chgData name="Toby Donaldson" userId="2e6e5431-bb17-4c41-9985-d39c50d83c73" providerId="ADAL" clId="{F31BC264-820E-54C4-A6D1-F92AF9CC222E}" dt="2026-06-09T03:35:32.904" v="345" actId="14100"/>
          <ac:picMkLst>
            <pc:docMk/>
            <pc:sldMk cId="840441275" sldId="258"/>
            <ac:picMk id="3" creationId="{5CF60146-163C-3151-FA02-439FC10CCC11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3:36:49.403" v="363" actId="14100"/>
        <pc:sldMkLst>
          <pc:docMk/>
          <pc:sldMk cId="3263256051" sldId="259"/>
        </pc:sldMkLst>
        <pc:spChg chg="mod">
          <ac:chgData name="Toby Donaldson" userId="2e6e5431-bb17-4c41-9985-d39c50d83c73" providerId="ADAL" clId="{F31BC264-820E-54C4-A6D1-F92AF9CC222E}" dt="2026-06-09T03:36:36.521" v="360" actId="20577"/>
          <ac:spMkLst>
            <pc:docMk/>
            <pc:sldMk cId="3263256051" sldId="259"/>
            <ac:spMk id="2" creationId="{02F5C6F7-3FA8-8C5C-ED13-52E0126BB4FD}"/>
          </ac:spMkLst>
        </pc:spChg>
        <pc:picChg chg="add mod">
          <ac:chgData name="Toby Donaldson" userId="2e6e5431-bb17-4c41-9985-d39c50d83c73" providerId="ADAL" clId="{F31BC264-820E-54C4-A6D1-F92AF9CC222E}" dt="2026-06-09T03:36:49.403" v="363" actId="14100"/>
          <ac:picMkLst>
            <pc:docMk/>
            <pc:sldMk cId="3263256051" sldId="259"/>
            <ac:picMk id="4" creationId="{8E475AFE-0821-3829-8FAE-3AD5C8233BE3}"/>
          </ac:picMkLst>
        </pc:picChg>
      </pc:sldChg>
      <pc:sldChg chg="addSp delSp modSp add mod ord">
        <pc:chgData name="Toby Donaldson" userId="2e6e5431-bb17-4c41-9985-d39c50d83c73" providerId="ADAL" clId="{F31BC264-820E-54C4-A6D1-F92AF9CC222E}" dt="2026-06-09T04:36:50.942" v="2234" actId="478"/>
        <pc:sldMkLst>
          <pc:docMk/>
          <pc:sldMk cId="3184262657" sldId="260"/>
        </pc:sldMkLst>
        <pc:spChg chg="mod">
          <ac:chgData name="Toby Donaldson" userId="2e6e5431-bb17-4c41-9985-d39c50d83c73" providerId="ADAL" clId="{F31BC264-820E-54C4-A6D1-F92AF9CC222E}" dt="2026-06-09T03:38:07.631" v="387" actId="14100"/>
          <ac:spMkLst>
            <pc:docMk/>
            <pc:sldMk cId="3184262657" sldId="260"/>
            <ac:spMk id="2" creationId="{4ADD3EE6-7A9D-ED20-881A-337FEA6F5AEA}"/>
          </ac:spMkLst>
        </pc:spChg>
        <pc:picChg chg="add mod">
          <ac:chgData name="Toby Donaldson" userId="2e6e5431-bb17-4c41-9985-d39c50d83c73" providerId="ADAL" clId="{F31BC264-820E-54C4-A6D1-F92AF9CC222E}" dt="2026-06-09T03:37:55.230" v="369" actId="14100"/>
          <ac:picMkLst>
            <pc:docMk/>
            <pc:sldMk cId="3184262657" sldId="260"/>
            <ac:picMk id="3" creationId="{F3C13234-1BF8-7305-47B1-F804BC85C2EA}"/>
          </ac:picMkLst>
        </pc:picChg>
      </pc:sldChg>
      <pc:sldChg chg="addSp delSp modSp add mod setBg">
        <pc:chgData name="Toby Donaldson" userId="2e6e5431-bb17-4c41-9985-d39c50d83c73" providerId="ADAL" clId="{F31BC264-820E-54C4-A6D1-F92AF9CC222E}" dt="2026-06-09T03:42:52.350" v="498" actId="14100"/>
        <pc:sldMkLst>
          <pc:docMk/>
          <pc:sldMk cId="2378066371" sldId="261"/>
        </pc:sldMkLst>
        <pc:spChg chg="mod">
          <ac:chgData name="Toby Donaldson" userId="2e6e5431-bb17-4c41-9985-d39c50d83c73" providerId="ADAL" clId="{F31BC264-820E-54C4-A6D1-F92AF9CC222E}" dt="2026-06-09T03:42:47.124" v="497" actId="20577"/>
          <ac:spMkLst>
            <pc:docMk/>
            <pc:sldMk cId="2378066371" sldId="261"/>
            <ac:spMk id="2" creationId="{4F571F9E-7C55-9334-3CF7-5D64FE373B93}"/>
          </ac:spMkLst>
        </pc:spChg>
        <pc:spChg chg="add">
          <ac:chgData name="Toby Donaldson" userId="2e6e5431-bb17-4c41-9985-d39c50d83c73" providerId="ADAL" clId="{F31BC264-820E-54C4-A6D1-F92AF9CC222E}" dt="2026-06-09T03:42:26.377" v="479" actId="26606"/>
          <ac:spMkLst>
            <pc:docMk/>
            <pc:sldMk cId="2378066371" sldId="261"/>
            <ac:spMk id="9" creationId="{99ED5833-B85B-4103-8A3B-CAB0308E6C15}"/>
          </ac:spMkLst>
        </pc:spChg>
        <pc:picChg chg="add mod">
          <ac:chgData name="Toby Donaldson" userId="2e6e5431-bb17-4c41-9985-d39c50d83c73" providerId="ADAL" clId="{F31BC264-820E-54C4-A6D1-F92AF9CC222E}" dt="2026-06-09T03:42:52.350" v="498" actId="14100"/>
          <ac:picMkLst>
            <pc:docMk/>
            <pc:sldMk cId="2378066371" sldId="261"/>
            <ac:picMk id="3" creationId="{B0335EB4-E47C-3247-030D-FF98C0AF6898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3:44:16.524" v="510" actId="20577"/>
        <pc:sldMkLst>
          <pc:docMk/>
          <pc:sldMk cId="2501075412" sldId="262"/>
        </pc:sldMkLst>
        <pc:spChg chg="mod">
          <ac:chgData name="Toby Donaldson" userId="2e6e5431-bb17-4c41-9985-d39c50d83c73" providerId="ADAL" clId="{F31BC264-820E-54C4-A6D1-F92AF9CC222E}" dt="2026-06-09T03:44:16.524" v="510" actId="20577"/>
          <ac:spMkLst>
            <pc:docMk/>
            <pc:sldMk cId="2501075412" sldId="262"/>
            <ac:spMk id="2" creationId="{D530E52A-453C-E632-2F8B-AD12C359ACF5}"/>
          </ac:spMkLst>
        </pc:spChg>
        <pc:picChg chg="add mod">
          <ac:chgData name="Toby Donaldson" userId="2e6e5431-bb17-4c41-9985-d39c50d83c73" providerId="ADAL" clId="{F31BC264-820E-54C4-A6D1-F92AF9CC222E}" dt="2026-06-09T03:44:13.684" v="505" actId="14100"/>
          <ac:picMkLst>
            <pc:docMk/>
            <pc:sldMk cId="2501075412" sldId="262"/>
            <ac:picMk id="4" creationId="{0B7685D6-ED4A-244B-2F65-89AB71C1C77C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09T04:01:29.498" v="896" actId="14100"/>
        <pc:sldMkLst>
          <pc:docMk/>
          <pc:sldMk cId="1091161656" sldId="263"/>
        </pc:sldMkLst>
        <pc:spChg chg="mod">
          <ac:chgData name="Toby Donaldson" userId="2e6e5431-bb17-4c41-9985-d39c50d83c73" providerId="ADAL" clId="{F31BC264-820E-54C4-A6D1-F92AF9CC222E}" dt="2026-06-09T04:01:29.498" v="896" actId="14100"/>
          <ac:spMkLst>
            <pc:docMk/>
            <pc:sldMk cId="1091161656" sldId="263"/>
            <ac:spMk id="2" creationId="{7AED00D3-B6B0-9C0F-BE90-8C43CBFE8665}"/>
          </ac:spMkLst>
        </pc:spChg>
        <pc:spChg chg="add mod">
          <ac:chgData name="Toby Donaldson" userId="2e6e5431-bb17-4c41-9985-d39c50d83c73" providerId="ADAL" clId="{F31BC264-820E-54C4-A6D1-F92AF9CC222E}" dt="2026-06-09T03:49:35.950" v="538" actId="1076"/>
          <ac:spMkLst>
            <pc:docMk/>
            <pc:sldMk cId="1091161656" sldId="263"/>
            <ac:spMk id="5" creationId="{0D747520-1A2A-1E91-597E-94720957604F}"/>
          </ac:spMkLst>
        </pc:spChg>
        <pc:spChg chg="add mod">
          <ac:chgData name="Toby Donaldson" userId="2e6e5431-bb17-4c41-9985-d39c50d83c73" providerId="ADAL" clId="{F31BC264-820E-54C4-A6D1-F92AF9CC222E}" dt="2026-06-09T03:52:21.447" v="560" actId="12788"/>
          <ac:spMkLst>
            <pc:docMk/>
            <pc:sldMk cId="1091161656" sldId="263"/>
            <ac:spMk id="6" creationId="{2F7FBC7B-26C9-8870-7DF0-C575F69E9488}"/>
          </ac:spMkLst>
        </pc:spChg>
        <pc:spChg chg="add mod">
          <ac:chgData name="Toby Donaldson" userId="2e6e5431-bb17-4c41-9985-d39c50d83c73" providerId="ADAL" clId="{F31BC264-820E-54C4-A6D1-F92AF9CC222E}" dt="2026-06-09T03:52:21.447" v="560" actId="12788"/>
          <ac:spMkLst>
            <pc:docMk/>
            <pc:sldMk cId="1091161656" sldId="263"/>
            <ac:spMk id="7" creationId="{F9AB903C-A7F1-BF08-1F3D-4D87095CBEFE}"/>
          </ac:spMkLst>
        </pc:spChg>
        <pc:spChg chg="mod">
          <ac:chgData name="Toby Donaldson" userId="2e6e5431-bb17-4c41-9985-d39c50d83c73" providerId="ADAL" clId="{F31BC264-820E-54C4-A6D1-F92AF9CC222E}" dt="2026-06-09T03:52:46.806" v="566" actId="20577"/>
          <ac:spMkLst>
            <pc:docMk/>
            <pc:sldMk cId="1091161656" sldId="263"/>
            <ac:spMk id="13" creationId="{11A4E523-0A88-486D-4897-F7699CEFFFCB}"/>
          </ac:spMkLst>
        </pc:spChg>
        <pc:spChg chg="mod">
          <ac:chgData name="Toby Donaldson" userId="2e6e5431-bb17-4c41-9985-d39c50d83c73" providerId="ADAL" clId="{F31BC264-820E-54C4-A6D1-F92AF9CC222E}" dt="2026-06-09T03:52:40.247" v="564"/>
          <ac:spMkLst>
            <pc:docMk/>
            <pc:sldMk cId="1091161656" sldId="263"/>
            <ac:spMk id="14" creationId="{2B828573-C616-997B-4C98-DDB4C99B06A1}"/>
          </ac:spMkLst>
        </pc:spChg>
        <pc:spChg chg="mod">
          <ac:chgData name="Toby Donaldson" userId="2e6e5431-bb17-4c41-9985-d39c50d83c73" providerId="ADAL" clId="{F31BC264-820E-54C4-A6D1-F92AF9CC222E}" dt="2026-06-09T03:52:55.573" v="569" actId="20577"/>
          <ac:spMkLst>
            <pc:docMk/>
            <pc:sldMk cId="1091161656" sldId="263"/>
            <ac:spMk id="16" creationId="{802404E3-9AA4-6B82-1146-EF15DF13BF80}"/>
          </ac:spMkLst>
        </pc:spChg>
        <pc:spChg chg="mod">
          <ac:chgData name="Toby Donaldson" userId="2e6e5431-bb17-4c41-9985-d39c50d83c73" providerId="ADAL" clId="{F31BC264-820E-54C4-A6D1-F92AF9CC222E}" dt="2026-06-09T03:52:49.261" v="567"/>
          <ac:spMkLst>
            <pc:docMk/>
            <pc:sldMk cId="1091161656" sldId="263"/>
            <ac:spMk id="17" creationId="{B02CA2C4-7FFC-6144-C01D-B48A6BB984B3}"/>
          </ac:spMkLst>
        </pc:spChg>
        <pc:spChg chg="mod">
          <ac:chgData name="Toby Donaldson" userId="2e6e5431-bb17-4c41-9985-d39c50d83c73" providerId="ADAL" clId="{F31BC264-820E-54C4-A6D1-F92AF9CC222E}" dt="2026-06-09T03:53:03.213" v="570"/>
          <ac:spMkLst>
            <pc:docMk/>
            <pc:sldMk cId="1091161656" sldId="263"/>
            <ac:spMk id="19" creationId="{A18FB23B-5349-4209-262A-2D7AD5323F60}"/>
          </ac:spMkLst>
        </pc:spChg>
        <pc:spChg chg="mod">
          <ac:chgData name="Toby Donaldson" userId="2e6e5431-bb17-4c41-9985-d39c50d83c73" providerId="ADAL" clId="{F31BC264-820E-54C4-A6D1-F92AF9CC222E}" dt="2026-06-09T03:53:03.213" v="570"/>
          <ac:spMkLst>
            <pc:docMk/>
            <pc:sldMk cId="1091161656" sldId="263"/>
            <ac:spMk id="20" creationId="{DC62FC07-3A9D-4F9B-DAAA-5A218F8C3013}"/>
          </ac:spMkLst>
        </pc:spChg>
        <pc:spChg chg="mod">
          <ac:chgData name="Toby Donaldson" userId="2e6e5431-bb17-4c41-9985-d39c50d83c73" providerId="ADAL" clId="{F31BC264-820E-54C4-A6D1-F92AF9CC222E}" dt="2026-06-09T03:53:19.942" v="574" actId="20577"/>
          <ac:spMkLst>
            <pc:docMk/>
            <pc:sldMk cId="1091161656" sldId="263"/>
            <ac:spMk id="22" creationId="{34A03F50-AD96-6A5B-D16C-6FD61892D754}"/>
          </ac:spMkLst>
        </pc:spChg>
        <pc:spChg chg="mod">
          <ac:chgData name="Toby Donaldson" userId="2e6e5431-bb17-4c41-9985-d39c50d83c73" providerId="ADAL" clId="{F31BC264-820E-54C4-A6D1-F92AF9CC222E}" dt="2026-06-09T03:53:11.900" v="572"/>
          <ac:spMkLst>
            <pc:docMk/>
            <pc:sldMk cId="1091161656" sldId="263"/>
            <ac:spMk id="23" creationId="{7F081D0E-D116-9265-A247-53A1F1817658}"/>
          </ac:spMkLst>
        </pc:spChg>
        <pc:spChg chg="mod">
          <ac:chgData name="Toby Donaldson" userId="2e6e5431-bb17-4c41-9985-d39c50d83c73" providerId="ADAL" clId="{F31BC264-820E-54C4-A6D1-F92AF9CC222E}" dt="2026-06-09T03:55:46.354" v="600" actId="20577"/>
          <ac:spMkLst>
            <pc:docMk/>
            <pc:sldMk cId="1091161656" sldId="263"/>
            <ac:spMk id="25" creationId="{DC13D579-2B1A-1D28-4605-F4BADB3525AE}"/>
          </ac:spMkLst>
        </pc:spChg>
        <pc:spChg chg="mod">
          <ac:chgData name="Toby Donaldson" userId="2e6e5431-bb17-4c41-9985-d39c50d83c73" providerId="ADAL" clId="{F31BC264-820E-54C4-A6D1-F92AF9CC222E}" dt="2026-06-09T03:53:26.729" v="575"/>
          <ac:spMkLst>
            <pc:docMk/>
            <pc:sldMk cId="1091161656" sldId="263"/>
            <ac:spMk id="26" creationId="{CFE254BE-13BB-2011-E4DA-1B67D1631752}"/>
          </ac:spMkLst>
        </pc:spChg>
        <pc:spChg chg="mod">
          <ac:chgData name="Toby Donaldson" userId="2e6e5431-bb17-4c41-9985-d39c50d83c73" providerId="ADAL" clId="{F31BC264-820E-54C4-A6D1-F92AF9CC222E}" dt="2026-06-09T03:55:43.417" v="599" actId="20577"/>
          <ac:spMkLst>
            <pc:docMk/>
            <pc:sldMk cId="1091161656" sldId="263"/>
            <ac:spMk id="28" creationId="{4E16BA69-98E7-F92B-2EB8-9C3E1D31F29E}"/>
          </ac:spMkLst>
        </pc:spChg>
        <pc:spChg chg="mod">
          <ac:chgData name="Toby Donaldson" userId="2e6e5431-bb17-4c41-9985-d39c50d83c73" providerId="ADAL" clId="{F31BC264-820E-54C4-A6D1-F92AF9CC222E}" dt="2026-06-09T03:53:27.358" v="576"/>
          <ac:spMkLst>
            <pc:docMk/>
            <pc:sldMk cId="1091161656" sldId="263"/>
            <ac:spMk id="29" creationId="{AB535CFF-DDCD-B96B-F528-619E93C5F531}"/>
          </ac:spMkLst>
        </pc:spChg>
        <pc:grpChg chg="add">
          <ac:chgData name="Toby Donaldson" userId="2e6e5431-bb17-4c41-9985-d39c50d83c73" providerId="ADAL" clId="{F31BC264-820E-54C4-A6D1-F92AF9CC222E}" dt="2026-06-09T03:52:29.383" v="561" actId="164"/>
          <ac:grpSpMkLst>
            <pc:docMk/>
            <pc:sldMk cId="1091161656" sldId="263"/>
            <ac:grpSpMk id="11" creationId="{F5219D3A-D24C-0805-2BFB-2AA17D75B10E}"/>
          </ac:grpSpMkLst>
        </pc:grpChg>
        <pc:grpChg chg="add mod">
          <ac:chgData name="Toby Donaldson" userId="2e6e5431-bb17-4c41-9985-d39c50d83c73" providerId="ADAL" clId="{F31BC264-820E-54C4-A6D1-F92AF9CC222E}" dt="2026-06-09T03:52:44.414" v="565" actId="1076"/>
          <ac:grpSpMkLst>
            <pc:docMk/>
            <pc:sldMk cId="1091161656" sldId="263"/>
            <ac:grpSpMk id="12" creationId="{449ED951-A518-97DF-E2F3-A18F73DD99CF}"/>
          </ac:grpSpMkLst>
        </pc:grpChg>
        <pc:grpChg chg="add mod">
          <ac:chgData name="Toby Donaldson" userId="2e6e5431-bb17-4c41-9985-d39c50d83c73" providerId="ADAL" clId="{F31BC264-820E-54C4-A6D1-F92AF9CC222E}" dt="2026-06-09T03:52:52.968" v="568" actId="1076"/>
          <ac:grpSpMkLst>
            <pc:docMk/>
            <pc:sldMk cId="1091161656" sldId="263"/>
            <ac:grpSpMk id="15" creationId="{32BE47FB-68DF-5BEF-E35C-5336FF8ECBB1}"/>
          </ac:grpSpMkLst>
        </pc:grpChg>
        <pc:grpChg chg="add mod">
          <ac:chgData name="Toby Donaldson" userId="2e6e5431-bb17-4c41-9985-d39c50d83c73" providerId="ADAL" clId="{F31BC264-820E-54C4-A6D1-F92AF9CC222E}" dt="2026-06-09T03:53:08.101" v="571" actId="1076"/>
          <ac:grpSpMkLst>
            <pc:docMk/>
            <pc:sldMk cId="1091161656" sldId="263"/>
            <ac:grpSpMk id="18" creationId="{993633F1-5713-8506-61A8-C1304420C41B}"/>
          </ac:grpSpMkLst>
        </pc:grpChg>
        <pc:grpChg chg="add mod">
          <ac:chgData name="Toby Donaldson" userId="2e6e5431-bb17-4c41-9985-d39c50d83c73" providerId="ADAL" clId="{F31BC264-820E-54C4-A6D1-F92AF9CC222E}" dt="2026-06-09T03:53:15.652" v="573" actId="1076"/>
          <ac:grpSpMkLst>
            <pc:docMk/>
            <pc:sldMk cId="1091161656" sldId="263"/>
            <ac:grpSpMk id="21" creationId="{1F153C53-7951-C911-C2F5-FEF023D466C3}"/>
          </ac:grpSpMkLst>
        </pc:grpChg>
        <pc:grpChg chg="add mod">
          <ac:chgData name="Toby Donaldson" userId="2e6e5431-bb17-4c41-9985-d39c50d83c73" providerId="ADAL" clId="{F31BC264-820E-54C4-A6D1-F92AF9CC222E}" dt="2026-06-09T03:53:38.564" v="580" actId="1076"/>
          <ac:grpSpMkLst>
            <pc:docMk/>
            <pc:sldMk cId="1091161656" sldId="263"/>
            <ac:grpSpMk id="24" creationId="{29A01CCC-639F-C589-DE51-1049378AB65D}"/>
          </ac:grpSpMkLst>
        </pc:grpChg>
        <pc:grpChg chg="add mod">
          <ac:chgData name="Toby Donaldson" userId="2e6e5431-bb17-4c41-9985-d39c50d83c73" providerId="ADAL" clId="{F31BC264-820E-54C4-A6D1-F92AF9CC222E}" dt="2026-06-09T03:53:31.284" v="577" actId="1076"/>
          <ac:grpSpMkLst>
            <pc:docMk/>
            <pc:sldMk cId="1091161656" sldId="263"/>
            <ac:grpSpMk id="27" creationId="{B96E80EF-9402-ACD4-C626-E4E03811A840}"/>
          </ac:grpSpMkLst>
        </pc:grpChg>
        <pc:grpChg chg="add mod">
          <ac:chgData name="Toby Donaldson" userId="2e6e5431-bb17-4c41-9985-d39c50d83c73" providerId="ADAL" clId="{F31BC264-820E-54C4-A6D1-F92AF9CC222E}" dt="2026-06-09T03:56:21.749" v="607" actId="1076"/>
          <ac:grpSpMkLst>
            <pc:docMk/>
            <pc:sldMk cId="1091161656" sldId="263"/>
            <ac:grpSpMk id="51" creationId="{8BDA2F83-8214-E0CC-6F30-89920F4ECC0B}"/>
          </ac:grpSpMkLst>
        </pc:grpChg>
        <pc:cxnChg chg="add mod">
          <ac:chgData name="Toby Donaldson" userId="2e6e5431-bb17-4c41-9985-d39c50d83c73" providerId="ADAL" clId="{F31BC264-820E-54C4-A6D1-F92AF9CC222E}" dt="2026-06-09T03:55:26.215" v="597" actId="14100"/>
          <ac:cxnSpMkLst>
            <pc:docMk/>
            <pc:sldMk cId="1091161656" sldId="263"/>
            <ac:cxnSpMk id="31" creationId="{7835375B-BC79-5349-1A5F-FE3B17783EE8}"/>
          </ac:cxnSpMkLst>
        </pc:cxnChg>
        <pc:cxnChg chg="add mod">
          <ac:chgData name="Toby Donaldson" userId="2e6e5431-bb17-4c41-9985-d39c50d83c73" providerId="ADAL" clId="{F31BC264-820E-54C4-A6D1-F92AF9CC222E}" dt="2026-06-09T03:55:30.083" v="598" actId="14100"/>
          <ac:cxnSpMkLst>
            <pc:docMk/>
            <pc:sldMk cId="1091161656" sldId="263"/>
            <ac:cxnSpMk id="32" creationId="{E73B0DF1-B1AB-807F-0017-4F389C4D9625}"/>
          </ac:cxnSpMkLst>
        </pc:cxnChg>
        <pc:cxnChg chg="add mod">
          <ac:chgData name="Toby Donaldson" userId="2e6e5431-bb17-4c41-9985-d39c50d83c73" providerId="ADAL" clId="{F31BC264-820E-54C4-A6D1-F92AF9CC222E}" dt="2026-06-09T03:55:20.466" v="596" actId="14100"/>
          <ac:cxnSpMkLst>
            <pc:docMk/>
            <pc:sldMk cId="1091161656" sldId="263"/>
            <ac:cxnSpMk id="35" creationId="{ED1DB103-E382-F9F3-16EB-309111B9733B}"/>
          </ac:cxnSpMkLst>
        </pc:cxnChg>
        <pc:cxnChg chg="add mod">
          <ac:chgData name="Toby Donaldson" userId="2e6e5431-bb17-4c41-9985-d39c50d83c73" providerId="ADAL" clId="{F31BC264-820E-54C4-A6D1-F92AF9CC222E}" dt="2026-06-09T03:54:47.999" v="590" actId="14100"/>
          <ac:cxnSpMkLst>
            <pc:docMk/>
            <pc:sldMk cId="1091161656" sldId="263"/>
            <ac:cxnSpMk id="38" creationId="{DA36A213-0284-71F4-EB3F-604BFCF46236}"/>
          </ac:cxnSpMkLst>
        </pc:cxnChg>
        <pc:cxnChg chg="add mod">
          <ac:chgData name="Toby Donaldson" userId="2e6e5431-bb17-4c41-9985-d39c50d83c73" providerId="ADAL" clId="{F31BC264-820E-54C4-A6D1-F92AF9CC222E}" dt="2026-06-09T03:55:10.866" v="595" actId="14100"/>
          <ac:cxnSpMkLst>
            <pc:docMk/>
            <pc:sldMk cId="1091161656" sldId="263"/>
            <ac:cxnSpMk id="41" creationId="{D5046CBE-193E-F046-FC66-DC3D9958A2D9}"/>
          </ac:cxnSpMkLst>
        </pc:cxnChg>
        <pc:cxnChg chg="add mod">
          <ac:chgData name="Toby Donaldson" userId="2e6e5431-bb17-4c41-9985-d39c50d83c73" providerId="ADAL" clId="{F31BC264-820E-54C4-A6D1-F92AF9CC222E}" dt="2026-06-09T03:55:57.582" v="603" actId="14100"/>
          <ac:cxnSpMkLst>
            <pc:docMk/>
            <pc:sldMk cId="1091161656" sldId="263"/>
            <ac:cxnSpMk id="48" creationId="{EFF77EA9-CFED-3362-B686-888B4A649343}"/>
          </ac:cxnSpMkLst>
        </pc:cxnChg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2251480560" sldId="265"/>
        </pc:sldMkLst>
        <pc:spChg chg="mod">
          <ac:chgData name="Toby Donaldson" userId="2e6e5431-bb17-4c41-9985-d39c50d83c73" providerId="ADAL" clId="{F31BC264-820E-54C4-A6D1-F92AF9CC222E}" dt="2026-06-09T04:04:50.649" v="927" actId="27636"/>
          <ac:spMkLst>
            <pc:docMk/>
            <pc:sldMk cId="2251480560" sldId="265"/>
            <ac:spMk id="3" creationId="{F54F7FDB-EEE3-6BA7-0A8A-77E5C6E8299F}"/>
          </ac:spMkLst>
        </pc:spChg>
        <pc:spChg chg="mod">
          <ac:chgData name="Toby Donaldson" userId="2e6e5431-bb17-4c41-9985-d39c50d83c73" providerId="ADAL" clId="{F31BC264-820E-54C4-A6D1-F92AF9CC222E}" dt="2026-06-09T04:02:07.090" v="906" actId="20577"/>
          <ac:spMkLst>
            <pc:docMk/>
            <pc:sldMk cId="2251480560" sldId="265"/>
            <ac:spMk id="18" creationId="{8A197D70-F0C5-A310-DDBC-894669B7AFA4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19" creationId="{7ECE3FE5-0DB5-2B54-51E1-AA0A155D1DB1}"/>
          </ac:spMkLst>
        </pc:spChg>
        <pc:spChg chg="mod">
          <ac:chgData name="Toby Donaldson" userId="2e6e5431-bb17-4c41-9985-d39c50d83c73" providerId="ADAL" clId="{F31BC264-820E-54C4-A6D1-F92AF9CC222E}" dt="2026-06-09T04:02:09.689" v="907" actId="20577"/>
          <ac:spMkLst>
            <pc:docMk/>
            <pc:sldMk cId="2251480560" sldId="265"/>
            <ac:spMk id="20" creationId="{A27C13BC-A0B2-65DB-30D0-768A99A9BD00}"/>
          </ac:spMkLst>
        </pc:spChg>
        <pc:spChg chg="mod">
          <ac:chgData name="Toby Donaldson" userId="2e6e5431-bb17-4c41-9985-d39c50d83c73" providerId="ADAL" clId="{F31BC264-820E-54C4-A6D1-F92AF9CC222E}" dt="2026-06-09T04:02:03.345" v="905" actId="20577"/>
          <ac:spMkLst>
            <pc:docMk/>
            <pc:sldMk cId="2251480560" sldId="265"/>
            <ac:spMk id="22" creationId="{01347192-FB5B-B928-8B09-0D1E7E3E83CE}"/>
          </ac:spMkLst>
        </pc:spChg>
        <pc:spChg chg="mod">
          <ac:chgData name="Toby Donaldson" userId="2e6e5431-bb17-4c41-9985-d39c50d83c73" providerId="ADAL" clId="{F31BC264-820E-54C4-A6D1-F92AF9CC222E}" dt="2026-06-09T04:02:00.329" v="904" actId="20577"/>
          <ac:spMkLst>
            <pc:docMk/>
            <pc:sldMk cId="2251480560" sldId="265"/>
            <ac:spMk id="24" creationId="{47AE7CB2-BD4A-A1CA-A1F4-C6F0143739C7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5" creationId="{6D8F9ADF-0173-11BC-49D1-6869932F27BC}"/>
          </ac:spMkLst>
        </pc:spChg>
        <pc:spChg chg="mod">
          <ac:chgData name="Toby Donaldson" userId="2e6e5431-bb17-4c41-9985-d39c50d83c73" providerId="ADAL" clId="{F31BC264-820E-54C4-A6D1-F92AF9CC222E}" dt="2026-06-09T04:01:57.046" v="903" actId="20577"/>
          <ac:spMkLst>
            <pc:docMk/>
            <pc:sldMk cId="2251480560" sldId="265"/>
            <ac:spMk id="26" creationId="{5CE38307-E4BE-0FFF-F8BD-44407F7D6441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7" creationId="{A5DB1145-94A5-B377-6B67-9F46DB21BB66}"/>
          </ac:spMkLst>
        </pc:spChg>
        <pc:spChg chg="mod">
          <ac:chgData name="Toby Donaldson" userId="2e6e5431-bb17-4c41-9985-d39c50d83c73" providerId="ADAL" clId="{F31BC264-820E-54C4-A6D1-F92AF9CC222E}" dt="2026-06-09T04:01:54.510" v="902" actId="20577"/>
          <ac:spMkLst>
            <pc:docMk/>
            <pc:sldMk cId="2251480560" sldId="265"/>
            <ac:spMk id="28" creationId="{F4A53BE0-6BEE-B5DE-5919-9D429AE27158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29" creationId="{9B7540ED-F758-6CE2-46E7-1B9A2CADC8FC}"/>
          </ac:spMkLst>
        </pc:spChg>
        <pc:spChg chg="mod">
          <ac:chgData name="Toby Donaldson" userId="2e6e5431-bb17-4c41-9985-d39c50d83c73" providerId="ADAL" clId="{F31BC264-820E-54C4-A6D1-F92AF9CC222E}" dt="2026-06-09T04:01:51.819" v="901" actId="20577"/>
          <ac:spMkLst>
            <pc:docMk/>
            <pc:sldMk cId="2251480560" sldId="265"/>
            <ac:spMk id="30" creationId="{D1F496CE-7283-36EE-717B-0FACE5745DA5}"/>
          </ac:spMkLst>
        </pc:spChg>
        <pc:spChg chg="mod">
          <ac:chgData name="Toby Donaldson" userId="2e6e5431-bb17-4c41-9985-d39c50d83c73" providerId="ADAL" clId="{F31BC264-820E-54C4-A6D1-F92AF9CC222E}" dt="2026-06-09T04:01:47.775" v="900"/>
          <ac:spMkLst>
            <pc:docMk/>
            <pc:sldMk cId="2251480560" sldId="265"/>
            <ac:spMk id="31" creationId="{7D6B67CC-7F59-D2D8-B304-78F9BE4ABF71}"/>
          </ac:spMkLst>
        </pc:spChg>
        <pc:spChg chg="add mod">
          <ac:chgData name="Toby Donaldson" userId="2e6e5431-bb17-4c41-9985-d39c50d83c73" providerId="ADAL" clId="{F31BC264-820E-54C4-A6D1-F92AF9CC222E}" dt="2026-06-09T04:07:24.245" v="1069" actId="1076"/>
          <ac:spMkLst>
            <pc:docMk/>
            <pc:sldMk cId="2251480560" sldId="265"/>
            <ac:spMk id="38" creationId="{66ACE52F-A26C-4AA1-99AB-3E092A1F361B}"/>
          </ac:spMkLst>
        </pc:spChg>
        <pc:spChg chg="add mod">
          <ac:chgData name="Toby Donaldson" userId="2e6e5431-bb17-4c41-9985-d39c50d83c73" providerId="ADAL" clId="{F31BC264-820E-54C4-A6D1-F92AF9CC222E}" dt="2026-06-09T04:11:07.472" v="1307" actId="1076"/>
          <ac:spMkLst>
            <pc:docMk/>
            <pc:sldMk cId="2251480560" sldId="265"/>
            <ac:spMk id="39" creationId="{E8190F06-F42E-3310-463F-A1CE58A22D2A}"/>
          </ac:spMkLst>
        </pc:spChg>
        <pc:spChg chg="add mod">
          <ac:chgData name="Toby Donaldson" userId="2e6e5431-bb17-4c41-9985-d39c50d83c73" providerId="ADAL" clId="{F31BC264-820E-54C4-A6D1-F92AF9CC222E}" dt="2026-06-09T04:10:08.945" v="1271" actId="1076"/>
          <ac:spMkLst>
            <pc:docMk/>
            <pc:sldMk cId="2251480560" sldId="265"/>
            <ac:spMk id="40" creationId="{7D86CAD0-20AB-4000-6D5E-2BA8B4E03423}"/>
          </ac:spMkLst>
        </pc:s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5" creationId="{B9BEBB7B-92FD-DFCF-661B-52C6BDA4E54E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6" creationId="{872FCCF4-9E86-23FA-4B75-8BABF2AA0E6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7" creationId="{EFFCA7D7-FF39-5876-FA10-D7E26087DDE7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8" creationId="{858FCC5B-4A18-19FD-B51E-4A5631316E63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9" creationId="{59548799-E164-BD3B-A54C-7C4F6D4533C0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10" creationId="{260585BC-99B0-3174-A323-5692DA03FB5A}"/>
          </ac:grpSpMkLst>
        </pc:grpChg>
        <pc:grpChg chg="mod topLvl">
          <ac:chgData name="Toby Donaldson" userId="2e6e5431-bb17-4c41-9985-d39c50d83c73" providerId="ADAL" clId="{F31BC264-820E-54C4-A6D1-F92AF9CC222E}" dt="2026-06-09T04:04:27.913" v="922" actId="1076"/>
          <ac:grpSpMkLst>
            <pc:docMk/>
            <pc:sldMk cId="2251480560" sldId="265"/>
            <ac:grpSpMk id="11" creationId="{CD7795B2-CA73-EDAC-B269-BF033799D23E}"/>
          </ac:grpSpMkLst>
        </pc:grpChg>
        <pc:grpChg chg="add mod">
          <ac:chgData name="Toby Donaldson" userId="2e6e5431-bb17-4c41-9985-d39c50d83c73" providerId="ADAL" clId="{F31BC264-820E-54C4-A6D1-F92AF9CC222E}" dt="2026-06-09T04:04:47.375" v="925" actId="1076"/>
          <ac:grpSpMkLst>
            <pc:docMk/>
            <pc:sldMk cId="2251480560" sldId="265"/>
            <ac:grpSpMk id="37" creationId="{DFCA06D3-EB82-C13B-A675-86CEB104E923}"/>
          </ac:grpSpMkLst>
        </pc:gr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2251480560" sldId="265"/>
            <ac:inkMk id="41" creationId="{CC06B238-D079-1448-9D8D-D188BD08C8EF}"/>
          </ac:inkMkLst>
        </pc:inkChg>
        <pc:cxnChg chg="mod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2" creationId="{5D25576D-B1B3-FF47-8961-68BF99CB82AC}"/>
          </ac:cxnSpMkLst>
        </pc:cxnChg>
        <pc:cxnChg chg="mod topLvl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3" creationId="{E80FDD87-9BF4-81B4-E30A-4AD0597B3C29}"/>
          </ac:cxnSpMkLst>
        </pc:cxnChg>
        <pc:cxnChg chg="mod">
          <ac:chgData name="Toby Donaldson" userId="2e6e5431-bb17-4c41-9985-d39c50d83c73" providerId="ADAL" clId="{F31BC264-820E-54C4-A6D1-F92AF9CC222E}" dt="2026-06-09T04:03:23.763" v="918" actId="14100"/>
          <ac:cxnSpMkLst>
            <pc:docMk/>
            <pc:sldMk cId="2251480560" sldId="265"/>
            <ac:cxnSpMk id="14" creationId="{66421DA2-3259-2693-B082-BC11748F3B9C}"/>
          </ac:cxnSpMkLst>
        </pc:cxnChg>
        <pc:cxnChg chg="mod">
          <ac:chgData name="Toby Donaldson" userId="2e6e5431-bb17-4c41-9985-d39c50d83c73" providerId="ADAL" clId="{F31BC264-820E-54C4-A6D1-F92AF9CC222E}" dt="2026-06-09T04:03:08.973" v="915" actId="12788"/>
          <ac:cxnSpMkLst>
            <pc:docMk/>
            <pc:sldMk cId="2251480560" sldId="265"/>
            <ac:cxnSpMk id="16" creationId="{0CE46D74-C590-F3B6-235E-9665FF417CD3}"/>
          </ac:cxnSpMkLst>
        </pc:cxnChg>
        <pc:cxnChg chg="mod topLvl">
          <ac:chgData name="Toby Donaldson" userId="2e6e5431-bb17-4c41-9985-d39c50d83c73" providerId="ADAL" clId="{F31BC264-820E-54C4-A6D1-F92AF9CC222E}" dt="2026-06-09T04:04:27.913" v="922" actId="1076"/>
          <ac:cxnSpMkLst>
            <pc:docMk/>
            <pc:sldMk cId="2251480560" sldId="265"/>
            <ac:cxnSpMk id="17" creationId="{3A796FAC-BCA0-D13D-C9A8-B575F05C8DAA}"/>
          </ac:cxnSpMkLst>
        </pc:cxnChg>
      </pc:sldChg>
      <pc:sldChg chg="addSp delSp modSp add mod ord">
        <pc:chgData name="Toby Donaldson" userId="2e6e5431-bb17-4c41-9985-d39c50d83c73" providerId="ADAL" clId="{F31BC264-820E-54C4-A6D1-F92AF9CC222E}" dt="2026-06-09T04:14:18.012" v="1433" actId="20578"/>
        <pc:sldMkLst>
          <pc:docMk/>
          <pc:sldMk cId="564830593" sldId="266"/>
        </pc:sldMkLst>
        <pc:spChg chg="mod">
          <ac:chgData name="Toby Donaldson" userId="2e6e5431-bb17-4c41-9985-d39c50d83c73" providerId="ADAL" clId="{F31BC264-820E-54C4-A6D1-F92AF9CC222E}" dt="2026-06-09T04:12:05.061" v="1335" actId="20578"/>
          <ac:spMkLst>
            <pc:docMk/>
            <pc:sldMk cId="564830593" sldId="266"/>
            <ac:spMk id="3" creationId="{74B7E22E-A9A4-7914-BB92-AECA5EF204E8}"/>
          </ac:spMkLst>
        </pc:spChg>
        <pc:spChg chg="mod">
          <ac:chgData name="Toby Donaldson" userId="2e6e5431-bb17-4c41-9985-d39c50d83c73" providerId="ADAL" clId="{F31BC264-820E-54C4-A6D1-F92AF9CC222E}" dt="2026-06-09T04:11:46.939" v="1331" actId="1076"/>
          <ac:spMkLst>
            <pc:docMk/>
            <pc:sldMk cId="564830593" sldId="266"/>
            <ac:spMk id="38" creationId="{0DCEC58B-1BF4-A3B5-60A2-9FF7E251C438}"/>
          </ac:spMkLst>
        </pc:spChg>
      </pc:sldChg>
      <pc:sldChg chg="add ord">
        <pc:chgData name="Toby Donaldson" userId="2e6e5431-bb17-4c41-9985-d39c50d83c73" providerId="ADAL" clId="{F31BC264-820E-54C4-A6D1-F92AF9CC222E}" dt="2026-06-09T04:13:27.729" v="1431" actId="20578"/>
        <pc:sldMkLst>
          <pc:docMk/>
          <pc:sldMk cId="3448458330" sldId="267"/>
        </pc:sldMkLst>
      </pc:sldChg>
      <pc:sldChg chg="addSp delSp modSp add mod ord">
        <pc:chgData name="Toby Donaldson" userId="2e6e5431-bb17-4c41-9985-d39c50d83c73" providerId="ADAL" clId="{F31BC264-820E-54C4-A6D1-F92AF9CC222E}" dt="2026-06-09T04:15:49.761" v="1512" actId="21"/>
        <pc:sldMkLst>
          <pc:docMk/>
          <pc:sldMk cId="2786486047" sldId="268"/>
        </pc:sldMkLst>
        <pc:spChg chg="add mod">
          <ac:chgData name="Toby Donaldson" userId="2e6e5431-bb17-4c41-9985-d39c50d83c73" providerId="ADAL" clId="{F31BC264-820E-54C4-A6D1-F92AF9CC222E}" dt="2026-06-09T04:14:24.731" v="1434"/>
          <ac:spMkLst>
            <pc:docMk/>
            <pc:sldMk cId="2786486047" sldId="268"/>
            <ac:spMk id="4" creationId="{3EA1B574-4384-1C7A-680D-2A63AF4C36CB}"/>
          </ac:spMkLst>
        </pc:spChg>
        <pc:cxnChg chg="mod">
          <ac:chgData name="Toby Donaldson" userId="2e6e5431-bb17-4c41-9985-d39c50d83c73" providerId="ADAL" clId="{F31BC264-820E-54C4-A6D1-F92AF9CC222E}" dt="2026-06-09T04:14:43.488" v="1437" actId="1076"/>
          <ac:cxnSpMkLst>
            <pc:docMk/>
            <pc:sldMk cId="2786486047" sldId="268"/>
            <ac:cxnSpMk id="12" creationId="{040EED7F-E40F-D0C3-05E2-3CDA5B48A40D}"/>
          </ac:cxnSpMkLst>
        </pc:cxnChg>
        <pc:cxnChg chg="add mod">
          <ac:chgData name="Toby Donaldson" userId="2e6e5431-bb17-4c41-9985-d39c50d83c73" providerId="ADAL" clId="{F31BC264-820E-54C4-A6D1-F92AF9CC222E}" dt="2026-06-09T04:14:50.994" v="1440" actId="14100"/>
          <ac:cxnSpMkLst>
            <pc:docMk/>
            <pc:sldMk cId="2786486047" sldId="268"/>
            <ac:cxnSpMk id="33" creationId="{F26699E3-CA5E-3B3A-D68C-74015A67B51B}"/>
          </ac:cxnSpMkLst>
        </pc:cxnChg>
      </pc:sldChg>
      <pc:sldChg chg="add">
        <pc:chgData name="Toby Donaldson" userId="2e6e5431-bb17-4c41-9985-d39c50d83c73" providerId="ADAL" clId="{F31BC264-820E-54C4-A6D1-F92AF9CC222E}" dt="2026-06-09T04:15:43.502" v="1511" actId="2890"/>
        <pc:sldMkLst>
          <pc:docMk/>
          <pc:sldMk cId="1775365488" sldId="269"/>
        </pc:sldMkLst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532730266" sldId="270"/>
        </pc:sldMkLst>
        <pc:spChg chg="add mod">
          <ac:chgData name="Toby Donaldson" userId="2e6e5431-bb17-4c41-9985-d39c50d83c73" providerId="ADAL" clId="{F31BC264-820E-54C4-A6D1-F92AF9CC222E}" dt="2026-06-09T04:18:48.935" v="1598"/>
          <ac:spMkLst>
            <pc:docMk/>
            <pc:sldMk cId="1532730266" sldId="270"/>
            <ac:spMk id="3" creationId="{6CE203EF-44A0-7BFF-F137-D1F793C02F24}"/>
          </ac:spMkLst>
        </pc:spChg>
        <pc:spChg chg="add mod">
          <ac:chgData name="Toby Donaldson" userId="2e6e5431-bb17-4c41-9985-d39c50d83c73" providerId="ADAL" clId="{F31BC264-820E-54C4-A6D1-F92AF9CC222E}" dt="2026-06-09T04:20:06.578" v="1659" actId="113"/>
          <ac:spMkLst>
            <pc:docMk/>
            <pc:sldMk cId="1532730266" sldId="270"/>
            <ac:spMk id="5" creationId="{0598A421-3EF1-4043-A6E0-68931280F01D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532730266" sldId="270"/>
            <ac:inkMk id="6" creationId="{C9E84BBD-0E79-1AE4-A076-693DF624BA00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717266924" sldId="271"/>
        </pc:sldMkLst>
        <pc:spChg chg="mod">
          <ac:chgData name="Toby Donaldson" userId="2e6e5431-bb17-4c41-9985-d39c50d83c73" providerId="ADAL" clId="{F31BC264-820E-54C4-A6D1-F92AF9CC222E}" dt="2026-06-09T19:36:46.591" v="6303" actId="14100"/>
          <ac:spMkLst>
            <pc:docMk/>
            <pc:sldMk cId="1717266924" sldId="271"/>
            <ac:spMk id="5" creationId="{2CF0A960-160C-157F-B85B-747CB4087ACD}"/>
          </ac:spMkLst>
        </pc:spChg>
        <pc:spChg chg="add mod">
          <ac:chgData name="Toby Donaldson" userId="2e6e5431-bb17-4c41-9985-d39c50d83c73" providerId="ADAL" clId="{F31BC264-820E-54C4-A6D1-F92AF9CC222E}" dt="2026-06-09T04:23:20.706" v="1677" actId="1076"/>
          <ac:spMkLst>
            <pc:docMk/>
            <pc:sldMk cId="1717266924" sldId="271"/>
            <ac:spMk id="7" creationId="{DA215B34-4E1D-7CD9-B8B3-AB702F24705E}"/>
          </ac:spMkLst>
        </pc:spChg>
        <pc:picChg chg="mod">
          <ac:chgData name="Toby Donaldson" userId="2e6e5431-bb17-4c41-9985-d39c50d83c73" providerId="ADAL" clId="{F31BC264-820E-54C4-A6D1-F92AF9CC222E}" dt="2026-06-09T04:22:44.968" v="1673" actId="2085"/>
          <ac:picMkLst>
            <pc:docMk/>
            <pc:sldMk cId="1717266924" sldId="271"/>
            <ac:picMk id="4" creationId="{5EB941F1-4347-7B87-94F4-4B41EFCF8CC3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717266924" sldId="271"/>
            <ac:inkMk id="8" creationId="{C0FE7310-64AA-F9FA-E8EF-DD638D6A01DC}"/>
          </ac:inkMkLst>
        </pc:inkChg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403331413" sldId="272"/>
        </pc:sldMkLst>
        <pc:spChg chg="add mod">
          <ac:chgData name="Toby Donaldson" userId="2e6e5431-bb17-4c41-9985-d39c50d83c73" providerId="ADAL" clId="{F31BC264-820E-54C4-A6D1-F92AF9CC222E}" dt="2026-06-09T04:31:41.660" v="2033" actId="20577"/>
          <ac:spMkLst>
            <pc:docMk/>
            <pc:sldMk cId="1403331413" sldId="272"/>
            <ac:spMk id="3" creationId="{9D384B77-817D-3385-3963-6DD555F816C7}"/>
          </ac:spMkLst>
        </pc:spChg>
        <pc:spChg chg="add mod">
          <ac:chgData name="Toby Donaldson" userId="2e6e5431-bb17-4c41-9985-d39c50d83c73" providerId="ADAL" clId="{F31BC264-820E-54C4-A6D1-F92AF9CC222E}" dt="2026-06-09T04:27:46.791" v="1865" actId="1076"/>
          <ac:spMkLst>
            <pc:docMk/>
            <pc:sldMk cId="1403331413" sldId="272"/>
            <ac:spMk id="5" creationId="{30F2B66D-4FD6-FFA4-1D78-8FA29ADC3BD3}"/>
          </ac:spMkLst>
        </pc:spChg>
        <pc:spChg chg="add mod">
          <ac:chgData name="Toby Donaldson" userId="2e6e5431-bb17-4c41-9985-d39c50d83c73" providerId="ADAL" clId="{F31BC264-820E-54C4-A6D1-F92AF9CC222E}" dt="2026-06-09T04:27:46.791" v="1865" actId="1076"/>
          <ac:spMkLst>
            <pc:docMk/>
            <pc:sldMk cId="1403331413" sldId="272"/>
            <ac:spMk id="6" creationId="{6CBCECE0-A506-7EDF-DF5E-990CA9232C27}"/>
          </ac:spMkLst>
        </pc:spChg>
        <pc:spChg chg="add mod">
          <ac:chgData name="Toby Donaldson" userId="2e6e5431-bb17-4c41-9985-d39c50d83c73" providerId="ADAL" clId="{F31BC264-820E-54C4-A6D1-F92AF9CC222E}" dt="2026-06-09T04:31:12.106" v="2028" actId="1076"/>
          <ac:spMkLst>
            <pc:docMk/>
            <pc:sldMk cId="1403331413" sldId="272"/>
            <ac:spMk id="15" creationId="{F427EFB5-AD28-55A9-6289-C245268BA73F}"/>
          </ac:spMkLst>
        </pc:spChg>
        <pc:spChg chg="add mod">
          <ac:chgData name="Toby Donaldson" userId="2e6e5431-bb17-4c41-9985-d39c50d83c73" providerId="ADAL" clId="{F31BC264-820E-54C4-A6D1-F92AF9CC222E}" dt="2026-06-09T04:31:12.106" v="2028" actId="1076"/>
          <ac:spMkLst>
            <pc:docMk/>
            <pc:sldMk cId="1403331413" sldId="272"/>
            <ac:spMk id="16" creationId="{F087C38F-11D0-AC62-4BDA-9EAF28B97680}"/>
          </ac:spMkLst>
        </pc:spChg>
        <pc:picChg chg="mod">
          <ac:chgData name="Toby Donaldson" userId="2e6e5431-bb17-4c41-9985-d39c50d83c73" providerId="ADAL" clId="{F31BC264-820E-54C4-A6D1-F92AF9CC222E}" dt="2026-06-09T04:27:46.791" v="1865" actId="1076"/>
          <ac:picMkLst>
            <pc:docMk/>
            <pc:sldMk cId="1403331413" sldId="272"/>
            <ac:picMk id="4" creationId="{9CE7EF84-C4DA-68B0-7B91-D5ABD826E845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403331413" sldId="272"/>
            <ac:inkMk id="17" creationId="{301C84DB-9A1D-22E2-D66B-066171E1DC48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675940344" sldId="273"/>
        </pc:sldMkLst>
        <pc:spChg chg="add mod">
          <ac:chgData name="Toby Donaldson" userId="2e6e5431-bb17-4c41-9985-d39c50d83c73" providerId="ADAL" clId="{F31BC264-820E-54C4-A6D1-F92AF9CC222E}" dt="2026-06-09T04:34:12.983" v="2150" actId="1076"/>
          <ac:spMkLst>
            <pc:docMk/>
            <pc:sldMk cId="1675940344" sldId="273"/>
            <ac:spMk id="4" creationId="{7695213A-FC15-F2C1-381C-45F8A1916825}"/>
          </ac:spMkLst>
        </pc:spChg>
        <pc:spChg chg="add mod">
          <ac:chgData name="Toby Donaldson" userId="2e6e5431-bb17-4c41-9985-d39c50d83c73" providerId="ADAL" clId="{F31BC264-820E-54C4-A6D1-F92AF9CC222E}" dt="2026-06-09T04:35:01.500" v="2212" actId="1076"/>
          <ac:spMkLst>
            <pc:docMk/>
            <pc:sldMk cId="1675940344" sldId="273"/>
            <ac:spMk id="5" creationId="{4EFC3613-D0F3-5F43-7AE5-A6EE29FA9BC7}"/>
          </ac:spMkLst>
        </pc:spChg>
        <pc:spChg chg="add mod">
          <ac:chgData name="Toby Donaldson" userId="2e6e5431-bb17-4c41-9985-d39c50d83c73" providerId="ADAL" clId="{F31BC264-820E-54C4-A6D1-F92AF9CC222E}" dt="2026-06-09T04:36:00.337" v="2233" actId="692"/>
          <ac:spMkLst>
            <pc:docMk/>
            <pc:sldMk cId="1675940344" sldId="273"/>
            <ac:spMk id="7" creationId="{BA79E676-20FC-AB23-80E5-96D8AC34F194}"/>
          </ac:spMkLst>
        </pc:spChg>
        <pc:picChg chg="mod">
          <ac:chgData name="Toby Donaldson" userId="2e6e5431-bb17-4c41-9985-d39c50d83c73" providerId="ADAL" clId="{F31BC264-820E-54C4-A6D1-F92AF9CC222E}" dt="2026-06-09T04:34:01.170" v="2147" actId="1076"/>
          <ac:picMkLst>
            <pc:docMk/>
            <pc:sldMk cId="1675940344" sldId="273"/>
            <ac:picMk id="3" creationId="{C2992BF4-3CB4-2590-02B3-A09C9DA4DDD0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675940344" sldId="273"/>
            <ac:inkMk id="8" creationId="{63B89271-34E6-9666-A2EA-8AA3F66D0ED4}"/>
          </ac:inkMkLst>
        </pc:inkChg>
      </pc:sldChg>
      <pc:sldChg chg="addSp add">
        <pc:chgData name="Toby Donaldson" userId="2e6e5431-bb17-4c41-9985-d39c50d83c73" providerId="ADAL" clId="{F31BC264-820E-54C4-A6D1-F92AF9CC222E}" dt="2026-06-09T21:36:42.635" v="6319"/>
        <pc:sldMkLst>
          <pc:docMk/>
          <pc:sldMk cId="2779663032" sldId="274"/>
        </pc:sldMkLst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2779663032" sldId="274"/>
            <ac:inkMk id="4" creationId="{772A9A47-9788-6967-F4E8-F7A76298BC22}"/>
          </ac:inkMkLst>
        </pc:inkChg>
      </pc:sldChg>
      <pc:sldChg chg="addSp modSp new mod">
        <pc:chgData name="Toby Donaldson" userId="2e6e5431-bb17-4c41-9985-d39c50d83c73" providerId="ADAL" clId="{F31BC264-820E-54C4-A6D1-F92AF9CC222E}" dt="2026-06-09T21:36:42.635" v="6319"/>
        <pc:sldMkLst>
          <pc:docMk/>
          <pc:sldMk cId="829582894" sldId="275"/>
        </pc:sldMkLst>
        <pc:spChg chg="mod">
          <ac:chgData name="Toby Donaldson" userId="2e6e5431-bb17-4c41-9985-d39c50d83c73" providerId="ADAL" clId="{F31BC264-820E-54C4-A6D1-F92AF9CC222E}" dt="2026-06-09T04:38:38.404" v="2282" actId="14100"/>
          <ac:spMkLst>
            <pc:docMk/>
            <pc:sldMk cId="829582894" sldId="275"/>
            <ac:spMk id="2" creationId="{0A22EFB2-202B-5287-276B-D85926D2B6AD}"/>
          </ac:spMkLst>
        </pc:spChg>
        <pc:spChg chg="mod">
          <ac:chgData name="Toby Donaldson" userId="2e6e5431-bb17-4c41-9985-d39c50d83c73" providerId="ADAL" clId="{F31BC264-820E-54C4-A6D1-F92AF9CC222E}" dt="2026-06-09T05:05:46.131" v="3414"/>
          <ac:spMkLst>
            <pc:docMk/>
            <pc:sldMk cId="829582894" sldId="275"/>
            <ac:spMk id="3" creationId="{00692817-B0F5-CD28-0D8B-649B9E62DC70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3" creationId="{ABAEBF32-10F4-452F-C391-7F57B84E1BBB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4" creationId="{A0506C0E-7919-7326-86C5-4F7E7A9DB604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8" creationId="{05DCB5AE-A24F-E711-0FFC-4C5CB7347608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30" creationId="{2166AE7C-4CA9-95FB-A9CA-6C7EBB321189}"/>
          </ac:spMkLst>
        </pc:spChg>
        <pc:spChg chg="mod">
          <ac:chgData name="Toby Donaldson" userId="2e6e5431-bb17-4c41-9985-d39c50d83c73" providerId="ADAL" clId="{F31BC264-820E-54C4-A6D1-F92AF9CC222E}" dt="2026-06-09T04:38:04.568" v="2253"/>
          <ac:spMkLst>
            <pc:docMk/>
            <pc:sldMk cId="829582894" sldId="275"/>
            <ac:spMk id="31" creationId="{0F6429F8-8FE8-4DB2-E6F4-CF0AEFC23C65}"/>
          </ac:spMkLst>
        </pc:spChg>
        <pc:grpChg chg="mod">
          <ac:chgData name="Toby Donaldson" userId="2e6e5431-bb17-4c41-9985-d39c50d83c73" providerId="ADAL" clId="{F31BC264-820E-54C4-A6D1-F92AF9CC222E}" dt="2026-06-09T04:38:14.766" v="2255" actId="1076"/>
          <ac:grpSpMkLst>
            <pc:docMk/>
            <pc:sldMk cId="829582894" sldId="275"/>
            <ac:grpSpMk id="4" creationId="{4A9C4A4E-1118-1AD3-9D41-9C3B64870900}"/>
          </ac:grpSpMkLst>
        </pc:gr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829582894" sldId="275"/>
            <ac:inkMk id="32" creationId="{6286591E-2310-9BDA-8421-1CF787324066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1525370219" sldId="276"/>
        </pc:sldMkLst>
        <pc:spChg chg="mod">
          <ac:chgData name="Toby Donaldson" userId="2e6e5431-bb17-4c41-9985-d39c50d83c73" providerId="ADAL" clId="{F31BC264-820E-54C4-A6D1-F92AF9CC222E}" dt="2026-06-09T05:05:25.320" v="3412" actId="20577"/>
          <ac:spMkLst>
            <pc:docMk/>
            <pc:sldMk cId="1525370219" sldId="276"/>
            <ac:spMk id="3" creationId="{1DD7C42D-DAF0-51AD-CBBC-FEDA41164DCE}"/>
          </ac:spMkLst>
        </pc:spChg>
        <pc:spChg chg="add mod">
          <ac:chgData name="Toby Donaldson" userId="2e6e5431-bb17-4c41-9985-d39c50d83c73" providerId="ADAL" clId="{F31BC264-820E-54C4-A6D1-F92AF9CC222E}" dt="2026-06-09T04:45:30.629" v="2628" actId="20577"/>
          <ac:spMkLst>
            <pc:docMk/>
            <pc:sldMk cId="1525370219" sldId="276"/>
            <ac:spMk id="33" creationId="{D8086557-AB19-55C8-821F-C7D4796ADA19}"/>
          </ac:spMkLst>
        </pc:spChg>
        <pc:spChg chg="add mod">
          <ac:chgData name="Toby Donaldson" userId="2e6e5431-bb17-4c41-9985-d39c50d83c73" providerId="ADAL" clId="{F31BC264-820E-54C4-A6D1-F92AF9CC222E}" dt="2026-06-09T04:48:32.502" v="2639" actId="171"/>
          <ac:spMkLst>
            <pc:docMk/>
            <pc:sldMk cId="1525370219" sldId="276"/>
            <ac:spMk id="34" creationId="{76D58B7C-29B1-A23D-907F-338DCF4E67AD}"/>
          </ac:spMkLst>
        </pc:spChg>
        <pc:spChg chg="add mod">
          <ac:chgData name="Toby Donaldson" userId="2e6e5431-bb17-4c41-9985-d39c50d83c73" providerId="ADAL" clId="{F31BC264-820E-54C4-A6D1-F92AF9CC222E}" dt="2026-06-09T04:48:25.204" v="2638" actId="692"/>
          <ac:spMkLst>
            <pc:docMk/>
            <pc:sldMk cId="1525370219" sldId="276"/>
            <ac:spMk id="35" creationId="{976DDA84-2191-A221-4853-B0CEDB3199DD}"/>
          </ac:spMkLst>
        </pc:spChg>
        <pc:spChg chg="add mod">
          <ac:chgData name="Toby Donaldson" userId="2e6e5431-bb17-4c41-9985-d39c50d83c73" providerId="ADAL" clId="{F31BC264-820E-54C4-A6D1-F92AF9CC222E}" dt="2026-06-09T04:48:52.790" v="2642" actId="20577"/>
          <ac:spMkLst>
            <pc:docMk/>
            <pc:sldMk cId="1525370219" sldId="276"/>
            <ac:spMk id="36" creationId="{638AAF04-E856-D02A-2448-F89E14754B90}"/>
          </ac:spMkLst>
        </pc:spChg>
        <pc:spChg chg="add mod">
          <ac:chgData name="Toby Donaldson" userId="2e6e5431-bb17-4c41-9985-d39c50d83c73" providerId="ADAL" clId="{F31BC264-820E-54C4-A6D1-F92AF9CC222E}" dt="2026-06-09T04:49:05.068" v="2645" actId="1076"/>
          <ac:spMkLst>
            <pc:docMk/>
            <pc:sldMk cId="1525370219" sldId="276"/>
            <ac:spMk id="37" creationId="{C702BC2C-4E3A-6F03-DCD5-D491843E0187}"/>
          </ac:spMkLst>
        </pc:spChg>
        <pc:spChg chg="add mod">
          <ac:chgData name="Toby Donaldson" userId="2e6e5431-bb17-4c41-9985-d39c50d83c73" providerId="ADAL" clId="{F31BC264-820E-54C4-A6D1-F92AF9CC222E}" dt="2026-06-09T04:50:01.529" v="2747" actId="313"/>
          <ac:spMkLst>
            <pc:docMk/>
            <pc:sldMk cId="1525370219" sldId="276"/>
            <ac:spMk id="38" creationId="{B8A1893C-6419-F004-DECA-B0F2663C8C25}"/>
          </ac:spMkLst>
        </pc:spChg>
        <pc:spChg chg="add mod">
          <ac:chgData name="Toby Donaldson" userId="2e6e5431-bb17-4c41-9985-d39c50d83c73" providerId="ADAL" clId="{F31BC264-820E-54C4-A6D1-F92AF9CC222E}" dt="2026-06-09T04:51:26.886" v="2844" actId="207"/>
          <ac:spMkLst>
            <pc:docMk/>
            <pc:sldMk cId="1525370219" sldId="276"/>
            <ac:spMk id="39" creationId="{C85B7EA3-C443-DB97-569D-1CEFC58223E9}"/>
          </ac:spMkLst>
        </pc:spChg>
        <pc:picChg chg="add mod">
          <ac:chgData name="Toby Donaldson" userId="2e6e5431-bb17-4c41-9985-d39c50d83c73" providerId="ADAL" clId="{F31BC264-820E-54C4-A6D1-F92AF9CC222E}" dt="2026-06-09T04:46:46.802" v="2630" actId="1076"/>
          <ac:picMkLst>
            <pc:docMk/>
            <pc:sldMk cId="1525370219" sldId="276"/>
            <ac:picMk id="32" creationId="{C0AE5C66-7B5D-4A8D-C761-8ACC320855E8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525370219" sldId="276"/>
            <ac:inkMk id="40" creationId="{7E787FCB-3BD6-2E6E-8461-39D82D9C5C26}"/>
          </ac:inkMkLst>
        </pc:inkChg>
      </pc:sldChg>
      <pc:sldChg chg="modSp add">
        <pc:chgData name="Toby Donaldson" userId="2e6e5431-bb17-4c41-9985-d39c50d83c73" providerId="ADAL" clId="{F31BC264-820E-54C4-A6D1-F92AF9CC222E}" dt="2026-06-09T05:05:31.877" v="3413"/>
        <pc:sldMkLst>
          <pc:docMk/>
          <pc:sldMk cId="4251538934" sldId="277"/>
        </pc:sldMkLst>
        <pc:spChg chg="mod">
          <ac:chgData name="Toby Donaldson" userId="2e6e5431-bb17-4c41-9985-d39c50d83c73" providerId="ADAL" clId="{F31BC264-820E-54C4-A6D1-F92AF9CC222E}" dt="2026-06-09T05:05:31.877" v="3413"/>
          <ac:spMkLst>
            <pc:docMk/>
            <pc:sldMk cId="4251538934" sldId="277"/>
            <ac:spMk id="3" creationId="{13D2A35C-B3F9-A5EE-5A52-29E991973E23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6-09T04:58:30.368" v="3049" actId="207"/>
        <pc:sldMkLst>
          <pc:docMk/>
          <pc:sldMk cId="2979288468" sldId="278"/>
        </pc:sldMkLst>
        <pc:spChg chg="mod">
          <ac:chgData name="Toby Donaldson" userId="2e6e5431-bb17-4c41-9985-d39c50d83c73" providerId="ADAL" clId="{F31BC264-820E-54C4-A6D1-F92AF9CC222E}" dt="2026-06-09T04:58:11.907" v="3048" actId="27636"/>
          <ac:spMkLst>
            <pc:docMk/>
            <pc:sldMk cId="2979288468" sldId="278"/>
            <ac:spMk id="3" creationId="{D0D51199-1A68-187B-5A3A-C8311E6BA63A}"/>
          </ac:spMkLst>
        </pc:spChg>
        <pc:spChg chg="add mod">
          <ac:chgData name="Toby Donaldson" userId="2e6e5431-bb17-4c41-9985-d39c50d83c73" providerId="ADAL" clId="{F31BC264-820E-54C4-A6D1-F92AF9CC222E}" dt="2026-06-09T04:54:28.868" v="2941" actId="1076"/>
          <ac:spMkLst>
            <pc:docMk/>
            <pc:sldMk cId="2979288468" sldId="278"/>
            <ac:spMk id="5" creationId="{87DEC08B-12B6-2AA2-061F-942186E50345}"/>
          </ac:spMkLst>
        </pc:spChg>
        <pc:spChg chg="add mod">
          <ac:chgData name="Toby Donaldson" userId="2e6e5431-bb17-4c41-9985-d39c50d83c73" providerId="ADAL" clId="{F31BC264-820E-54C4-A6D1-F92AF9CC222E}" dt="2026-06-09T04:54:30.700" v="2942" actId="1076"/>
          <ac:spMkLst>
            <pc:docMk/>
            <pc:sldMk cId="2979288468" sldId="278"/>
            <ac:spMk id="6" creationId="{11154DCE-10BB-E6EE-BADB-2A80B869C9A8}"/>
          </ac:spMkLst>
        </pc:spChg>
        <pc:spChg chg="add mod">
          <ac:chgData name="Toby Donaldson" userId="2e6e5431-bb17-4c41-9985-d39c50d83c73" providerId="ADAL" clId="{F31BC264-820E-54C4-A6D1-F92AF9CC222E}" dt="2026-06-09T04:54:33.629" v="2943" actId="1076"/>
          <ac:spMkLst>
            <pc:docMk/>
            <pc:sldMk cId="2979288468" sldId="278"/>
            <ac:spMk id="7" creationId="{014E1FCE-4D73-B4EF-D8D9-B0D47507C2EB}"/>
          </ac:spMkLst>
        </pc:spChg>
        <pc:spChg chg="add mod">
          <ac:chgData name="Toby Donaldson" userId="2e6e5431-bb17-4c41-9985-d39c50d83c73" providerId="ADAL" clId="{F31BC264-820E-54C4-A6D1-F92AF9CC222E}" dt="2026-06-09T04:54:36.701" v="2944" actId="1076"/>
          <ac:spMkLst>
            <pc:docMk/>
            <pc:sldMk cId="2979288468" sldId="278"/>
            <ac:spMk id="8" creationId="{E0436F36-5C8F-76B2-0B58-519EFD5E31EA}"/>
          </ac:spMkLst>
        </pc:spChg>
        <pc:spChg chg="add mod">
          <ac:chgData name="Toby Donaldson" userId="2e6e5431-bb17-4c41-9985-d39c50d83c73" providerId="ADAL" clId="{F31BC264-820E-54C4-A6D1-F92AF9CC222E}" dt="2026-06-09T04:54:40.532" v="2945" actId="1076"/>
          <ac:spMkLst>
            <pc:docMk/>
            <pc:sldMk cId="2979288468" sldId="278"/>
            <ac:spMk id="9" creationId="{CF86DC66-A239-6E2D-5817-C39B6FC61BA1}"/>
          </ac:spMkLst>
        </pc:spChg>
        <pc:spChg chg="add mod">
          <ac:chgData name="Toby Donaldson" userId="2e6e5431-bb17-4c41-9985-d39c50d83c73" providerId="ADAL" clId="{F31BC264-820E-54C4-A6D1-F92AF9CC222E}" dt="2026-06-09T04:57:06.384" v="3006" actId="1076"/>
          <ac:spMkLst>
            <pc:docMk/>
            <pc:sldMk cId="2979288468" sldId="278"/>
            <ac:spMk id="21" creationId="{BE1DB34E-6F5F-A98A-B048-64C594545767}"/>
          </ac:spMkLst>
        </pc:spChg>
        <pc:spChg chg="add mod">
          <ac:chgData name="Toby Donaldson" userId="2e6e5431-bb17-4c41-9985-d39c50d83c73" providerId="ADAL" clId="{F31BC264-820E-54C4-A6D1-F92AF9CC222E}" dt="2026-06-09T04:56:40.445" v="3002" actId="1076"/>
          <ac:spMkLst>
            <pc:docMk/>
            <pc:sldMk cId="2979288468" sldId="278"/>
            <ac:spMk id="22" creationId="{F6890AC5-1E3A-6E04-16D0-61B7072E712D}"/>
          </ac:spMkLst>
        </pc:spChg>
        <pc:spChg chg="add mod">
          <ac:chgData name="Toby Donaldson" userId="2e6e5431-bb17-4c41-9985-d39c50d83c73" providerId="ADAL" clId="{F31BC264-820E-54C4-A6D1-F92AF9CC222E}" dt="2026-06-09T04:56:46.184" v="3003" actId="1076"/>
          <ac:spMkLst>
            <pc:docMk/>
            <pc:sldMk cId="2979288468" sldId="278"/>
            <ac:spMk id="23" creationId="{24F50D50-8A74-40D2-FC8F-912C045634F9}"/>
          </ac:spMkLst>
        </pc:spChg>
        <pc:spChg chg="add mod">
          <ac:chgData name="Toby Donaldson" userId="2e6e5431-bb17-4c41-9985-d39c50d83c73" providerId="ADAL" clId="{F31BC264-820E-54C4-A6D1-F92AF9CC222E}" dt="2026-06-09T04:56:52.430" v="3004" actId="14100"/>
          <ac:spMkLst>
            <pc:docMk/>
            <pc:sldMk cId="2979288468" sldId="278"/>
            <ac:spMk id="24" creationId="{A646AA04-AA3E-E401-B692-C5C397A4B395}"/>
          </ac:spMkLst>
        </pc:spChg>
        <pc:spChg chg="add mod">
          <ac:chgData name="Toby Donaldson" userId="2e6e5431-bb17-4c41-9985-d39c50d83c73" providerId="ADAL" clId="{F31BC264-820E-54C4-A6D1-F92AF9CC222E}" dt="2026-06-09T04:57:00.329" v="3005" actId="1076"/>
          <ac:spMkLst>
            <pc:docMk/>
            <pc:sldMk cId="2979288468" sldId="278"/>
            <ac:spMk id="25" creationId="{FFD6F5B6-E8E1-8C40-FE6F-AD1C8CCC93F4}"/>
          </ac:spMkLst>
        </pc:spChg>
        <pc:spChg chg="add mod">
          <ac:chgData name="Toby Donaldson" userId="2e6e5431-bb17-4c41-9985-d39c50d83c73" providerId="ADAL" clId="{F31BC264-820E-54C4-A6D1-F92AF9CC222E}" dt="2026-06-09T04:57:58.447" v="3043" actId="20577"/>
          <ac:spMkLst>
            <pc:docMk/>
            <pc:sldMk cId="2979288468" sldId="278"/>
            <ac:spMk id="26" creationId="{9D1FD7EE-3A84-2DA9-7AA2-C601F08E82FD}"/>
          </ac:spMkLst>
        </pc:spChg>
        <pc:spChg chg="mod">
          <ac:chgData name="Toby Donaldson" userId="2e6e5431-bb17-4c41-9985-d39c50d83c73" providerId="ADAL" clId="{F31BC264-820E-54C4-A6D1-F92AF9CC222E}" dt="2026-06-09T04:53:11.752" v="2926" actId="113"/>
          <ac:spMkLst>
            <pc:docMk/>
            <pc:sldMk cId="2979288468" sldId="278"/>
            <ac:spMk id="38" creationId="{4AE12607-E304-AA51-16B1-BD962240E161}"/>
          </ac:spMkLst>
        </pc:spChg>
        <pc:spChg chg="mod">
          <ac:chgData name="Toby Donaldson" userId="2e6e5431-bb17-4c41-9985-d39c50d83c73" providerId="ADAL" clId="{F31BC264-820E-54C4-A6D1-F92AF9CC222E}" dt="2026-06-09T04:58:30.368" v="3049" actId="207"/>
          <ac:spMkLst>
            <pc:docMk/>
            <pc:sldMk cId="2979288468" sldId="278"/>
            <ac:spMk id="39" creationId="{2BBCA046-0041-314C-5E4F-3CDCB26A6EE2}"/>
          </ac:spMkLst>
        </pc:spChg>
        <pc:cxnChg chg="add">
          <ac:chgData name="Toby Donaldson" userId="2e6e5431-bb17-4c41-9985-d39c50d83c73" providerId="ADAL" clId="{F31BC264-820E-54C4-A6D1-F92AF9CC222E}" dt="2026-06-09T04:54:47.519" v="2946" actId="11529"/>
          <ac:cxnSpMkLst>
            <pc:docMk/>
            <pc:sldMk cId="2979288468" sldId="278"/>
            <ac:cxnSpMk id="11" creationId="{23F383EC-6BE8-1C89-5EA8-D1A78E83873E}"/>
          </ac:cxnSpMkLst>
        </pc:cxnChg>
        <pc:cxnChg chg="add">
          <ac:chgData name="Toby Donaldson" userId="2e6e5431-bb17-4c41-9985-d39c50d83c73" providerId="ADAL" clId="{F31BC264-820E-54C4-A6D1-F92AF9CC222E}" dt="2026-06-09T04:54:53.869" v="2947" actId="11529"/>
          <ac:cxnSpMkLst>
            <pc:docMk/>
            <pc:sldMk cId="2979288468" sldId="278"/>
            <ac:cxnSpMk id="13" creationId="{9D58E781-3211-D0B4-E734-04FBD06C7259}"/>
          </ac:cxnSpMkLst>
        </pc:cxnChg>
        <pc:cxnChg chg="add mod">
          <ac:chgData name="Toby Donaldson" userId="2e6e5431-bb17-4c41-9985-d39c50d83c73" providerId="ADAL" clId="{F31BC264-820E-54C4-A6D1-F92AF9CC222E}" dt="2026-06-09T04:55:03.851" v="2949" actId="14100"/>
          <ac:cxnSpMkLst>
            <pc:docMk/>
            <pc:sldMk cId="2979288468" sldId="278"/>
            <ac:cxnSpMk id="15" creationId="{8E805267-925F-17CD-03D5-6F297D3143E2}"/>
          </ac:cxnSpMkLst>
        </pc:cxnChg>
        <pc:cxnChg chg="add">
          <ac:chgData name="Toby Donaldson" userId="2e6e5431-bb17-4c41-9985-d39c50d83c73" providerId="ADAL" clId="{F31BC264-820E-54C4-A6D1-F92AF9CC222E}" dt="2026-06-09T04:55:28.971" v="2952" actId="11529"/>
          <ac:cxnSpMkLst>
            <pc:docMk/>
            <pc:sldMk cId="2979288468" sldId="278"/>
            <ac:cxnSpMk id="20" creationId="{C597CEF0-B439-B1AF-A027-EA57A57AD42D}"/>
          </ac:cxnSpMkLst>
        </pc:cxnChg>
      </pc:sldChg>
      <pc:sldChg chg="delSp modSp add mod ord">
        <pc:chgData name="Toby Donaldson" userId="2e6e5431-bb17-4c41-9985-d39c50d83c73" providerId="ADAL" clId="{F31BC264-820E-54C4-A6D1-F92AF9CC222E}" dt="2026-06-09T19:56:36.999" v="6305" actId="21"/>
        <pc:sldMkLst>
          <pc:docMk/>
          <pc:sldMk cId="3867704620" sldId="279"/>
        </pc:sldMkLst>
        <pc:spChg chg="mod">
          <ac:chgData name="Toby Donaldson" userId="2e6e5431-bb17-4c41-9985-d39c50d83c73" providerId="ADAL" clId="{F31BC264-820E-54C4-A6D1-F92AF9CC222E}" dt="2026-06-09T04:58:53.313" v="3056" actId="20577"/>
          <ac:spMkLst>
            <pc:docMk/>
            <pc:sldMk cId="3867704620" sldId="279"/>
            <ac:spMk id="39" creationId="{7B43E780-571A-2A94-C657-A0D6BF801814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6-09T05:08:46.690" v="3630" actId="21"/>
        <pc:sldMkLst>
          <pc:docMk/>
          <pc:sldMk cId="2002583262" sldId="280"/>
        </pc:sldMkLst>
        <pc:spChg chg="mod">
          <ac:chgData name="Toby Donaldson" userId="2e6e5431-bb17-4c41-9985-d39c50d83c73" providerId="ADAL" clId="{F31BC264-820E-54C4-A6D1-F92AF9CC222E}" dt="2026-06-09T05:01:39.182" v="3264" actId="14100"/>
          <ac:spMkLst>
            <pc:docMk/>
            <pc:sldMk cId="2002583262" sldId="280"/>
            <ac:spMk id="2" creationId="{71A8E9E0-7611-3966-5477-63E0E34A356F}"/>
          </ac:spMkLst>
        </pc:spChg>
        <pc:spChg chg="mod">
          <ac:chgData name="Toby Donaldson" userId="2e6e5431-bb17-4c41-9985-d39c50d83c73" providerId="ADAL" clId="{F31BC264-820E-54C4-A6D1-F92AF9CC222E}" dt="2026-06-09T05:06:47.924" v="3439" actId="114"/>
          <ac:spMkLst>
            <pc:docMk/>
            <pc:sldMk cId="2002583262" sldId="280"/>
            <ac:spMk id="3" creationId="{E462ED36-42F1-DF71-3BB3-924F2FF54709}"/>
          </ac:spMkLst>
        </pc:spChg>
        <pc:spChg chg="add mod">
          <ac:chgData name="Toby Donaldson" userId="2e6e5431-bb17-4c41-9985-d39c50d83c73" providerId="ADAL" clId="{F31BC264-820E-54C4-A6D1-F92AF9CC222E}" dt="2026-06-09T05:03:58.060" v="3369" actId="1076"/>
          <ac:spMkLst>
            <pc:docMk/>
            <pc:sldMk cId="2002583262" sldId="280"/>
            <ac:spMk id="4" creationId="{5B97B1BB-D9FC-1A46-5922-563B6AB676AA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19" creationId="{11D8183E-3F5E-93BC-99B7-990A2191D314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0" creationId="{55B297CE-E05B-3D0C-B9D9-D954EC6BF315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1" creationId="{C2CA33E5-00D2-02FA-34E3-E16A0CD9A4BA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2" creationId="{D23F9CFD-8EC2-7BF1-E5CB-11A39174B807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3" creationId="{32F522AE-5464-E25F-CEDB-84B7B4413FCD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4" creationId="{C1DE1362-5F30-CBF8-FD64-7359FC0C39C6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5" creationId="{515CB5F9-C3A7-7096-0B42-8400B9528E30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6" creationId="{F380E9A9-8552-D5D4-5577-3215EC4512A9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7" creationId="{D33E1DDA-11FA-4EA8-DBE2-DEEED808B323}"/>
          </ac:spMkLst>
        </pc:spChg>
        <pc:spChg chg="mod">
          <ac:chgData name="Toby Donaldson" userId="2e6e5431-bb17-4c41-9985-d39c50d83c73" providerId="ADAL" clId="{F31BC264-820E-54C4-A6D1-F92AF9CC222E}" dt="2026-06-09T05:03:27.505" v="3364"/>
          <ac:spMkLst>
            <pc:docMk/>
            <pc:sldMk cId="2002583262" sldId="280"/>
            <ac:spMk id="28" creationId="{B5651C18-D74B-A8AA-C3A9-DD169606A934}"/>
          </ac:spMkLst>
        </pc:spChg>
        <pc:grpChg chg="mod">
          <ac:chgData name="Toby Donaldson" userId="2e6e5431-bb17-4c41-9985-d39c50d83c73" providerId="ADAL" clId="{F31BC264-820E-54C4-A6D1-F92AF9CC222E}" dt="2026-06-09T05:04:02.881" v="3370" actId="1076"/>
          <ac:grpSpMkLst>
            <pc:docMk/>
            <pc:sldMk cId="2002583262" sldId="280"/>
            <ac:grpSpMk id="5" creationId="{9CD418E9-AE5C-8D18-B0A2-BA13BEC6C924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851915149" sldId="281"/>
        </pc:sldMkLst>
        <pc:spChg chg="add mod">
          <ac:chgData name="Toby Donaldson" userId="2e6e5431-bb17-4c41-9985-d39c50d83c73" providerId="ADAL" clId="{F31BC264-820E-54C4-A6D1-F92AF9CC222E}" dt="2026-06-09T19:57:52.259" v="6306" actId="207"/>
          <ac:spMkLst>
            <pc:docMk/>
            <pc:sldMk cId="851915149" sldId="281"/>
            <ac:spMk id="33" creationId="{F7A413AA-8960-D051-88CC-4986D3C72A39}"/>
          </ac:spMkLst>
        </pc:spChg>
        <pc:spChg chg="add mod">
          <ac:chgData name="Toby Donaldson" userId="2e6e5431-bb17-4c41-9985-d39c50d83c73" providerId="ADAL" clId="{F31BC264-820E-54C4-A6D1-F92AF9CC222E}" dt="2026-06-09T19:57:56.804" v="6307" actId="207"/>
          <ac:spMkLst>
            <pc:docMk/>
            <pc:sldMk cId="851915149" sldId="281"/>
            <ac:spMk id="34" creationId="{F710EF83-3D53-9742-F1F5-0C043E51B498}"/>
          </ac:spMkLst>
        </pc:spChg>
        <pc:spChg chg="add mod">
          <ac:chgData name="Toby Donaldson" userId="2e6e5431-bb17-4c41-9985-d39c50d83c73" providerId="ADAL" clId="{F31BC264-820E-54C4-A6D1-F92AF9CC222E}" dt="2026-06-09T19:58:05.487" v="6309" actId="207"/>
          <ac:spMkLst>
            <pc:docMk/>
            <pc:sldMk cId="851915149" sldId="281"/>
            <ac:spMk id="35" creationId="{3B1B8032-803C-105F-0EA9-4A8BD4FAA894}"/>
          </ac:spMkLst>
        </pc:spChg>
        <pc:spChg chg="add mod">
          <ac:chgData name="Toby Donaldson" userId="2e6e5431-bb17-4c41-9985-d39c50d83c73" providerId="ADAL" clId="{F31BC264-820E-54C4-A6D1-F92AF9CC222E}" dt="2026-06-09T19:58:00.921" v="6308" actId="207"/>
          <ac:spMkLst>
            <pc:docMk/>
            <pc:sldMk cId="851915149" sldId="281"/>
            <ac:spMk id="37" creationId="{FED4B989-29B0-8A31-595F-35B0C4813A18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851915149" sldId="281"/>
            <ac:inkMk id="38" creationId="{CA43A210-3631-41AD-F67F-9F2D4348475D}"/>
          </ac:inkMkLst>
        </pc:inkChg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3641487090" sldId="282"/>
        </pc:sldMkLst>
        <pc:spChg chg="add mod">
          <ac:chgData name="Toby Donaldson" userId="2e6e5431-bb17-4c41-9985-d39c50d83c73" providerId="ADAL" clId="{F31BC264-820E-54C4-A6D1-F92AF9CC222E}" dt="2026-06-09T19:58:14.204" v="6310" actId="207"/>
          <ac:spMkLst>
            <pc:docMk/>
            <pc:sldMk cId="3641487090" sldId="282"/>
            <ac:spMk id="4" creationId="{7D3ECEBB-029F-42CF-D799-D3DF8272003C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3641487090" sldId="282"/>
            <ac:inkMk id="38" creationId="{C16120D3-233B-3D42-2A56-CAF926169AD0}"/>
          </ac:inkMkLst>
        </pc:inkChg>
      </pc:sldChg>
      <pc:sldChg chg="addSp modSp add mod">
        <pc:chgData name="Toby Donaldson" userId="2e6e5431-bb17-4c41-9985-d39c50d83c73" providerId="ADAL" clId="{F31BC264-820E-54C4-A6D1-F92AF9CC222E}" dt="2026-06-09T19:58:29.404" v="6312" actId="207"/>
        <pc:sldMkLst>
          <pc:docMk/>
          <pc:sldMk cId="2637133452" sldId="283"/>
        </pc:sldMkLst>
        <pc:spChg chg="add mod">
          <ac:chgData name="Toby Donaldson" userId="2e6e5431-bb17-4c41-9985-d39c50d83c73" providerId="ADAL" clId="{F31BC264-820E-54C4-A6D1-F92AF9CC222E}" dt="2026-06-09T19:58:25.837" v="6311" actId="207"/>
          <ac:spMkLst>
            <pc:docMk/>
            <pc:sldMk cId="2637133452" sldId="283"/>
            <ac:spMk id="38" creationId="{3D6AB84F-8A40-6CE2-2D39-E78EA60FC97E}"/>
          </ac:spMkLst>
        </pc:spChg>
        <pc:spChg chg="add mod">
          <ac:chgData name="Toby Donaldson" userId="2e6e5431-bb17-4c41-9985-d39c50d83c73" providerId="ADAL" clId="{F31BC264-820E-54C4-A6D1-F92AF9CC222E}" dt="2026-06-09T19:58:29.404" v="6312" actId="207"/>
          <ac:spMkLst>
            <pc:docMk/>
            <pc:sldMk cId="2637133452" sldId="283"/>
            <ac:spMk id="39" creationId="{51DB53DC-6CB5-C7E1-FA14-4461F2A0A708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6-09T05:21:57.657" v="3999" actId="21"/>
        <pc:sldMkLst>
          <pc:docMk/>
          <pc:sldMk cId="4229251929" sldId="284"/>
        </pc:sldMkLst>
        <pc:spChg chg="add mod">
          <ac:chgData name="Toby Donaldson" userId="2e6e5431-bb17-4c41-9985-d39c50d83c73" providerId="ADAL" clId="{F31BC264-820E-54C4-A6D1-F92AF9CC222E}" dt="2026-06-09T05:16:24.414" v="3848" actId="1076"/>
          <ac:spMkLst>
            <pc:docMk/>
            <pc:sldMk cId="4229251929" sldId="284"/>
            <ac:spMk id="33" creationId="{30918EC5-577C-75EF-AF4C-5C172C580556}"/>
          </ac:spMkLst>
        </pc:spChg>
        <pc:spChg chg="add mod">
          <ac:chgData name="Toby Donaldson" userId="2e6e5431-bb17-4c41-9985-d39c50d83c73" providerId="ADAL" clId="{F31BC264-820E-54C4-A6D1-F92AF9CC222E}" dt="2026-06-09T05:21:50.493" v="3998" actId="113"/>
          <ac:spMkLst>
            <pc:docMk/>
            <pc:sldMk cId="4229251929" sldId="284"/>
            <ac:spMk id="35" creationId="{EAD940CB-0151-39AA-99CA-E9ED8C097992}"/>
          </ac:spMkLst>
        </pc:spChg>
        <pc:picChg chg="add mod">
          <ac:chgData name="Toby Donaldson" userId="2e6e5431-bb17-4c41-9985-d39c50d83c73" providerId="ADAL" clId="{F31BC264-820E-54C4-A6D1-F92AF9CC222E}" dt="2026-06-09T05:16:39.515" v="3850" actId="1076"/>
          <ac:picMkLst>
            <pc:docMk/>
            <pc:sldMk cId="4229251929" sldId="284"/>
            <ac:picMk id="34" creationId="{1401EE15-3FE8-96FF-B8FA-0F94C28C58EB}"/>
          </ac:picMkLst>
        </pc:picChg>
      </pc:sldChg>
      <pc:sldChg chg="addSp modSp add mod ord">
        <pc:chgData name="Toby Donaldson" userId="2e6e5431-bb17-4c41-9985-d39c50d83c73" providerId="ADAL" clId="{F31BC264-820E-54C4-A6D1-F92AF9CC222E}" dt="2026-06-09T21:36:42.635" v="6319"/>
        <pc:sldMkLst>
          <pc:docMk/>
          <pc:sldMk cId="1603748545" sldId="285"/>
        </pc:sldMkLst>
        <pc:spChg chg="mod">
          <ac:chgData name="Toby Donaldson" userId="2e6e5431-bb17-4c41-9985-d39c50d83c73" providerId="ADAL" clId="{F31BC264-820E-54C4-A6D1-F92AF9CC222E}" dt="2026-06-09T05:22:14.545" v="4003" actId="20577"/>
          <ac:spMkLst>
            <pc:docMk/>
            <pc:sldMk cId="1603748545" sldId="285"/>
            <ac:spMk id="35" creationId="{7802EC82-E412-2FAF-41BF-51A38B539E7F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603748545" sldId="285"/>
            <ac:inkMk id="4" creationId="{558A236A-6042-6A42-6002-ED1BE7AACD55}"/>
          </ac:inkMkLst>
        </pc:inkChg>
      </pc:sldChg>
      <pc:sldChg chg="addSp modSp new mod">
        <pc:chgData name="Toby Donaldson" userId="2e6e5431-bb17-4c41-9985-d39c50d83c73" providerId="ADAL" clId="{F31BC264-820E-54C4-A6D1-F92AF9CC222E}" dt="2026-06-09T21:36:42.635" v="6319"/>
        <pc:sldMkLst>
          <pc:docMk/>
          <pc:sldMk cId="1809626557" sldId="286"/>
        </pc:sldMkLst>
        <pc:spChg chg="mod">
          <ac:chgData name="Toby Donaldson" userId="2e6e5431-bb17-4c41-9985-d39c50d83c73" providerId="ADAL" clId="{F31BC264-820E-54C4-A6D1-F92AF9CC222E}" dt="2026-06-09T05:29:55.054" v="4019" actId="20577"/>
          <ac:spMkLst>
            <pc:docMk/>
            <pc:sldMk cId="1809626557" sldId="286"/>
            <ac:spMk id="2" creationId="{81625BFB-29F9-4F25-025A-CB42AE5D13FF}"/>
          </ac:spMkLst>
        </pc:spChg>
        <pc:spChg chg="mod">
          <ac:chgData name="Toby Donaldson" userId="2e6e5431-bb17-4c41-9985-d39c50d83c73" providerId="ADAL" clId="{F31BC264-820E-54C4-A6D1-F92AF9CC222E}" dt="2026-06-09T05:37:30.070" v="4644" actId="14"/>
          <ac:spMkLst>
            <pc:docMk/>
            <pc:sldMk cId="1809626557" sldId="286"/>
            <ac:spMk id="3" creationId="{06D16893-CDF4-2AA6-BC4C-1BC87F60153B}"/>
          </ac:spMkLst>
        </pc:spChg>
        <pc:picChg chg="add mod">
          <ac:chgData name="Toby Donaldson" userId="2e6e5431-bb17-4c41-9985-d39c50d83c73" providerId="ADAL" clId="{F31BC264-820E-54C4-A6D1-F92AF9CC222E}" dt="2026-06-09T05:34:18.210" v="4425" actId="1076"/>
          <ac:picMkLst>
            <pc:docMk/>
            <pc:sldMk cId="1809626557" sldId="286"/>
            <ac:picMk id="4" creationId="{55007378-0E01-706E-8AAB-A51BFA57BF4B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1809626557" sldId="286"/>
            <ac:inkMk id="5" creationId="{C44B00DA-E1B1-5360-0DA3-7EA015E1524F}"/>
          </ac:inkMkLst>
        </pc:inkChg>
      </pc:sldChg>
      <pc:sldChg chg="addSp modSp add mod">
        <pc:chgData name="Toby Donaldson" userId="2e6e5431-bb17-4c41-9985-d39c50d83c73" providerId="ADAL" clId="{F31BC264-820E-54C4-A6D1-F92AF9CC222E}" dt="2026-06-09T21:36:42.635" v="6319"/>
        <pc:sldMkLst>
          <pc:docMk/>
          <pc:sldMk cId="2038838820" sldId="287"/>
        </pc:sldMkLst>
        <pc:spChg chg="mod">
          <ac:chgData name="Toby Donaldson" userId="2e6e5431-bb17-4c41-9985-d39c50d83c73" providerId="ADAL" clId="{F31BC264-820E-54C4-A6D1-F92AF9CC222E}" dt="2026-06-09T05:37:22.111" v="4643" actId="14"/>
          <ac:spMkLst>
            <pc:docMk/>
            <pc:sldMk cId="2038838820" sldId="287"/>
            <ac:spMk id="3" creationId="{FDF5322F-7727-B11D-3149-F3BF13638E4D}"/>
          </ac:spMkLst>
        </pc:spChg>
        <pc:spChg chg="add mod">
          <ac:chgData name="Toby Donaldson" userId="2e6e5431-bb17-4c41-9985-d39c50d83c73" providerId="ADAL" clId="{F31BC264-820E-54C4-A6D1-F92AF9CC222E}" dt="2026-06-09T05:37:01.406" v="4642" actId="122"/>
          <ac:spMkLst>
            <pc:docMk/>
            <pc:sldMk cId="2038838820" sldId="287"/>
            <ac:spMk id="5" creationId="{B29D8392-4E1C-E993-46D5-2670763CD59C}"/>
          </ac:spMkLst>
        </pc:spChg>
        <pc:picChg chg="mod">
          <ac:chgData name="Toby Donaldson" userId="2e6e5431-bb17-4c41-9985-d39c50d83c73" providerId="ADAL" clId="{F31BC264-820E-54C4-A6D1-F92AF9CC222E}" dt="2026-06-09T05:34:59.859" v="4428" actId="1076"/>
          <ac:picMkLst>
            <pc:docMk/>
            <pc:sldMk cId="2038838820" sldId="287"/>
            <ac:picMk id="4" creationId="{E789445C-9B5E-4F10-1762-342201564576}"/>
          </ac:picMkLst>
        </pc:pic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2038838820" sldId="287"/>
            <ac:inkMk id="6" creationId="{0AE8F9E5-62CD-70AC-5935-6951B894C302}"/>
          </ac:inkMkLst>
        </pc:inkChg>
      </pc:sldChg>
      <pc:sldChg chg="addSp delSp modSp new mod">
        <pc:chgData name="Toby Donaldson" userId="2e6e5431-bb17-4c41-9985-d39c50d83c73" providerId="ADAL" clId="{F31BC264-820E-54C4-A6D1-F92AF9CC222E}" dt="2026-06-09T05:46:23.605" v="5061" actId="1076"/>
        <pc:sldMkLst>
          <pc:docMk/>
          <pc:sldMk cId="455429676" sldId="288"/>
        </pc:sldMkLst>
        <pc:spChg chg="mod">
          <ac:chgData name="Toby Donaldson" userId="2e6e5431-bb17-4c41-9985-d39c50d83c73" providerId="ADAL" clId="{F31BC264-820E-54C4-A6D1-F92AF9CC222E}" dt="2026-06-09T05:40:29.919" v="4657" actId="20577"/>
          <ac:spMkLst>
            <pc:docMk/>
            <pc:sldMk cId="455429676" sldId="288"/>
            <ac:spMk id="2" creationId="{4A8FCD32-1672-7D5F-FA4E-921A8A06739C}"/>
          </ac:spMkLst>
        </pc:spChg>
        <pc:spChg chg="mod">
          <ac:chgData name="Toby Donaldson" userId="2e6e5431-bb17-4c41-9985-d39c50d83c73" providerId="ADAL" clId="{F31BC264-820E-54C4-A6D1-F92AF9CC222E}" dt="2026-06-09T05:45:02.288" v="4926" actId="20577"/>
          <ac:spMkLst>
            <pc:docMk/>
            <pc:sldMk cId="455429676" sldId="288"/>
            <ac:spMk id="3" creationId="{CD3AF14E-264E-689E-2A8F-3CFC24B27E14}"/>
          </ac:spMkLst>
        </pc:spChg>
        <pc:spChg chg="add mod">
          <ac:chgData name="Toby Donaldson" userId="2e6e5431-bb17-4c41-9985-d39c50d83c73" providerId="ADAL" clId="{F31BC264-820E-54C4-A6D1-F92AF9CC222E}" dt="2026-06-09T05:46:23.605" v="5061" actId="1076"/>
          <ac:spMkLst>
            <pc:docMk/>
            <pc:sldMk cId="455429676" sldId="288"/>
            <ac:spMk id="6" creationId="{84C9D6C0-FF3A-46EF-5183-141BACBBB4BE}"/>
          </ac:spMkLst>
        </pc:spChg>
        <pc:picChg chg="add mod">
          <ac:chgData name="Toby Donaldson" userId="2e6e5431-bb17-4c41-9985-d39c50d83c73" providerId="ADAL" clId="{F31BC264-820E-54C4-A6D1-F92AF9CC222E}" dt="2026-06-09T05:44:51.651" v="4910" actId="14100"/>
          <ac:picMkLst>
            <pc:docMk/>
            <pc:sldMk cId="455429676" sldId="288"/>
            <ac:picMk id="5" creationId="{22EF6ED8-CCF2-6126-E21E-A6556573F811}"/>
          </ac:picMkLst>
        </pc:picChg>
      </pc:sldChg>
      <pc:sldChg chg="modSp new mod">
        <pc:chgData name="Toby Donaldson" userId="2e6e5431-bb17-4c41-9985-d39c50d83c73" providerId="ADAL" clId="{F31BC264-820E-54C4-A6D1-F92AF9CC222E}" dt="2026-06-09T06:07:39.679" v="5325" actId="20577"/>
        <pc:sldMkLst>
          <pc:docMk/>
          <pc:sldMk cId="2026226063" sldId="289"/>
        </pc:sldMkLst>
        <pc:spChg chg="mod">
          <ac:chgData name="Toby Donaldson" userId="2e6e5431-bb17-4c41-9985-d39c50d83c73" providerId="ADAL" clId="{F31BC264-820E-54C4-A6D1-F92AF9CC222E}" dt="2026-06-09T06:06:27.114" v="5078" actId="20577"/>
          <ac:spMkLst>
            <pc:docMk/>
            <pc:sldMk cId="2026226063" sldId="289"/>
            <ac:spMk id="2" creationId="{05DECD98-B151-CEA7-F244-9C8EEFCA8150}"/>
          </ac:spMkLst>
        </pc:spChg>
        <pc:spChg chg="mod">
          <ac:chgData name="Toby Donaldson" userId="2e6e5431-bb17-4c41-9985-d39c50d83c73" providerId="ADAL" clId="{F31BC264-820E-54C4-A6D1-F92AF9CC222E}" dt="2026-06-09T06:07:39.679" v="5325" actId="20577"/>
          <ac:spMkLst>
            <pc:docMk/>
            <pc:sldMk cId="2026226063" sldId="289"/>
            <ac:spMk id="3" creationId="{615C2A9D-9CDB-6525-D18D-780832F2BF55}"/>
          </ac:spMkLst>
        </pc:spChg>
      </pc:sldChg>
      <pc:sldChg chg="addSp modSp new mod">
        <pc:chgData name="Toby Donaldson" userId="2e6e5431-bb17-4c41-9985-d39c50d83c73" providerId="ADAL" clId="{F31BC264-820E-54C4-A6D1-F92AF9CC222E}" dt="2026-06-09T21:36:42.635" v="6319"/>
        <pc:sldMkLst>
          <pc:docMk/>
          <pc:sldMk cId="4265642692" sldId="290"/>
        </pc:sldMkLst>
        <pc:spChg chg="mod">
          <ac:chgData name="Toby Donaldson" userId="2e6e5431-bb17-4c41-9985-d39c50d83c73" providerId="ADAL" clId="{F31BC264-820E-54C4-A6D1-F92AF9CC222E}" dt="2026-06-09T06:08:12.013" v="5343" actId="20577"/>
          <ac:spMkLst>
            <pc:docMk/>
            <pc:sldMk cId="4265642692" sldId="290"/>
            <ac:spMk id="2" creationId="{4EA52096-46A2-79F1-F49C-E7DB24133BD4}"/>
          </ac:spMkLst>
        </pc:spChg>
        <pc:spChg chg="mod">
          <ac:chgData name="Toby Donaldson" userId="2e6e5431-bb17-4c41-9985-d39c50d83c73" providerId="ADAL" clId="{F31BC264-820E-54C4-A6D1-F92AF9CC222E}" dt="2026-06-09T06:17:04.925" v="6300" actId="20577"/>
          <ac:spMkLst>
            <pc:docMk/>
            <pc:sldMk cId="4265642692" sldId="290"/>
            <ac:spMk id="3" creationId="{5F9456F3-0936-CA29-209F-73228B98BE8C}"/>
          </ac:spMkLst>
        </pc:spChg>
        <pc:inkChg chg="add">
          <ac:chgData name="Toby Donaldson" userId="2e6e5431-bb17-4c41-9985-d39c50d83c73" providerId="ADAL" clId="{F31BC264-820E-54C4-A6D1-F92AF9CC222E}" dt="2026-06-09T21:36:42.635" v="6319"/>
          <ac:inkMkLst>
            <pc:docMk/>
            <pc:sldMk cId="4265642692" sldId="290"/>
            <ac:inkMk id="4" creationId="{DC8F3783-1757-DBE1-526E-741D70CBF9AB}"/>
          </ac:inkMkLst>
        </pc:inkChg>
      </pc:sldChg>
      <pc:sldChg chg="add">
        <pc:chgData name="Toby Donaldson" userId="2e6e5431-bb17-4c41-9985-d39c50d83c73" providerId="ADAL" clId="{F31BC264-820E-54C4-A6D1-F92AF9CC222E}" dt="2026-06-09T19:56:31.521" v="6304" actId="2890"/>
        <pc:sldMkLst>
          <pc:docMk/>
          <pc:sldMk cId="334443577" sldId="291"/>
        </pc:sldMkLst>
      </pc:sldChg>
      <pc:sldChg chg="addSp delSp modSp new mod">
        <pc:chgData name="Toby Donaldson" userId="2e6e5431-bb17-4c41-9985-d39c50d83c73" providerId="ADAL" clId="{F31BC264-820E-54C4-A6D1-F92AF9CC222E}" dt="2026-06-11T18:45:39.817" v="6645" actId="20577"/>
        <pc:sldMkLst>
          <pc:docMk/>
          <pc:sldMk cId="2925061429" sldId="292"/>
        </pc:sldMkLst>
        <pc:spChg chg="mod">
          <ac:chgData name="Toby Donaldson" userId="2e6e5431-bb17-4c41-9985-d39c50d83c73" providerId="ADAL" clId="{F31BC264-820E-54C4-A6D1-F92AF9CC222E}" dt="2026-06-11T18:28:19.231" v="6385" actId="20577"/>
          <ac:spMkLst>
            <pc:docMk/>
            <pc:sldMk cId="2925061429" sldId="292"/>
            <ac:spMk id="2" creationId="{4E9A307D-7E3C-CBB6-D880-3BF064EE84C9}"/>
          </ac:spMkLst>
        </pc:spChg>
        <pc:spChg chg="del">
          <ac:chgData name="Toby Donaldson" userId="2e6e5431-bb17-4c41-9985-d39c50d83c73" providerId="ADAL" clId="{F31BC264-820E-54C4-A6D1-F92AF9CC222E}" dt="2026-06-11T18:23:32.307" v="6334" actId="21"/>
          <ac:spMkLst>
            <pc:docMk/>
            <pc:sldMk cId="2925061429" sldId="292"/>
            <ac:spMk id="3" creationId="{682D478B-2B8A-F71B-ECA2-5918719E7FDD}"/>
          </ac:spMkLst>
        </pc:spChg>
        <pc:spChg chg="add">
          <ac:chgData name="Toby Donaldson" userId="2e6e5431-bb17-4c41-9985-d39c50d83c73" providerId="ADAL" clId="{F31BC264-820E-54C4-A6D1-F92AF9CC222E}" dt="2026-06-11T18:23:01.992" v="6330"/>
          <ac:spMkLst>
            <pc:docMk/>
            <pc:sldMk cId="2925061429" sldId="292"/>
            <ac:spMk id="5" creationId="{EEC28342-515A-1B24-409A-A8CD5261AAA1}"/>
          </ac:spMkLst>
        </pc:spChg>
        <pc:spChg chg="add">
          <ac:chgData name="Toby Donaldson" userId="2e6e5431-bb17-4c41-9985-d39c50d83c73" providerId="ADAL" clId="{F31BC264-820E-54C4-A6D1-F92AF9CC222E}" dt="2026-06-11T18:23:07.857" v="6332"/>
          <ac:spMkLst>
            <pc:docMk/>
            <pc:sldMk cId="2925061429" sldId="292"/>
            <ac:spMk id="7" creationId="{C55DEEC4-6007-EFCD-B31C-04F3BD86FAC2}"/>
          </ac:spMkLst>
        </pc:spChg>
        <pc:spChg chg="add mod">
          <ac:chgData name="Toby Donaldson" userId="2e6e5431-bb17-4c41-9985-d39c50d83c73" providerId="ADAL" clId="{F31BC264-820E-54C4-A6D1-F92AF9CC222E}" dt="2026-06-11T18:30:27.807" v="6516" actId="27636"/>
          <ac:spMkLst>
            <pc:docMk/>
            <pc:sldMk cId="2925061429" sldId="292"/>
            <ac:spMk id="9" creationId="{62A8830A-E3B1-61AA-EA09-09ED11209B29}"/>
          </ac:spMkLst>
        </pc:spChg>
        <pc:spChg chg="add del mod">
          <ac:chgData name="Toby Donaldson" userId="2e6e5431-bb17-4c41-9985-d39c50d83c73" providerId="ADAL" clId="{F31BC264-820E-54C4-A6D1-F92AF9CC222E}" dt="2026-06-11T18:30:29.732" v="6518"/>
          <ac:spMkLst>
            <pc:docMk/>
            <pc:sldMk cId="2925061429" sldId="292"/>
            <ac:spMk id="10" creationId="{9DE559A8-6945-0D8F-EF29-8F80860061D6}"/>
          </ac:spMkLst>
        </pc:spChg>
        <pc:spChg chg="add mod">
          <ac:chgData name="Toby Donaldson" userId="2e6e5431-bb17-4c41-9985-d39c50d83c73" providerId="ADAL" clId="{F31BC264-820E-54C4-A6D1-F92AF9CC222E}" dt="2026-06-11T18:45:39.817" v="6645" actId="20577"/>
          <ac:spMkLst>
            <pc:docMk/>
            <pc:sldMk cId="2925061429" sldId="292"/>
            <ac:spMk id="11" creationId="{FE6072F2-872B-0AF3-EF5F-8351FE7359BD}"/>
          </ac:spMkLst>
        </pc:spChg>
        <pc:picChg chg="add del mod modCrop">
          <ac:chgData name="Toby Donaldson" userId="2e6e5431-bb17-4c41-9985-d39c50d83c73" providerId="ADAL" clId="{F31BC264-820E-54C4-A6D1-F92AF9CC222E}" dt="2026-06-11T18:38:28.705" v="6521" actId="21"/>
          <ac:picMkLst>
            <pc:docMk/>
            <pc:sldMk cId="2925061429" sldId="292"/>
            <ac:picMk id="8" creationId="{709F22DC-45C0-62AD-83FD-4B0673E332E8}"/>
          </ac:picMkLst>
        </pc:picChg>
        <pc:picChg chg="add mod modCrop">
          <ac:chgData name="Toby Donaldson" userId="2e6e5431-bb17-4c41-9985-d39c50d83c73" providerId="ADAL" clId="{F31BC264-820E-54C4-A6D1-F92AF9CC222E}" dt="2026-06-11T18:39:03.264" v="6530" actId="1076"/>
          <ac:picMkLst>
            <pc:docMk/>
            <pc:sldMk cId="2925061429" sldId="292"/>
            <ac:picMk id="12" creationId="{5EEB0CD4-3259-9433-CEAF-151E153ACAC4}"/>
          </ac:picMkLst>
        </pc:picChg>
      </pc:sldChg>
      <pc:sldChg chg="addSp modSp add mod ord">
        <pc:chgData name="Toby Donaldson" userId="2e6e5431-bb17-4c41-9985-d39c50d83c73" providerId="ADAL" clId="{F31BC264-820E-54C4-A6D1-F92AF9CC222E}" dt="2026-06-11T18:52:48.961" v="6647" actId="20578"/>
        <pc:sldMkLst>
          <pc:docMk/>
          <pc:sldMk cId="1314648312" sldId="293"/>
        </pc:sldMkLst>
        <pc:spChg chg="add mod">
          <ac:chgData name="Toby Donaldson" userId="2e6e5431-bb17-4c41-9985-d39c50d83c73" providerId="ADAL" clId="{F31BC264-820E-54C4-A6D1-F92AF9CC222E}" dt="2026-06-11T18:43:31.816" v="6586" actId="1076"/>
          <ac:spMkLst>
            <pc:docMk/>
            <pc:sldMk cId="1314648312" sldId="293"/>
            <ac:spMk id="3" creationId="{CF3AB293-9013-08D7-6562-9C1D6985A1F8}"/>
          </ac:spMkLst>
        </pc:spChg>
        <pc:spChg chg="add mod">
          <ac:chgData name="Toby Donaldson" userId="2e6e5431-bb17-4c41-9985-d39c50d83c73" providerId="ADAL" clId="{F31BC264-820E-54C4-A6D1-F92AF9CC222E}" dt="2026-06-11T18:43:39.314" v="6588" actId="1076"/>
          <ac:spMkLst>
            <pc:docMk/>
            <pc:sldMk cId="1314648312" sldId="293"/>
            <ac:spMk id="4" creationId="{59C55D4A-3B98-9F98-4013-59A88C24E6BC}"/>
          </ac:spMkLst>
        </pc:spChg>
        <pc:spChg chg="add mod">
          <ac:chgData name="Toby Donaldson" userId="2e6e5431-bb17-4c41-9985-d39c50d83c73" providerId="ADAL" clId="{F31BC264-820E-54C4-A6D1-F92AF9CC222E}" dt="2026-06-11T18:43:45.164" v="6590" actId="1076"/>
          <ac:spMkLst>
            <pc:docMk/>
            <pc:sldMk cId="1314648312" sldId="293"/>
            <ac:spMk id="6" creationId="{8D4C3A36-D837-6F98-9D93-170F29D28BE7}"/>
          </ac:spMkLst>
        </pc:spChg>
        <pc:spChg chg="add mod">
          <ac:chgData name="Toby Donaldson" userId="2e6e5431-bb17-4c41-9985-d39c50d83c73" providerId="ADAL" clId="{F31BC264-820E-54C4-A6D1-F92AF9CC222E}" dt="2026-06-11T18:43:52.714" v="6592" actId="1076"/>
          <ac:spMkLst>
            <pc:docMk/>
            <pc:sldMk cId="1314648312" sldId="293"/>
            <ac:spMk id="8" creationId="{DD7B9DD0-89CF-F0F9-C3D2-7708215B343D}"/>
          </ac:spMkLst>
        </pc:spChg>
        <pc:spChg chg="add mod">
          <ac:chgData name="Toby Donaldson" userId="2e6e5431-bb17-4c41-9985-d39c50d83c73" providerId="ADAL" clId="{F31BC264-820E-54C4-A6D1-F92AF9CC222E}" dt="2026-06-11T18:44:11.531" v="6596" actId="20577"/>
          <ac:spMkLst>
            <pc:docMk/>
            <pc:sldMk cId="1314648312" sldId="293"/>
            <ac:spMk id="10" creationId="{A8CDAEF4-06EA-E81D-C355-6800CCB1FFD7}"/>
          </ac:spMkLst>
        </pc:spChg>
        <pc:spChg chg="mod">
          <ac:chgData name="Toby Donaldson" userId="2e6e5431-bb17-4c41-9985-d39c50d83c73" providerId="ADAL" clId="{F31BC264-820E-54C4-A6D1-F92AF9CC222E}" dt="2026-06-11T18:45:26.853" v="6629" actId="20577"/>
          <ac:spMkLst>
            <pc:docMk/>
            <pc:sldMk cId="1314648312" sldId="293"/>
            <ac:spMk id="11" creationId="{AC99E9E9-5C06-DEA1-4B68-CE9277AF3DCC}"/>
          </ac:spMkLst>
        </pc:spChg>
        <pc:spChg chg="add mod">
          <ac:chgData name="Toby Donaldson" userId="2e6e5431-bb17-4c41-9985-d39c50d83c73" providerId="ADAL" clId="{F31BC264-820E-54C4-A6D1-F92AF9CC222E}" dt="2026-06-11T18:44:31.764" v="6602" actId="1076"/>
          <ac:spMkLst>
            <pc:docMk/>
            <pc:sldMk cId="1314648312" sldId="293"/>
            <ac:spMk id="13" creationId="{6AA09B4B-7DC8-0D63-1EEA-B25E1F95563C}"/>
          </ac:spMkLst>
        </pc:spChg>
        <pc:spChg chg="add mod">
          <ac:chgData name="Toby Donaldson" userId="2e6e5431-bb17-4c41-9985-d39c50d83c73" providerId="ADAL" clId="{F31BC264-820E-54C4-A6D1-F92AF9CC222E}" dt="2026-06-11T18:44:59.809" v="6607" actId="20577"/>
          <ac:spMkLst>
            <pc:docMk/>
            <pc:sldMk cId="1314648312" sldId="293"/>
            <ac:spMk id="14" creationId="{CCE0E802-EEB1-FE59-D41D-E86597C286D9}"/>
          </ac:spMkLst>
        </pc:spChg>
        <pc:spChg chg="add mod">
          <ac:chgData name="Toby Donaldson" userId="2e6e5431-bb17-4c41-9985-d39c50d83c73" providerId="ADAL" clId="{F31BC264-820E-54C4-A6D1-F92AF9CC222E}" dt="2026-06-11T18:45:13.333" v="6612" actId="20577"/>
          <ac:spMkLst>
            <pc:docMk/>
            <pc:sldMk cId="1314648312" sldId="293"/>
            <ac:spMk id="15" creationId="{E8A75DFD-D020-5541-9899-372000DB54D6}"/>
          </ac:spMkLst>
        </pc:spChg>
        <pc:picChg chg="mod">
          <ac:chgData name="Toby Donaldson" userId="2e6e5431-bb17-4c41-9985-d39c50d83c73" providerId="ADAL" clId="{F31BC264-820E-54C4-A6D1-F92AF9CC222E}" dt="2026-06-11T18:45:05.382" v="6610" actId="1076"/>
          <ac:picMkLst>
            <pc:docMk/>
            <pc:sldMk cId="1314648312" sldId="293"/>
            <ac:picMk id="12" creationId="{39A514C0-AE2C-ACB3-FDAD-F6C43F629E6F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6-11T18:55:40.822" v="6824" actId="20577"/>
        <pc:sldMkLst>
          <pc:docMk/>
          <pc:sldMk cId="2266727789" sldId="294"/>
        </pc:sldMkLst>
        <pc:spChg chg="add del mod">
          <ac:chgData name="Toby Donaldson" userId="2e6e5431-bb17-4c41-9985-d39c50d83c73" providerId="ADAL" clId="{F31BC264-820E-54C4-A6D1-F92AF9CC222E}" dt="2026-06-11T18:52:57.859" v="6649" actId="21"/>
          <ac:spMkLst>
            <pc:docMk/>
            <pc:sldMk cId="2266727789" sldId="294"/>
            <ac:spMk id="4" creationId="{B07AC5F2-9072-559A-18A3-E00A7511A3BE}"/>
          </ac:spMkLst>
        </pc:spChg>
        <pc:spChg chg="del">
          <ac:chgData name="Toby Donaldson" userId="2e6e5431-bb17-4c41-9985-d39c50d83c73" providerId="ADAL" clId="{F31BC264-820E-54C4-A6D1-F92AF9CC222E}" dt="2026-06-11T18:52:53.253" v="6648" actId="21"/>
          <ac:spMkLst>
            <pc:docMk/>
            <pc:sldMk cId="2266727789" sldId="294"/>
            <ac:spMk id="9" creationId="{D05F2FBE-A357-08F3-A279-F6459D65533E}"/>
          </ac:spMkLst>
        </pc:spChg>
        <pc:spChg chg="mod">
          <ac:chgData name="Toby Donaldson" userId="2e6e5431-bb17-4c41-9985-d39c50d83c73" providerId="ADAL" clId="{F31BC264-820E-54C4-A6D1-F92AF9CC222E}" dt="2026-06-11T18:55:40.822" v="6824" actId="20577"/>
          <ac:spMkLst>
            <pc:docMk/>
            <pc:sldMk cId="2266727789" sldId="294"/>
            <ac:spMk id="11" creationId="{A6AC563B-AF20-66AA-AFD3-D5FE267BE5E8}"/>
          </ac:spMkLst>
        </pc:spChg>
      </pc:sldChg>
      <pc:sldChg chg="add">
        <pc:chgData name="Toby Donaldson" userId="2e6e5431-bb17-4c41-9985-d39c50d83c73" providerId="ADAL" clId="{F31BC264-820E-54C4-A6D1-F92AF9CC222E}" dt="2026-06-11T18:55:20.420" v="6792" actId="2890"/>
        <pc:sldMkLst>
          <pc:docMk/>
          <pc:sldMk cId="1343814238" sldId="295"/>
        </pc:sldMkLst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6-04T08:00:34.549" v="19288" actId="20577"/>
      <pc:docMkLst>
        <pc:docMk/>
      </pc:docMkLst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42:23.24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24483 5909 24575,'41'0'0,"-2"0"0,-9 0 0,1 0 0,-4 0 0,-1 0 0,1 0 0,-1 0 0,19 0 0,-18 0 0,-11 0 0,-8 0 0,17 0 0,11 0 0,5 0 0,-3 0 0,2 0 0,8 0 0,0 0 0,-12 0 0,-3 0 0,4 0 0,4 0 0,-6 0 0,10 0 0,-7 0 0,1 0 0,-6 0 0,1 0 0,5 1 0,0-2 0,-4-7 0,-1 0 0,-7 6 0,0 0 0,8-6 0,-1 1 0,-7 6 0,1 2 0,6-1 0,0 0 0,-6 0 0,-1 0 0,8 0 0,-1 0 0,5 0 0,10 0 0,-29 0 0,-3 0 0,-9 0 0,8 0 0,-12 0 0,19 0 0,-21 0 0,22 0 0,-12 0 0,5 0 0,7 15 0,-20-11 0,27 12 0,-19-16 0,29 0 0,-4 0 0,8 0 0,-10 0 0,-1 0 0,-7 8 0,-7-6 0,-4 6 0</inkml:trace>
  <inkml:trace contextRef="#ctx0" brushRef="#br0" timeOffset="131521">21078 13458 24575,'26'0'0,"8"0"0,6 0 0,-8 0 0,2 0 0,2 0-755,2 0 1,1 0 0,3 0-1,-2 0 755,0 0 0,0 0 0,1 0 0,-1 0 0,0 0 0,0 0 0,0 0 0,-1 0-68,6 0 1,-1 0-1,0 0 68,2 0 0,0 0 0,-1 0 0,-8 0 0,-1 0 0,1 0 0,3 0 0,1 0 0,-1 0 0,1 0 0,0 0 0,-1 0 215,-5 0 0,-2 0 0,1 0-215,15 0 0,-2 0 0,-12 0 0,-2 0 0,-5 0 0,-3 0 1485,12 0-1485,-11 0 966,-3 0-966,-19 0 125,12 0-125,0 0 0,-12 0 0,35 0 0,-25 0 0,27 0 0,-22 8 0,15-6 0,-15 6 0,-1-8 0,-10 0 0</inkml:trace>
  <inkml:trace contextRef="#ctx0" brushRef="#br0" timeOffset="135617">24324 9525 24575,'38'0'0,"0"0"0,0 0 0,-1 0 0,3 0 0,0 0 0,-1 0 0,-1 0 0,-11 0 0,1 0 0,16 0 0,4 0 0,-7 0 0,2 0 0,-6 0 0,1 0 0,1 0 0,-4 1 0,1-1 0,-1-1 0,13-6 0,1-2 0,-9 6 0,1 0 0,-2-2 0,4-12 0,0 0 0,-6 12 0,1 2 0,-3-1 0,-2-4 0,-1 1 0,3 6 0,-2 2 0,12-1 0,-9 0 0,-19 0 0,-9 0 0,8 0 0,-12 0 0,27 0 0,-19 0 0,14 0 0,5 0 0,10 0 0,0 0 0,2 0 0,-10-4 0,-1 0 0,0 3 0,-1 0 0,12-7 0,-10 8 0,-21 0 0,3 0 0,-15 0 0,0 0 0</inkml:trace>
  <inkml:trace contextRef="#ctx0" brushRef="#br0" timeOffset="136882">26617 13141 24575,'33'0'0,"1"0"0,3 0 0,4 0 0,2 0 0,-2 0 0,2 0 0,1 0 0,1 0-820,1 0 1,2 0 0,0 0 0,0 0 664,2 0 1,0 0 0,0 0-1,-2 0 155,2 0 0,-3 0 0,1 0 110,2 0 0,0 0 1,-3 0-111,5 0 0,-4 0 414,-7 0 0,-4 0-414,6 0 0,-25 0 0,-10 16 493,-8-12 0,0 11 1,0-15-1</inkml:trace>
  <inkml:trace contextRef="#ctx0" brushRef="#br0" timeOffset="138069">31944 12876 24575,'0'-19'0,"16"3"0,11 16 0,-2 0 0,3 0 0,4 0 0,-1 0 0,16 0 0,-14 0 0,-9 0 0,-20 0 0,19 0 0,-21 0 0,6 16 0,-8-12 0,0 11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1:26.4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27993 11465 24575,'0'34'0,"0"-1"0,0 10 0,0 4 0,0-8 0,0 3 0,0 3-820,0-1 1,0 3 0,0 1 0,0 1 491,0-9 1,0 1-1,0 1 1,0 0-1,0 0 328,0 6 0,0 0 0,0 1 0,0-1 0,0 0 0,0-1 0,0-1 0,0 0 0,0 0 0,0-1 0,0-2 0,0 0 0,0-1 0,0-1 0,0-1-10,0 3 0,-1-3 0,1 0 0,1 0 10,2 1 0,2 1 0,-1-1 0,0-2 0,-3 2 0,-1-3 0,3 0 347,4 1 0,2 0 0,-2-3-347,-6 5 0,0-2 0,10 5 0,2-3 0,-8-13 0,1 1 1218,11 12 0,0 2-1218,-11-11 0,-1 0 694,7 12 0,0-1-694,-3-10 0,0-2 45,0 5 0,1-3-45,8 12 0,-14-19 0,0-1 0,11 4 0,-13 0 0,0-1 0,14-4 0,-7 3 0,-2 3 0,-6-4 0,1 1 0,10 0 0,0 2 0,-10 13 0,-2 1 0,3-11 0,2 0 0,3 11 0,-1 1 0,-5-4 0,0 0 0,10 8 0,0 0 0,-11-3 0,0 0 0,6-11 0,2 1 0,-2 0 0,-5 14 0,0 0 0,5-14 0,3 0 0,-3 1 0,-6-1 0,-2 0 0,3 1-217,5 1 0,2 1 0,-2 0 217,-4-2 0,-3 0 0,1 0 0,4 7 0,1 0 0,-1 0 0,-2-3 0,0-2 0,-1 2 0,-1 6 0,-1 1 0,1-1 0,1-1 0,1-1 0,0 0 0,-3 4 0,0-1 0,0 0 0,0-4 0,0-1 0,0-2 0,0 11 0,0-4 0,0-10 0,0-5 0,0-5 0,0-3 0,0-22 0,0 5 0,0 17 651,0 21-651,-3-7 0,-2 4 0,-1-6 0,0 3 0,0 0-518,0 4 0,0 1 0,-2 2 518,1-5 0,-2 0 0,0 2 0,1-1 0,3 0 0,0 1 0,1 0 0,-1-1 0,-3-1 0,-1-1 0,0 0 0,1 0 0,2 3 0,2 1 0,-1-1 0,1-2 0,-2 0 0,0-1 0,0 0-63,-2 4 1,-1 0 0,2-3 62,6 2 0,-1-5 0,-7-10 0,2-3 0,7 0 0,16-1 0,-13-20 1539,37 19-1539,-11-5 101,-4-2 0,3 3-101,5 3 0,3 1 0,3 4 0,2-1 0,-1-3 0,2-1-174,-6-4 1,1-1 0,0-1 173,9 4 0,0-3 0,-9-4 0,2-1 0,-1-1 0,-3-4 0,0-1 0,1-2 0,1 0 0,1-2 0,0 0 0,-1-1 0,-1-2 0,-1 1 0,14 0 0,0 0 0,-12 0 0,0 0 0,-1 0 0,9 0 0,2 0 0,-5 0 0,2 0 0,-1 0-318,-1 0 1,-1 1-1,2-2 318,6 0 0,1-1 0,0-3 0,-2-4 0,0-4 0,-1 2 0,-2 4 0,0 1 0,-2-5 0,-4-6 0,-1-4 0,-1 3-75,7 2 0,0 2 75,0-2 0,-2-3 0,-10-2 0,1 1 0,9 5 0,0 0 0,-13-6 0,-1-1 245,6 8 1,1 1-246,-9-8 0,0 1 0,8 5 0,1 0 0,4-9 0,2-3 7,-9 7 0,0 0 0,2 0-7,6-1 0,2 0 0,-2-2 0,-2-5 0,-2-2 0,0 2 0,-3 5 0,0 3 0,-1-2 51,-4-1 0,-2 0 1,-4 0-52,-6 0 0,-3 1 0,11-13 0,-24 2 0,0 13 0,0-13 0,0-6 0,0-8 0,0-6-656,0 14 1,0-4-1,0-3 1,0-2 0,0 0 627,0 8 1,0-2 0,0-1 0,0 0 0,0-1 0,0-2 0,0 0-383,0-1 0,0-1 1,0-2-1,0 0 1,1-1-1,-1-1 0,-1 1 1,1 1 255,0 3 1,-1 1 0,1 0 0,-1-1 0,0 0 0,0 0 0,0 1 0,0-1-1,-1 0 154,0 0 0,0 0 0,-1 0 0,1-1 0,-1 1 0,0 0 0,0 1 0,-1-1 0,1 2-342,-1-3 0,-1 1 0,1 0 1,-1 0-1,1 1 0,-1 0 1,0 0-1,-1 0 342,0-4 0,0 1 0,0-1 0,-1 1 0,1 0 0,-1 1 0,0 0-189,1 4 1,-1 0-1,1 1 1,-1 0-1,1 1 1,0 0-1,1 1 189,0-11 0,2 2 0,0 0 0,0 1 0,-2 1 0,-2 3 0,-2 0 0,0 1 0,1 1 0,1 2 371,3-1 0,2 2 1,0 0-1,-3 1-371,-4 1 0,-2 1 0,-1 0 0,3 2 1092,2 1 0,1 1 0,-1 0-1040,-4-1 1,0-1 0,0 3 1585,0-1 0,2 1-1341,-1-10 1,2 0-298,4 10 0,1-1 0,2 1 0,1-2 0,1-2 507,-1-6 0,0-2 1,0-1-508,0 7 0,0 0 0,0-1 0,0-1 0,0-5 0,0-1 0,0-1 0,0 1 0,0-1 0,0 1 0,0 0 0,0 0 0,0 3 0,0 0 0,0 1 0,0 0 0,0 3 0,1 1 0,-1 1 0,-1 0 204,-3-8 1,-2 2 0,0 2-205,-3-10 0,-2 4 128,2 5 0,-1 3-128,-2 4 0,0 2 0,3 2 0,1 1 0,-1 2 0,-2 1 722,-6 4 0,1 1-722,6-4 0,0 3 508,-23 9-508,21-9 0,-12 23 0,22 0 0,-21 0 0,-5 0 0,-17 0 0,20 0 0,-2 0 0,-7 1 0,-1-2 0,-1-6 0,-1-2 0,-2 3 0,-2 0 0,-2-3 0,0 1 0,3 4 0,-1 0 0,-6-4 0,-2 0 0,4 6 0,0 0 0,1-6 0,0 1 0,-3 6 0,0 2-387,-1-1 0,-2 0 387,12 0 0,0 0 0,-2 0 0,0 0 0,-2 0 0,1 0 0,-3 0 0,0 0 0,1 0 0,3 0 0,2 1 0,-2-2 0,-6-4 0,0-1 0,1 1 0,8 3 0,1 2 0,-1-2 0,-4-3 0,0-1 0,2 1 0,-11 4 0,2 2 0,13-1 0,0 0 0,1 0 0,-15 0 0,0 0 0,14 0 0,-1 0 0,1 0 0,-14 0 0,0 0-70,0 0 1,2 0 69,6 0 0,1 0 0,5 0 0,0 0 0,-1 0 0,3 0 0,-6 0 0,-10 0 768,30 16-768,1-12 145,10 12-145,8-16 0,0 0 0,-16 0 0,12 0 0,-35 0 0,10 0 0,4 0 0,-3 0 0,-6-1 0,-1 2 0,3 6 0,0 1 0,-12-6 0,1 0 0,14 6 0,2 0 0,-17-8 0,29 0 0,15 0 0,0 0 0,0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2:06.5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23054 2117 24575,'-38'0'0,"0"0"0,-10 0 0,-2 0 0,9 0 0,-1 0 0,-1 0-814,-6 0 0,-1 0 0,0 0 814,2 0 0,0 0 0,1 0 0,2-1 0,1 1 0,0 1 48,2 0 0,2 2 1,0 1-49,-10 3 0,2 3 230,7-2 1,2 4-231,-3 12 0,0 1 0,5-14 0,1 1 0,0 16 0,0 1 0,-3-10 0,1-1 0,3 11 0,0 3 0,7-11 0,-2-1 0,0 2-473,-7 5 0,-1 2 0,-1 1 473,8-6 0,0 0 0,-1 1 0,0 0 0,-2 1 0,-2 1 0,1 0 0,-1 1-165,-1 4 1,0 1 0,0 1 0,-1-4 164,3-5 0,-2-2 0,1-1 0,1 2 0,1 4 0,1 1 0,0-1 0,0-3 1,-6-1 1,1-4 0,1 1-2,7 0 0,1 0 0,0-3 39,-6 0 0,0 0-39,4 0 0,0 3 0,0-3 0,-3-6 0,0 1 0,5 10 0,0 4 0,1-4 0,-8-12 0,3 1 686,5 16 0,1 1-686,-6-10 0,-2-1 0,7-1 0,-1 0 0,-1 2 214,-2 3 1,-1 1 0,-2 1-215,4-5 0,-2 1 0,0 0 0,-1 1 0,-1 1 0,0 0 0,-1 1 0,1 0 0,-1 1 0,1 0 0,-1 0 0,0 0 0,-1 0 0,0 1 0,-1-1 0,1-1 0,0 0 0,-1 0 0,1-1 0,0 0 0,1 1 0,1-1 0,-1 0 0,0 0 0,-2 0 0,-2 0 0,1 0 0,-1-2 0,1-3 0,-1-1 0,0-1 0,0 1 0,2 2 0,0 0 0,0-1 0,0-1 0,-3-2 0,-1-1 0,0 0 0,2 0 0,3 0 0,1 0 0,1 0 0,0 1 0,-10 3 0,0 0 0,2 2 0,1 0 0,2 2 0,0 0 0,4-3 0,1 0 0,0 0 0,-3 4 0,0 2 0,1-1-62,0 0 1,1 1 0,1 0 61,2-3 0,0 1 0,1-1 0,-1 2 0,2 1 0,1-2-19,-3 1 1,1-1 18,-10 4 0,0-1 0,5-3 0,1 1 0,-4 2 0,0 3-248,11-6 1,1 1 0,-1 1 247,-1-3 0,1 0 0,-1 1 0,0 4 0,0 0 0,0 1 0,1-4 0,0 1 0,-1-1 0,-4 3 0,0 0 0,0 1 0,3 1 0,1 1 0,-1 2-106,4-4 1,-2 1 0,0 1 0,0 0 105,-3 4 0,0 0 0,-1 0 0,1 2 0,2 0 0,0 0 0,1 1 0,-2 1-270,4-6 1,-1 1 0,0-1 0,0 1 0,0-1 269,-3 2 0,0 0 0,0 0 0,1 3 0,2 1 0,0 2 0,0 2 0,0-1 0,1-3 0,-2-3 0,1-3 0,0 0 0,1 2 0,-1 8 0,2 4 0,0-2 0,2-3-201,0-6 0,1-2 0,2 0 201,2 2 0,2 1 0,0 0 0,-1-5 0,0-1 0,1 2 0,1 5 0,2 2 0,-1-1 0,-5 1 0,0 0 0,1 2-169,6-4 1,2 1-1,0 1 1,-1 0 168,-4 0 0,-2 0 0,0 0 0,1 1 0,3 2 0,0 1 0,1 0 0,-1-1 0,-1-2 0,-1-2 0,0 1 0,3-1 0,2 1 0,3 0 0,-1-1 0,-1-1 273,-6 7 1,-1-2 0,1 1-274,6-1 0,1 0 0,-1-2 0,-4-3 0,-1-1 0,1 0 0,4-2 0,1 0 0,0-1 579,-1 1 0,-1-1 1,-1-1-580,-6 10 0,1-2 356,2 1 0,0-1-356,3-7 0,-1-1 805,0-8 1,2-1-806,7 19 734,-19-22-734,5 23 102,5-20 0,-1 1-102,0 7 0,0 2 0,-2-1 0,-1 1 0,0 6 0,-1 1 0,-5-3 0,1 0 0,4 0 0,-2 1 0,-9 1 0,2 0 0,15-6 0,0-1 0,-12-8 0,-1 1 0,6 12 0,3 0 0,2-15 0,-2-1 0,-8 14 0,-1 1 0,11-8 0,-1-1 0,-10 1 0,-1-1 0,7 0 0,1 1 0,0-5 0,1 1 0,-1 2 0,2 1 0,-3 11 0,1-2 0,-5 6 0,11-11 0,-3-5 0,-4 1 0,2-4 0,-1 1 0,0 11 0,-1 1 0,-7-7 0,1 0 0,10 9 0,1 3 0,-10 2 0,-1 2-209,9-14 1,2 1-1,-2 0 209,-2 4 0,0 0 0,0 1 0,2-1 0,1 1 0,1-3 0,-8 5 0,2-2 0,11 4 0,-1-3 0,-7-14 0,0-1 0,8 3 0,-1 1 0,-6-1 0,-1 3 0,-1 14 0,0 2 0,-4-6 0,-1 0-247,6-2 1,-1 1-1,0 0 247,1-4 0,-1 0 0,0-1 0,3-1 0,0 0 0,0-1 281,-7 14 1,1-2-282,7-2 0,1-3 0,-4-8 0,0-1 0,7 3 0,1-2 0,-9-1 0,10-5 762,-7-5-762,3 10 20,-3-7 1,-3 1-21,-18 7 0,18-4 0,-1-1 0,-16 5 0,1 7 0,15-3 0,-14-21 0,21 19 0,-4-27 0,16 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3:30.4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21273 1517 24575,'0'26'0,"0"1"0,0-1 0,0 1 0,0-1 0,0 1 0,-8 7 0,0 0 0,6-2 0,0 1 0,-9 8 0,-2 4 0,5-3 0,0 2 0,-1-2 0,-6 0 0,1 0 0,4 1 0,2 4 0,-2-6 0,-7-8 0,3-1 0,11 10 0,2 2 0,-11 0 0,0 0 0,10 2 0,2-2 0,-4-3 0,0-1 0,4-5 0,0-2 0,0 12 0,0-9 0,0-3 0,0-13 0,0 13 0,0-6 0,8 1 0,10 13 0,9-4 0,-13-11 0,0 1 0,3 3 0,-1 1 0,-6-4 0,0 1 0,10 6 0,1 0 0,-6-6 0,-1-1 0,8 11 0,-1 1 0,-7-11 0,0 1 0,3 5 0,-1 0 0,4 11 0,13-10 0,-13-1 0,13-7 0,-13 1 0,3-11 0,3-1 0,13 4 0,-10-4 0,3 1 0,-2 1 0,0-1 0,2-2 0,-1 0 0,0 5 0,1 1 0,-2-7 0,1-1 0,-5 1 0,0 0 0,8 3 0,1-1 0,-3-9 0,1-2 0,2 3 0,0-1 0,-4-2 0,-1-2 0,0-2 0,1 0 0,0 2 0,0 2 0,8 3 0,1 0 0,0-6 0,0 0 0,8 6 0,0-1 0,1-6 0,0-2-149,-14 1 0,1 0 0,-1 0 149,0 0 0,0 0 0,1 0 0,1 0 0,1 0 0,1 0 0,-1 0 0,0 0 0,1 0 0,2 1 0,1 0 0,-1-3 0,-2-1 0,-1-3 0,0 0 0,-2-2 0,0-2 0,-2 0 0,12-2 0,-4-5 0,-5-11 0,-3-1 0,-3 10 0,-1-1 0,2-12 0,-4-5 0,-6-3 0,-4-6-755,-5 11 0,0-2 0,0-3 1,-3-3 754,-4 0 0,-2-3 0,-1-3 0,-1-1 0,2-1-469,1 5 1,1-1 0,0-1 0,0-2 0,1-1 0,-1 0 0,-1-1 252,0 6 0,-1 0 0,0-2 0,0 0 0,-1 0 0,1-1 0,0 0 0,1-1 0,0 1-112,0 1 0,0 0 0,1-1 1,1 0-1,-1 0 0,0-1 1,1 1-1,-1 0 0,0 0 1,0 1 281,0 1 1,0 1-1,-1 0 1,1-1 0,0 1-1,-1 0 1,0 1 0,1-1-1,-1 1 1,0 0 45,0-2 0,0 0 0,0 0 0,0 1 0,0 0 0,0 0 0,0 1 0,0 1 0,0 1-203,2-5 0,1 1 0,0 2 0,-1 0 0,1 0 0,-2 2 1,-1 0 202,0-9 0,-3 1 0,0 2 0,0 1 0,1 1 170,3 0 1,1 2-1,-1 1 1,-1 2-171,-4-6 0,-1 1 0,-1 5 1621,-1-1 0,-4 5-1621,-5 11 0,-4 1 1638,-1 0 0,-5 3-659,-8 7 0,-3 3 659,2-1 0,-2 1-1604,-1 3 1,-2 1 0,1 4-35,-10 7 0,1 2 0,-5-8 0,0 2 650,9 13 0,2 2-650,2-11 0,-1 0 0,-6 8 0,-4 3-221,9-6 1,-1-2-1,-1 1 221,3-1 0,-1 1 0,1 2 0,-2 4 0,0 3 0,0-1 0,-2 1 0,0-1 0,1 3-413,-1 2 0,2 2 0,-2 1 413,4-2 0,-1 0 0,-1 0 0,0-1 0,2-3 0,0 0 0,0-1 0,1 2 0,-1 4 0,1 1 0,0 0 0,0-2 0,0-5 0,0-1 0,0 0 0,1-1 0,-7 5 0,2 0 0,1-1-38,2-2 0,0 0 1,2-4 37,-7-1 0,4 0 0,13 7 0,3-1 0,-20-4 616,21 20-616,-21-29 636,15 8 1,-1 2-637,-11-1 0,-4 1 0,5 3 0,-2 2 0,1 1-110,1 5 1,0 1 0,1-1 109,3-5 0,0 0 0,1 0 0,2 1 0,1 0 0,4-3 0,-7 2 0,1-1 0,31 5 0,0-19 0,0 12 0,0-8 453,0-6-453,0 6 0,0 7 0,0-11 0,-8 20 0,6-7 0,-5-5 0,7 19 0,0-27 0,0 20 0,0-22 0,0 6 0,0 7 0,0-11 0,0 12 0,0-16 0,0 0 0</inkml:trace>
  <inkml:trace contextRef="#ctx0" brushRef="#br0" timeOffset="8067">26123 10072 24575,'0'43'0,"0"2"0,0-11 0,0 1 0,0-4 0,0 2 0,1 10 0,-2 1 0,-2-5 0,-2 2 0,-3 6 0,-1 2 0,0-1 0,-2 2-289,-4-10 1,-3 1 0,2-1 288,8-3 0,1 0 0,-1-1 0,-8 3 0,-3-1 0,5-1 0,7 8 0,2-2 0,-8 1 0,2-2 0,11-9 0,-2-1 0,-9 3 0,-1-1 0,10-8 0,0 0 0,-10 0 0,0 1 0,11 7 0,0 1 432,-10-7 1,-1 1-433,9 13 0,2 0 0,-7-14 0,0 1 0,3 13 0,2 0 0,3-13 0,-1-1 0,-4 7 0,2-1 0,3 11 0,0-19 0,0-1 0,0 4 0,8 12 0,-7-29 0,23 11 0,-12-5 0,21 2 0,-21 13 0,11-6 0,-5-7 0,-6 4 0,11-7 0,-5-5 0,9 4 0,1-16 0,-11 8 0,7-7 0,-12 23 0,21-20 0,-13 19 0,13-21 0,-13 22 0,13-12 0,-6 5 0,16-9 0,-13-8 0,-6 8 0,1 0 0,4-4 0,-4 4 0,1-1 0,19-7 0,-19 8 0,1 0 0,0-6 0,-1 0 0,0 6 0,1 0 0,4-7 0,-1-2 0,9 1 0,10 0 0,-14 8 0,-5-7 0,11 7 0,-22-8 0,15 0 0,-7 0 0,1 0 0,-11 0 0,7 0 0,-20 0 0,19 0 0,-21-8 0,6 7 0,8-7 0,-12-8 0,11 12 0,-15-27 0,0 19 0,0-6 0,0-5 0,8 11 0,-6-21 0,6-3 0,8-9 0,-13 0 0,9 20 0,0-1 0,-10-19 0,6 8 0,0 12 0,-1 1 0,-3-5 0,5 4 0,-2-1 0,-7-19 0,-1 11 0,2-1 0,7-1 0,0 0 0,-6-5 0,0 1 0,6 4 0,-1 2 0,-6 7 0,-2 1 0,1 0 0,0 1 0,0-20 0,0 18 0,0 1 0,0-19 0,0 19 0,0 1 0,0-13 0,0 3 0,0-6 0,0 12 0,0 1 0,0-3 0,0 0 0,0-1 0,1-11 0,-2-2 0,-5 0 0,-3 0 0,0-4 0,-2 2 0,-3 10 0,1 1 0,4 0 0,0 4 0,-15-6 0,13-3 0,-23 6 0,15-2 0,1 1 0,-5 3 0,11 14 0,-21-15 0,21 22 0,-20-3 0,29 15 0,-21 0 0,6 0 0,-1 0 0,-15 0 0,15-8 0,-22 6 0,19-10 0,-1 0 0,-8 11 0,-1-1 0,1-14 0,-1 0 0,-7 14 0,2 0 0,12-10 0,1 1 0,-11 10 0,3 0 0,3-23 0,-20 20 0,19-19 0,-5 21 0,2-6 0,5 8 0,1-16 0,-6 12 0,13-11 0,-13 15 0,13-8 0,2 6 0,-5-6 0,19 8 0,-12 0 0,16 0 0,0-16 0,0 12 0,0-11 0,0 15 0,0-8 0,0 6 0,0-6 0,0-8 0,-8 13 0,6-13 0,-5 16 0,7 0 0,0 0 0,-16 0 0,12 0 0,-12 0 0,16-16 0,0 12 0,0-19 0,0 21 0,0-6 0</inkml:trace>
  <inkml:trace contextRef="#ctx0" brushRef="#br0" timeOffset="22867">26106 12788 24575,'0'20'0,"0"3"0,0 3 0,0 3 0,0-4 0,0 1 0,0 19 0,0 0 0,0-9 0,0-19 0,0 7 0,0-20 0,0 19 0,0-21 0,7 22 0,-5-5 0,6 9 0,-8 5 0,0-13 0,0-3 0,0 7 0,0-20 0,16 19 0,-12-21 0,11 6 0,-15 8 0,0-5 0,0 23 0,8-22 0,-6 19 0,6-27 0,-8-4 0,0-4 0,0-12 0,0 1 0,0 11 0,0-20 0,0 6 0,0-1 0,0 1 0,0-5 0,0 11 0,0-6 0,0-5 0,0 19 0,0-20 0,0 22 0,0-5 0,0-9 0,0 12 0,0-12 0,16 1 0,-12 11 0,19-12 0,-21 16 0,6 0 0,8 0 0,-12 0 0,27 0 0,-19 0 0,5 0 0,7 0 0,-12 0 0,21 0 0,-13 0 0,-3 0 0,7 0 0,-13 0 0,23 0 0,-22 0 0,19 0 0,-27 0 0,19 0 0,-21 0 0,6 16 0,8-12 0,-12 11 0,11 1 0,-15-4 0,0 5 0,0 7 0,0-12 0,0 21 0,0-21 0,0 11 0,0-5 0,0 1 0,0-1 0,0 6 0,-15-20 0,11 27 0,-12-19 0,8 21 0,6-13 0,-21 13 0,3-21 0,-7 11 0,9-5 0,-5-6 0,19 3 0,-20-15 0,22 0 0,-21 0 0,19 8 0,-20-6 0,7 6 0,-3-8 0,-13 0 0,5 0 0,1 0 0,-6 0 0,13 0 0,2 0 0,-5 0 0,19 0 0,-12-8 0,16 6 0,0-6 0,0-7 0,0 11 0,0-12 0,0 16 0,0-8 0,0 6 0,0-6 0</inkml:trace>
  <inkml:trace contextRef="#ctx0" brushRef="#br0" timeOffset="41068">26793 7355 24575,'0'44'0,"0"-19"0,0 2 0,0 15 0,0 3 0,0 0 0,0 2 0,0-13 0,0 2 0,0 0-393,1 1 0,0 0 0,-3 0 393,-2-1 0,-2 0 0,1 0 0,3 5 0,3 0 0,-4 1 0,-6 1 0,-3 1 0,2 0 0,5-5 0,1 0 0,1 1 0,-2 3 0,-1 1 0,-1-2 0,-5 5 0,1-2 0,8-11 0,3 1 0,-1-2 192,-7 0 1,0-1-193,7 2 0,2 0 98,-1-7 0,0-1-98,0 1 0,0-1 0,0-1 0,0 3 0,0 6 0,0 4 0,0-2 0,0-3 0,0 0 199,0 2 0,0 3 1,0-3-200,0 1 0,0-3 0,0 8 0,7-8 0,2-1 0,2-3 0,-2-4 0,0 1 0,15 11 0,3-2 0,10-1 0,-1-22 0,-3 11 0,-14-21 0,15 6 0,-15 8 0,15-13 0,1 13 0,2-32 0,-2 13 0,-14-16 0,0-2 0,8 8 0,-12-15 0,1-1 0,7 17 0,-1 0 0,-12-15 0,0-3 0,13 12 0,-1-1 0,-12-26 0,-1 12 0,1-1 0,-2 7 0,-2-2 0,-2-13 0,0-3 0,1 10 0,1-2 0,0-2-567,-2 1 1,0-1 0,0-2-1,2 0 567,1-5 0,3-2 0,-1 0 0,2 0 0,-3 6 0,1 0 0,1-1 0,-1 1 0,-1-1 0,0 1 0,-1 0 0,0 0 0,0 0 0,0 0 0,-1 2 0,1 1 0,0-1 0,-1 1 0,-1 1 0,-1-2 0,-1 1 0,-1 1 0,0 1 0,2-11 0,1 1 0,-2 6 0,0 11 0,-2 4 0,-3-5 0,0 5 0,0 6 0,0-13 0,-8 13 2266,-10-13-2266,-1-2 0,-15-3 0,25 12 0,-1 1 0,-24-4 0,17 8 0,-1 1 0,-19 0 0,2 3 0,1-7 0,15 20 0,-15-27 0,-1 19 0,-10-6 0,19 13 0,-1 3 0,1 1 0,-1 2 0,1-1 0,-1 0 0,-6 0 0,-2 0 0,-1 0 0,-1 0 0,1 0 0,0 0 0,1 0 0,1 0 0,7 0 0,1 0 0,-19 0 0,18 0 0,3 0 0,22 0 0,-21 0 0,19 0 0,-12 0 0,16 0 0,0 7 0,0-5 0,0 22 0,0-20 0,16 12 0,-12-16 0,19 0 0,-21 0 0,6 0 0,-8 0 0,16 0 0,-12 0 0,11 0 0,-15 0 0,0 0 0</inkml:trace>
  <inkml:trace contextRef="#ctx0" brushRef="#br0" timeOffset="73101">21872 1376 24575,'0'25'0,"1"-1"0,-2 3 0,-2 8 0,-2 3 0,0-2 0,-1 3 0,0-1-624,2-1 0,1-1 1,-2 1 623,-5 10 0,-2 2 0,3 0 0,4-4 0,2-1 0,-1 2 0,-3-4 0,-2 1 0,-1 1 0,3 2 0,1-4 0,2 3 0,1 0 0,0-1 0,-1-3 0,-1 0 0,1-2 0,-1-1 0,1 1 0,1 4 0,1 1 0,1-2 0,-1-4 0,2 7 0,0-4 302,0-1 0,0 0-302,3 0 0,2 1 0,0-8 0,1 2 0,1-1 0,2 4 0,2 0 0,-1-2 0,2 2 0,-1-2 154,3 6 1,-1-2-155,2 0 0,-2 1 0,-5 3 0,1-4 0,15 1 479,-19-10 0,2-5-479,10-14 0,7 19 0,-20-27 0,19 12 0,-5-16 0,1 7 0,15-5 0,1 22 0,10-20 0,-19 7 0,1 1 0,7-2 0,1-2 0,-7-2 0,1 0 0,5 2 0,0-1 0,-7-6 0,-1-2 0,1 1 0,-1 0 0,3 0 0,11 0 0,-21 0 0,24 0 0,-13-15 0,-6 10 0,1-2 0,12-26 0,8 21 0,-19-7 0,-1-1 0,20-2 0,-19 5 0,1-1 0,-1-3 0,1 1 0,3 2 0,1-2 0,0-13 0,0-2 0,1 6 0,-1 1 0,0-6 0,-1-1 0,-7 8 0,-1 1 0,0 4 0,-1-1 0,-7-2 0,-1-1 0,21-11 0,-23 2 0,5-6 0,-16 4 0,0 11 0,0-1 0,1-7 0,-2-1 0,-6-4 0,-2-2 0,5 5 0,1-3 0,-1 0-413,-2-4 0,0-2 1,0 0 412,0 6 0,0-1 0,0 0 0,1 0 0,0 1 0,0 1 0,0 0 0,0 0 0,-1 0 0,-1 0 0,0 1 0,0 1 0,-4-3 0,-1 1 0,1 0 0,4-5 0,2 0 0,-2 1 0,-3 3 0,-2 0 0,0 0 0,0-3 0,0 1 0,1-2 0,2-3 0,1-1 0,-4 3-250,-6 6 1,-2 2-1,1 0 250,5-2 0,2-1 0,-1 2 0,-9-5 0,-1 4 0,-2 10 0,1 3 0,9 3 0,0 3 0,-20 7 595,11 4 0,-1 1-595,-14 7 398,9 0 1,-1 0-399,1 0 0,-1 0 0,-4 0 0,0 0 0,2 0 0,1 0 0,-3 0 0,1 0 0,-11 0 0,10 0 0,2 15 0,5-11 0,1 20 0,-14-22 0,3 6 0,12-8 0,-1 0 0,-18 0 0,2 0 0,24 15 0,3-11 0,16 20 0,0-22 0,0 21 0,0-19 0,0 27 0,0-27 0,0 12 0,16-16 0,-12 0-820,27 0 1,-27 0 0,12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7:16.15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1041 17374 24575,'40'0'0,"0"0"0,-7 0 0,2 0 0,-1 0 0,12 0 0,0 0 0,-9 0 0,2 0 0,-1 0 0,11 0 0,0 0 0,-15 0 0,1 0 0,0 0-618,2 0 0,1 0 0,0 0 618,5 0 0,2 0 0,1 0-482,-6 0 1,1 0 0,1 0 0,1 0 481,3 0 0,0 0 0,1 0 0,0 0 0,2 0 0,0 0 0,0 0 0,0 0 0,0 0 0,-1 1 0,1-1 0,-1-1 0,-8 0 0,0-1 0,0 1 0,0-1 0,0 0 0,1 2 0,0 0 0,0-1 0,0 1 0,-1 0 0,8-2 0,0-1 0,-1 1 0,0 1 0,1 0 0,0 1 0,0 0 0,-2 1 0,-3-1 0,-1 0 0,-1 0 0,0 0-54,8 0 1,-1 0-1,0 0 54,-9 0 0,0 1 0,0-1 0,-1-1 0,2-4 0,-2-1 0,1 1 0,7 4 0,1 1 0,-2-3 0,-8-6 0,-2-4 0,2 4 0,6 6 0,1 3 0,-1-1 0,-5-4 0,0-1 0,1 1 0,9 4 0,2 1 0,-1 1 0,-3-1 0,-1 0 0,1 0 0,-4 0 0,2 0 0,-1 0 0,1 0-371,-2 0 0,0 1 0,0-1 0,0-1 371,4 0 0,1-2 0,0 1 0,0 0 0,1 2 0,1-1 0,0 1 0,-1-1 0,-3 0 0,-1-2 0,0 1 0,1 0 0,1 2 0,0 0 0,0 0 0,-2 0 0,-4 0 0,-2 0 0,0 0 0,-1 0 67,11 0 1,0 0 0,-3 0-68,-8 0 0,-2 0 0,-1 0 849,15 0 1,-4 0-850,-12 0 0,-1 0 530,10 0 1,0 0-531,-5 0 0,-1 0 888,3 0 0,2 0-888,2 0 0,0 0 0,-2 0 0,-1 0 0,-1 0 0,2 0 0,6 0 0,0 0 0,-6 0 0,0 0 0,-7 0 0,1 0 0,0 0 68,0 0 0,1 0 1,-1 0-69,1 0 0,0 0 0,0 0 0,14 0 0,-2 0 0,-4 0 0,-2 0 0,-10 0 0,-1 0 0,-1 0 0,1 0 0,-1 0 0,0 0 0,5 0 0,1 0 0,7 0 0,2 0 0,-11 0 0,2 0 0,0 0-223,2 0 0,0 0 0,2 0 223,3 0 0,1 0 0,0 0 0,0 0 0,0 0 0,1 0-215,4 0 0,1 0 1,0 0 214,-2 0 0,0 0 0,-1 0 0,-2 0 0,0 0 0,-2 0 0,-2 0 0,-1 0 0,1 0-214,5 2 1,1 0 0,-3 2 213,1 5 0,0 0-61,-4-5 0,3-1 0,-5 2 61,-6 2 0,-2 1 0,12 1 0,1-2 0,0-5 0,0 0 0,1 6 0,0 0 0,-1-7 0,0-2 309,-4 1 1,-1 0-310,-4 0 0,0 0 547,-3 1 1,-1-2-548,-4-7 0,-1 0 694,9 4-694,-11-4 0,1 0 208,14 8-208,6-15 0,4 11 0,-19-12 0,5 16 0,-2 0 0,-5 0 0,-9 0 0,5 0 0,-22 0 0,21 0 0,-11 0 0,21 0 0,-13 0 0,13 0 0,-13 0 0,-2 0 0,5 0 0,-19 0 0,27 0 0,-27 0 0,12 0 0,-8 0 0,-6 0 0,21 0 0,-19 0 0,12 0 0,-16 0 0,8 0 0,9 0 0,3 0 0,-2 0 0,5 0 0,-11 0 0,21 0 0,-21 0 0,4 0 0,-16 0 0,0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8:22.7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3493 8837 24575,'33'0'0,"4"0"0,3 0 0,4 0 0,-2 0 0,1 0 0,-7 0 0,2 0 0,1 0-464,2 0 1,0 0 0,-1 0 463,-3 0 0,-1 0 0,1 0 0,1 0 0,0 1 0,-1-2 211,8-2 0,-2-2-211,1-3 0,-1-1 118,-10 4 1,-2-2-119,4-9 0,-1 0 0,11 13 0,-19-6 0,-1 2 706,12 7-706,-2 0 25,-17 0-25,6 0 0,-13 0 0,23 0 0,-15-8 0,15 6 0,1-6 0,2 8 0,-11 0 0,-1 0 0,4 0 0,-3 0 0,-3 0 0,-19 0 0,12 0 0</inkml:trace>
  <inkml:trace contextRef="#ctx0" brushRef="#br0" timeOffset="1185">9737 8625 24575,'49'0'0,"0"0"0,0 0 0,0 0 0,0 0 0,0 0 0,0 0 0,-2 0 0,0 0 0,1 0 0,0 0 0,0 0 0,1 0 0,-1 0 0,1 0-365,-5 0 1,0 0 0,1 0 0,-1 0 0,1 0 0,-1 0 0,1 0 0,0 0 0,1 0-1,0 0 1,1 0 0,0 0 0,1 0 0,-1 0 0,0 0 0,1 0 0,-1 0 0,1 0-1,0 0 1,0 0 0,1 0 0,-1 0 0,0 0 0,0 0 0,0 0 0,-2 0 0,0 0 338,5 0 1,0 0 0,-2 0-1,0 0 1,0 0 0,-1 0-1,0 0 32,-1 0 0,0 0 0,0 0 0,0 0 0,-2 0 1,-1 0-1,-2 0-6,4 0 0,-1 0 0,-3 0 0,-1 0 0,-1 0 393,2 0 1,-1 0-1,-2 0 1,-2 0-394,0 0 0,-2-1 0,-3 2 0,-4 3 0,-3 0 0,0-2 3276,-17 22-1736,-8-20-784,0 19 1,0-21 0,0 6-1</inkml:trace>
  <inkml:trace contextRef="#ctx0" brushRef="#br0" timeOffset="2502">21361 8502 24575,'8'20'0,"12"-11"0,9-3 0,5-4 0,8-3 0,3 0-656,-5 1 1,4 0-1,2 0 1,3 0 0,1 0 245,-7 0 0,1 0 1,2 0-1,2 0 1,0 0-1,1 0 0,1 0 1,-1 0 171,-3 0 1,1 0 0,0 0 0,0 0 0,0 0 0,2 0 0,0 0 0,2 0 0,1 0 237,-8 0 0,3 0 0,0 0 0,2 0 0,1 0 0,0 0 0,0 0 0,0 0 0,-1 0 0,-1 0 0,-1 0 0,-2 0 0,-2 0 0,9 0 0,-3 0 0,-2 0 0,0 0 0,-2 0 0,1 0 0,0 0 0,2 0 0,0 0 0,2 0 0,2 0 0,0 0 0,-1 0 0,-1 0 0,-4 0 0,-4 0 0,-5 0 740,12 0 1,-8 0-1,-2 0-740,-3 0 0,-1 0 0,-4 0 697,-4 0 1,-3 0-698,3 0 0,-9 0 0,-10 0 0,-8 0 0</inkml:trace>
  <inkml:trace contextRef="#ctx0" brushRef="#br0" timeOffset="3834">26158 8643 24575,'42'0'0,"0"0"0,0 0 0,-2 0 0,3 0 0,2 0 0,3 0 0,1 0 0,-3 0 0,1 0 0,2 0 0,1 0 0,1 0 0,2 0 0,0 0-328,-9 0 0,2 0 0,0 0 1,1 0-1,0 0 0,1 0 1,0 0-1,1 0 0,-1 0 1,0 0-1,0 0 0,1 0 0,1 0 1,-1 0-1,1 0 0,-1 0 1,1 0-1,-1 0 0,0 0 1,-1 0-1,-1 0 0,0 0 0,0 0 1,-1 0-1,1 0 0,-1 0 1,0 0-1,-1 0 0,0 0 1,0 0 109,6 0 0,0 0 0,0 0 0,-1 0 0,-1 0 0,-1 0 0,0 0 0,-2 0 218,6 0 0,-2 0 0,-1 1 0,-1-1 0,0 0 0,-1-1 99,-2 0 1,-1 1 0,0-1 0,0-1 0,-3 0 0,0 0-100,6-1 0,-2-2 0,-1 0 0,0 1-76,-2-1 1,1 0-1,-2 0 1,-2 0 75,-1-1 0,-3 0 0,-1 0 1638,11 1 0,-3 3-997,-11 1 0,-2 2 2635,16-1-3127,-1 0 2495,-25 0-2644,5 0 651,-22 0-651,5 0 0,9 0 0,12 0 0,17 0 0,-19-8 0,1 0 0,-1 6 0,1 0 0,-1-6 0,0 0 0,1 7 0,-1 2 0,19-1 0,-17 0 0,-5 0 0,-21 16 0,6-12 0,-8 12 0,-8-16 0,6 0 0,-5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0:59:39.2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12206 6033 24575,'43'0'0,"2"0"0,-8 0 0,3 0 0,-4 0 0,2 0 0,10 0 0,0 0 0,-10 0 0,-3 0 0,-8 0 0,-1 0 0,15-8 0,-29 6 0,3-6 0,1 8 0,-12 0 0,12 0 0,-16 0 0,0 8 0,0-6 0,0 6 0,0-8 0,0 0 0,0 15 0,0-11 0,0 12 0</inkml:trace>
  <inkml:trace contextRef="#ctx0" brushRef="#br0" timeOffset="4915">24571 12136 24575,'42'-8'0,"0"0"0,2 4 0,3 1 0,1-2 0,-11-2 0,1-2 0,-1 0 0,2 1-593,6 2 0,3 2 0,-2 0 0,-2-2 593,0-5 0,-3-1 0,-1 2 0,11 4 0,-6 0 379,-17-2 0,-3 0-379,16 8 391,-21 0-391,-3 0 0,23 0 0,-9 0 611,-2 1 1,3-2-612,-2-2 0,0-1 0,5 3 0,1 0 0,3-10 0,2-2 0,7 3 0,0 1 0,-3-4 0,1-2 0,-12 4 0,1-1 0,-1 2 0,11 0 0,1 0-272,-10-1 0,1-1 0,1 2 272,0 3 0,1 1 0,0-1 0,5-3 0,0-2 0,1 1 0,2 1 0,1 2 0,-2-1 0,-3-1 0,-2 1 0,1 0 0,-1 3 0,1 1 0,-4-2 0,5-5 0,-3 1 0,-4 10 0,-4-2 0,3-21 0,-1 23 0,-23-23 0,13 12 0,-22-21 816,21-2-816,-13 5 0,0-1 0,3 3 0,2-1 0,2-5 0,-1-1 0,-10 8 0,0 2 0,9-21 0,-15 11 0,0 18 0,0-7 0,0 12 0,0-21 0,0-2 0,-7 5 0,-1-1 0,2-1 0,0-1 0,-10-9 0,-1-2 0,3 4 0,0 0 0,0 8 0,-1 0 0,1 0 0,4 0 0,1-1 0,-1 0-428,-5-7 1,-2-1-1,0 0 428,-1-3 0,0-1 0,1 1 0,1 1 0,0 1 0,-1-1 0,0 9 0,-1-1 0,1 0 0,2 2 0,0-14 0,1 2 0,-7 5 0,0 2 0,13 6 0,-3 5 0,-9 12 0,-1 1 0,7-15 0,-2 1 0,-16 8 0,-2 1 641,9-11 1,1-1-642,-10 4 0,-1 1 0,0-8 0,1-1 0,3 3 0,-2 0 0,5 8 0,-2 1 0,2-1 0,0-2 0,2 0 0,-1 2 0,-9-5 0,0 1 0,-3-3 0,1 1 0,11 4 0,-1 1 0,-8 3 0,-4-1-349,9 1 1,-1-2 0,-1 1 348,-5 3 0,-1 2 0,-2 0 0,-3-5 0,-1-1 0,1 2 0,5 3 0,0 1 0,1 2 0,2 5 0,1 2 0,3 0 0,2-5 0,3 4 0,-3 9 0,3 2 0,7-1 0,-29 0 0,10 0 522,6 0 1,-3 0-523,2 0 0,-2 0 0,-4 0 0,0 0 0,2 0 0,3 0 0,8-1 0,1 2 0,-15 15 0,21-12 0,3 19 0,-7-21 0,5 6 0,-9 8 0,-5-5 0,13 23 0,3-15 0,9-1 0,8 21 0,-16-23 0,11 11 0,-2 3 0,-26 7 0,15-12 0,1 3 0,-1 6 0,-1 0 0,-8 2 0,3 1 0,8 3 0,2 0 0,-7 1 0,1-3 0,9-14 0,2-1 0,1 3 0,-1-3 0,-15-4 0,20 15 0,-11-15 0,15 15 0,-8-15 0,8 8 0,-2 3 0,-22 11 0,22 4 0,0 2 0,-13-10 0,-1 1 0,13-5 0,4 2 0,-3 1 0,-5-1 0,-2 1 0,2-2 0,5 13 0,2-1 0,-3-12 0,0 0 0,1 0 0,1 7 0,2-2 0,-1-2 0,0-2 0,0-7 0,0-3 0,0 16 0,0-21 0,0-2 0,0 5 0,0 5 0,8 17 0,-1-13 0,3 4 0,1-3 0,1 2 0,1 1-587,-1 5 1,0 1 0,1 3 586,-1-5 0,1 2 0,0 0 0,0 0 0,-1-1 0,-1-1 0,0 0 0,0 0 0,1 9 0,0-1 0,1-2 0,1-9 0,0-1 0,-1-3 0,1 3 0,0-4 0,-1-8 0,1-4 0,4-1 0,5-3 0,-19-16 1759,12 0-1759,-16 0 0,8 8 0,-6 9 0,21 19 0,-11 9 0,6 0 0,5-10 0,-19-2 0,20-13 0,-22-2 0,5 5 0,-7-19 0,0 12 0,0-16 0,0 0 0</inkml:trace>
  <inkml:trace contextRef="#ctx0" brushRef="#br0" timeOffset="24749">25964 8431 24575,'0'-27'0,"0"-6"0,0 13 0,0-13 0,0 5 0,0 1 0,8-14 0,10 3 0,-2 6 0,3-4 0,2-4 0,3-1 0,-2 10 0,1-2 0,1 0-460,0-7 0,0-1 0,0 0 460,1 0 0,-1-1 0,0 0 0,-6 7 0,-1-1 0,0 0 0,0 1 0,3-7 0,-1 0 0,2 1 0,2 0 0,0 1 0,2 0 0,-4 9 0,1 1 0,1-1 0,-1 1 0,0-1 0,0-1 0,1 1 0,0 0 0,2-1 0,2 1 0,-1-1 0,0 1 0,-1 1 0,0-1 0,-1 1 0,0 0 0,7-9 0,-1 1 0,-1 1-27,-1 6 1,-1 0 0,-3 1 26,-1-15 0,-1 4 0,-1 13 0,-1 3 0,-1-11 0,15 3 0,-23 6 1374,13-1-1374,-22-5 85,21 21-85,-19-4 0,-4 9 0,-11-11 0,-15 2 0,-5-3 0,10-6 0,1-5 0,-4 0-657,-11 0 0,-5 0 1,1-4 656,8-1 0,0-5 0,0-1 0,-1 3 0,1 2 0,-1 2 0,1 1 0,0-2 0,-1 0 0,1-1 0,1 0 0,1 2 0,0-3 0,3 2 0,-1 1 0,0 4 0,0 0 0,4 4 0,-6-13 0,8 18 0,3 3 0,6 0 0,-21-1 0,13-23 985,-4 28 0,-1-1-985,13-10 0,1-1 0,-13 7 0,-1 1 0,3-10 0,0-3 0,3 4 0,-2-2 0,-1-1-478,-5-5 0,0-1 1,0-3 477,7 4 0,0-3 0,0 0 0,0 0 0,-1 2 0,-2 0 0,1 0 0,2 1 0,-3-9 0,3 2 0,-2 3 0,1 10 0,0 2 0,2 2 0,5-9 0,1 11 0,-3 27 0,16-16 0,0 36 0,0-22 0,0 6 0,0-8 0</inkml:trace>
  <inkml:trace contextRef="#ctx0" brushRef="#br0" timeOffset="120199">15893 4833 24575,'0'41'0,"0"6"0,0-9 0,0 3 0,0-8 0,0 2 0,0 1-706,0-1 1,0 1-1,0 2 706,0-1 0,0 3 0,0-1 0,0 0 0,0 7 0,0-1 0,0 1 0,0 4 0,0 0 0,0-1 0,0-2 0,0-1 0,0 0 0,-1 1 0,1 0 0,1 1 0,1-1 0,1 0 0,-1 2-345,-1-9 1,-2 2 0,2-1 0,0 0 344,4-2 0,1-1 0,1 0 0,-1 0 0,-1 3 0,0 1 0,0 0 0,0 0 0,-1-4 0,2 0 0,-1-1 0,-1 1 40,2 12 1,0 1 0,-2-3-41,-3-11 0,-2-1 0,1 0 0,-1 7 0,1 0 0,1-3-15,3-2 1,0 0 14,-3-5 0,-1 2 0,1-1 0,3 7 0,-1-2 479,-3-2 0,0-1-479,8-1 0,0-1 1614,-4 11-1614,12-10 794,-16-17-794,0 5 35,0-19-35,0 12 0,0-16 0,0 7 0,0-5 0,0 6 0,0-8 0,0 0 0,0 16 0,0-12 0,0 12 0,0-9 0,0-5 0,0 22 0,8-12 0,-6 5 0,5 7 0,-7-20 0,0 27 0,0-27 0,0 20 0,0-23 0,0 7 0,0 8 0,0-12 0,0 12 0,0-32 0,0-12 0,-7-17 0,-2 20 0,0-3 0,-1-18 0,0 0 0,-7 7 0,13 8 0,0-1 0</inkml:trace>
  <inkml:trace contextRef="#ctx0" brushRef="#br0" timeOffset="130215">2011 11853 24575,'0'43'0,"0"-13"0,0 1 0,0 1 0,0 1 0,0 9 0,0 2 0,0-4 0,0 0 0,0 0 0,0 1 0,0 2 0,0 0 0,0-3 0,0 0 0,0 8 0,0 0 0,0-2 0,0-1 0,0-5 0,0 0 0,0-2 0,0 0 0,0 6 0,0-1 0,0-6 0,0 2 0,0-4 0,-1 3 0,2-1-207,3 12 0,0 0 207,-3-14 0,-1 1 0,1 1-305,1 5 0,0 1 0,1 1 305,3 0 0,0 0 0,-2 1 0,-2 2 0,-2 1 0,2 0 0,2-9 0,0 1 0,1-1 0,-2 0 0,-2 9 0,-2-1 0,1 1 0,-1 2 0,1 0 0,1-1 0,1-6 0,1-1 0,0-1 0,-3 8 0,2 0-61,5-16 1,2 1-1,-2-2 61,-5 6 0,0-1 0,6 10 0,0 2 0,-4-1 0,0 0 0,-4 1 0,1 0 0,6-16 0,3 0 0,-3-1 0,-5 12 0,0 0 0,5-10 0,3 1 0,-4-2 0,-4 5 0,-2 1 0,2-4 0,1 3 0,0-2 0,5 6 0,0-1 0,-6 8 0,0-2 0,6-18 0,0-1 195,-8 2 1,0-4-196,0-6 925,15-2-925,-11 5 195,12-19-195,-16 12 0,0 7 0,0 7 0,0 3 0,0 2 0,0-6 0,0-1 0,0 4 0,0-3 0,0-2 0,0-3 0,0-22 0,0 21 0,0-19 0,0 12 0,0-16 0,0 8 0,0-6 0,0 5 0,0 9 0,0 12 0,0 17 0,0-19 0,0 1 0,0 18 0,0-10 0,0-2 0,0-21 0,0 12 0,0-23 0,0 7 0</inkml:trace>
  <inkml:trace contextRef="#ctx0" brushRef="#br0" timeOffset="148481">24818 9490 24575,'-20'19'0,"5"13"0,15-21 0,0 23 0,0-15 0,0 23 0,0-13 0,1 3 0,-2 3 0,-7-8 0,0 2 0,3 17 0,-2 2 0,-3-15 0,-2 0 0,1-1 0,1 14 0,0 1 0,0-13 0,-2 0 0,1-1 0,2 9 0,-2-3 0,-5-3 0,-1 0 0,8-1 0,-2-1 0,-13 5 0,-1-2 0,17-7 0,1-1 0,-9 7 0,0-3 0,9 2 0,5-17 0,-6 5 0,8-19 0,0 20 0,0-7 0,0 7 0,0 3 0,0 22 0,0-11 0,0 1 0,0-4 0,0 0 0,-1-2 0,2-1 0,3 3 0,0-1 0,-4-8 0,2 0 0,8 6 0,3-3 0,7 10 0,-11-13 0,1-3 0,14-3 0,-22 13 0,21-13 0,-11-2 0,6 5 0,5-19 0,-19 12 0,20-9 0,-7 11 0,19-6 0,-14 4 0,1-1 0,22-3 0,-10 21 0,-2-21 0,3 12 0,-7-22 0,3 9 0,1 1 0,8-8 0,-7 4 0,0 0 0,-7-8 0,-1 0 0,4 0 0,1 0 0,-1 0 0,3 0 0,-1 0 0,2 0 0,2 0 0,2 0 0,1 0 0,1 0-276,7 0 0,2 0 1,-2 0 275,-2 0 0,0 0 0,-1 0 0,0 0 0,0 0 0,-3 0 0,2 0 0,-2 0 0,7 0 0,-4 0 0,-16 0 0,-1 0 0,17-7 0,4-2 0,-13 6 0,1 0 0,1-3-506,7-6 0,1-3 1,1 1 505,-9 6 0,1 2 0,0-1 0,-2-1 0,9-8 0,-1-2 0,1 1 0,1 2 0,1 0 0,-1 0-328,-6-2 1,-2-1 0,1 0 327,5 0 0,-1 1 0,0-1 0,-6-2 0,-2-1 0,1 1 135,-3 2 1,0 0 0,-1-1-136,-2-1 0,0-1 0,-4 1 0,-5 2 0,-3-1 0,0-2 0,-5 1 1469,-13 0-1469,0-13 1089,0 6-1089,0 7 361,0-3-361,-15 21 0,11-22 0,-28-3 0,30 2 0,0-3 0,-16-3 0,-3-1 0,14-3 0,1-1 0,-14 4 0,-2 2 0,5-1 0,-1 1 0,-3-1 0,-3 1 0,-2 3 0,-1-1 0,1-2 0,-1 0 0,-7 0 0,0-1 0,5-4 0,1-1-235,0 10 0,-1 0 0,1-2 235,6-3 0,1-2 0,0 1 0,-2 1 0,-1 2 0,0-1 0,1 0 0,0 0 0,1 2 0,-6-9 0,1 3 0,-3 7 0,-1 1 0,4 0 0,1 1 0,0 5 0,-1 3 0,1 2 0,-1 2 0,1 0 0,-1 3 0,-6 9 0,-2 0 0,-5-11 0,-1 0 0,-6 10 0,-4 1-54,12-4 0,-3-2 0,2 3 54,3 3 0,1 1 0,-1 1 0,-5-1 0,-2 0 0,1 0 0,4 0 0,1 0 0,-1 0 0,-2 0 0,0 0 0,0 0 0,1 0 0,2 0 0,0 0 0,-12 0 0,2 0 0,12 0 0,1 0 0,6 0 0,0 0 0,-2 0 0,1 0 0,2 0 0,-1 0 0,-5 0 0,0 0 433,6 0 1,3 0-434,-20 0 0,9 0 0,19 0 0,-7 0 0,20 0 0,-12 0 0,9 0 0,5 0 0,-6 0 0,-8 0 0,12 0 0,-19 0 0,5 0 0,-9 16 0,7-13 0,-3 13 0,21-16 0,-6 0 0,8-16 0,0 13 0,8-21 0,-6 22 0,5-6 0</inkml:trace>
  <inkml:trace contextRef="#ctx0" brushRef="#br0" timeOffset="152599">22013 9719 24575,'0'41'0,"0"6"0,0-9 0,0 3 0,0-1 0,0 0 0,0-4 0,0 0 0,0 3 0,0-1 0,4-10 0,0-1 0,-3 7 0,0 0 0,3-6 0,0-1 0,-3 4 0,-2-1 0,1 7 0,0 4 0,0-21 0,0 29 0,0-25 0,0 9 0,0-10 0,0-19 0,0 20 0,0-22 0,0 6 0,0 7 0,0-11 0,0 12 0,0-16 0</inkml:trace>
  <inkml:trace contextRef="#ctx0" brushRef="#br0" timeOffset="159882">28628 5327 24575,'-20'0'0,"-3"0"0,5 8 0,-17 9 0,12 0 0,1 2 0,-1-2 0,1 3 0,4 6 0,0-1 0,-2-10 0,-1-1 0,6 10 0,1 1 0,-3-2 0,-1-1 0,0-3 0,2 2 0,3 7 0,-1 0 0,-7-9 0,-1 0 0,-1 20 0,1 6 0,2-15 0,0 0 0,-1 2-428,-2 10 0,-1 3 0,0-1 428,5-10 0,-2 0 0,1-1 0,0 0 0,-5 7 0,1-1 0,0-1 0,6-5 0,0 0 0,2-3 0,-7 7 0,4-5 0,8-3 0,-5 3 0,16-30 0,0 5 0,0 17 0,0 3 0,0 7 0,0-1 0,1 3 0,-2 2-105,-2 0 0,-1 1 0,-1 2 0,1 0 105,1 3 0,0 1 0,1 0 0,-1 0 0,-2-1 0,0 1 0,1-1 0,0 1 0,1 1 0,1 1 0,0-1 0,1-3 0,1-1 0,0-2 0,0 0-47,0 3 0,0 0 1,0-4 46,0-5 0,0-3 0,-1 0 0,2-1 0,7 5 0,25-2 0,-9 2 0,3-9 0,3 1 0,-4 8 0,0 1 0,10-3 0,1-1 0,0 0 0,-1-4 845,-9-12 1,-2-4-846,17 3 153,-23-15-153,22 0 0,-5 0 0,5 0 0,-9 0 0,2 0 0,2 0-364,9 0 1,3 0 0,0 0 363,1 0 0,1 0 0,0 0 0,-2 1 0,-1 0 0,1-3 0,2-1 0,0-2 0,-1-2 0,-4-1 0,-2-1 0,2-2 0,-7 1 0,1-1 0,0-1 0,0 0-420,1-1 1,0 0-1,0 0 1,1-1 419,-1 1 0,1 0 0,0 0 0,-1-1 0,0 1 0,1 1 0,-2-2 0,-2 1-168,3-5 1,-2 0 0,0 1 167,-3 2 0,0 0 0,-1 0 0,6-11 0,0 1 0,3 2 0,0 0 0,-3-3 0,1 0 0,-10 8 0,1 1 0,1-1 0,0-2 0,0-1 0,-1 1 0,10-7 0,-2-1 0,-3-2 0,-6-1 0,-3-6 968,-5-4-968,-5 6 1722,-6-3-1722,-3 13 0,-3-1 580,-6-3-580,0-12 0,0 6 0,0-11 0,0 10 0,0-4 0,0 5 0,0-3 0,0-3-464,0 3 0,0-1 1,0-3-1,0 1 464,0-5 0,0-2 0,0 1 0,0 0 0,0 0 0,0 0 0,0 1 0,0-1 0,0 1 0,0-1 0,0 1 0,0 3 0,1 0 0,0 4 0,-3 0 0,-2 0 0,-1 1 0,-1 5 0,2 4 0,-4 5 0,-25-4 0,-3-3 0,7 19 0,1 5 0,-1-3 927,10-6 1,-1 0-928,-10 6 0,-1-1 0,5-13 0,-1-3 0,-7 5 0,0-1 0,2-11 0,-1-1 0,5 13 0,-1 1 0,0-1 0,2-1 0,0 0 0,0-1 0,1 0 0,-1 0 0,0 3 0,-8 1 0,0 1 0,-4-7 0,1 3 0,10 16 0,-1 2 0,-5-3 0,0 1 0,-1 6 0,1 2 0,6-5 0,-1 0 0,-5 3 0,0 0 0,-1-3 0,1 0 0,-2 4 0,0 0 0,-4 0 0,-1 0 0,-2 0 0,0 0 0,10 0 0,1 0 0,-2 0 0,0 0 0,7 0 0,1 0 0,-1 0 0,1 0 0,0 0 0,-1 0 0,-4 1 0,1-2 0,-9-15 0,-10 12 0,29-11 0,-13 15 0,13 0 0,-13 0 0,14 0 0,-15 0 0,7 0 0,7 0 0,5 0 0,46 0 0,-23 0 0,23 0 0,-31 15 0,0-11 0,0 12 0,0-16 0,0 0 0,0-16 0,0 12 0,0-11 0</inkml:trace>
  <inkml:trace contextRef="#ctx0" brushRef="#br0" timeOffset="161532">31944 4674 24575,'0'10'0,"0"21"0,0 15 0,0-1 0,0 6 0,0-11 0,1 2 0,-2 1-571,-1 4 1,-1 1-1,0 0 571,2 2 0,1 1 0,-1-3 0,-1-10 0,-1-2 0,0 0 207,3 13 0,0-4-207,0-14 0,0-1 0,0 0 0,0 0 0,0 1 0,0 1 0,0 7 0,0 0 0,0 2 0,0-1 649,0 0 0,0 0-649,0-4 0,0-1 0,0-7 0,0-3 0,0 2 0,-15-3 0,11-22 0,-12-2 0,16-2 0,0-6 0</inkml:trace>
  <inkml:trace contextRef="#ctx0" brushRef="#br0" timeOffset="164531">26723 1817 8191,'-8'-20'0,"-10"5"3276,-17 15-1489,-10 0-378,19 0 0,-1 0-1409,-9 0 0,-4 0 0,4 0 0,-2 0 0,-2 0 44,2 0 0,-1 0 0,-2 0 0,-2 0-44,3-1 0,-2 0 0,-1 1 0,0 0 0,0 2 0,0 1 0,0 1 0,0 2 0,0-1 0,-1 0 0,-3-1 0,-1 0 0,0 0 0,1 0 0,2 2 0,-3 2 0,2 1 0,1 1 0,2-2 0,-7-1 0,3-1 0,3-1 1638,-6-1 0,7-1 1106,6-3-2744,9 8 0,-1 0 0,-10-4 0,10 7 0,-3 1 0,2-2 0,0-2 1153,-2-3 1,1 2-1154,-4 9 0,-1-1 0,-3-9 0,0 0 0,-1 10 0,0 1 0,2-7 0,3 0 0,8 6 0,1 1 0,-15 3 0,29 21 0,-3 4 0,11-8 0,0 4 0,-3-7 0,-2 2 0,-1 0-581,-3 7 1,-3 2 0,0 1 580,3-6 0,-1 2 0,0 0 0,0 0 0,2-3 0,1 0 0,0 0 0,0-1-193,0 0 0,0 0 0,0-1 0,3-1 193,3 4 0,2-2 0,-1-2 0,-4 6 0,1-4 0,6-11 0,2-1 0,-1 15 0,0-29 1669,15 3-1669,-3-7 844,21 10-844,-22 5 0,-2 5 0,15 6 0,1 4 0,-11-2 0,-3 4 0,3-2-324,5-1 1,3-2-1,-2 3 324,-2 7 0,-1 3 0,1-4 0,-1-11 0,1-3 0,0 1-50,-3 1 0,-1 0 0,2-2 50,10 10 0,-1-3 0,-11-13 0,1 1 0,9 9 0,1-2 0,12-2 0,-4-9 0,3-1 481,0-9 1,1-3-482,-2 1 0,2 0 0,8 6 0,2 1-242,-15-4 0,1 0 0,0 2 242,8 3 0,1 1 0,1 2-316,-7-4 0,1 2 1,1 0-1,0-2 316,-3-1 0,1-2 0,0 1 0,0-1 0,1 1 0,1-1 0,-1 0 0,0 0 0,5 2 0,0 0 0,-1-2-121,0-2 0,0-3 1,-1 0 120,-5-1 0,0-1 0,0-1 0,5-1 0,1-2 0,0 0 0,-4-1 0,-1-1 0,1-1 0,3-1 0,1 0 0,-1-2 0,-1 0 0,-2-2 0,1-2 0,-2-1 0,-1-3 0,2-2-373,5-4 0,2-3 1,-1-1 372,-3 2 0,-2-1 0,2-2 0,-8 2 0,2-1 0,-1 0 0,-1 1 0,2-2 0,0 2 0,-2 0 253,-2 0 0,-1 0 1,-2 2-254,1 1 0,-3 1 606,-2 1 1,-3-2-607,0-17 0,2 4 0,3-6 0,-10 0 0,-1-4 0,4-3-616,0 8 1,2-1-1,3-2 1,-1-2-1,-1 0 616,-4 2 0,0-2 0,0-2 0,0 1 0,-1-1 0,2 0 0,0-1 0,2-1 0,0 0 0,-1 0 0,0 0 0,-2 1 0,-2 1 0,0-1 0,-2 1 0,0 0 0,0 2 0,-1 0-39,-1 0 1,0 0-1,0 2 1,-1 1 0,-1 1 38,3-2 0,-1 0 0,0 3 0,-3 1 0,-2-16 0,-1 6 0,4 17 0,-2 3 0,-7-24 0,0 20 1638,-7-3 0,-2-3-1569,4 7 0,-1-1-69,-14-13 0,-2-2 0,8 3 0,-1 2 0,-10 2 0,-1 1 755,8 0 0,-1 3-755,-7 10 0,1 1 0,-4-13 0,-13 17 0,7-5 0,-10 11 0,19 3 0,-1 1 0,1 3 0,-1 2 0,-7-5 0,0 0 0,5 6 0,1 0 0,-7-6 0,1 0 0,-11 8 0,10 0 0,1 0 0,15 0 0,-14 0 0,-3 0 0,-9 0 0,19 0 0,-1 0 0,-18 0 0,19 8 0,1 0 0,-12-4 0,10 12 0,3-8 0,22-6 0,-6 5 0</inkml:trace>
  <inkml:trace contextRef="#ctx0" brushRef="#br0" timeOffset="167464">28240 1482 24575,'0'19'0,"0"-3"0,0-8 0,0 17 0,0 5 0,0 5 0,0 6 0,-16-12 0,12 15 0,-11-17 0,15 6 0,0-21 0,0 12 0,0-22 0,0 21 0,0-19 0,0 12 0,0-8 0,15-6 0,-11 21 0,28-19 0,-29 12 0,13-16 0,-8 0 0,-6 0 0,21 0 0,-19 0 0,20 0 0,-6-16 0,1 12 0,22-12 0,4 16 0,-14 0 0,1 0 0,0 1 0,-1-2 0,-4-2 0,-1-1 0,9 2 0,-2-6 0,-21 8 0,4 0 0,-16-16 0,0 12 0,0-19 0,15 5 0,-11 6 0,12-11 0,-16 21 0,-16-22 0,12 5 0,-27-1 0,19-4 0,-5 7 0,-7-3 0,12-13 0,-5 13 0,-7-13 0,20 13 0,-19-13 0,21 21 0,-22-3 0,20 15 0,-19 0 0,-10-16 0,9 12 0,-1-4 0,1 0 0,12 8 0,-11 0 0,21 0 0,-22 0 0,13 0 0,-31 0 0,13 0 0,4 0 0,-1 0 0,-11 0 0,9 0 0,13 0 0,15 0 0</inkml:trace>
  <inkml:trace contextRef="#ctx0" brushRef="#br0" timeOffset="168815">28293 2469 24575,'26'0'0,"1"0"0,14-2 0,2-3 0,-9-3 0,1-2 0,-3 1 0,4-1 0,-3 2 0,9-3 0,-3 2 0,-10 0 0,-1 2 0,2 6 0,-3 2 0,-8-1 0,-1 0 0,-10 0 0</inkml:trace>
  <inkml:trace contextRef="#ctx0" brushRef="#br0" timeOffset="169880">31556 7056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03:40.5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21819 1517 24575,'-19'0'0,"-5"0"0,7 8 0,0 9 0,-2 7 0,-1 2 0,-3 4 0,-2 2-820,-3 4 1,-3 3 0,0 2 0,-1 2 499,5-4 0,0 2 1,-1 1-1,0 0 0,-1 0 320,2-6 0,-1 0 0,-1 0 0,1-1 0,0 1 0,1 0-135,-1 5 1,1 1 0,1-1 0,0-1-1,0-2 135,-3 0 0,0-2 0,0-2 0,2 1-173,6-2 0,1-1 0,0 0 1,1-1 172,-3 2 0,0-2 0,-2 3-58,-2 0 0,-1 2 0,-1 1 1,1 1 57,-1 2 0,0 1 0,0 0 0,-2-1 0,4-9 0,-1-1 0,-1-1 0,1 0 0,0 1 391,-6 8 1,2 1 0,-1-1 0,0-2-392,4-7 0,1-2 0,-1 1 0,-2 2 0,2 0 0,-2 2 0,-1 2 0,-1 1 0,2-2 0,0-1 0,-5 5 0,1-2 0,-1-1 0,0 3 0,2-1 0,-2 3 0,0 0 0,1-2 0,3-4 0,-4 2 0,4-4 0,1-1 606,4-5 0,2-1 0,1 0-606,-4 10 0,1 0 0,2 1 0,-1-1 0,-1-3 0,-1 3-216,5 0 1,-2 4-1,-2-1 216,0-9 0,-3-2 0,0 1 0,1 2 0,2 4 0,1 3 0,0 0 0,-1 0 0,-4 1 0,-1 0 0,0 1 0,2-1 0,3-1 0,1-1 0,1 1 0,1 0 0,0-1 0,1 1 0,0-1 0,1 0 0,-2 0 0,1 0 0,1 0 0,0-1 0,-1 10 0,1 1 0,0 0 0,3-9 0,0 1 0,1 0 0,1 2 0,2 1 0,1 1 0,1 1 0,-2 1-367,1-5 0,0 1 0,-1 1 0,0-1 0,0-1 367,-4 8 0,0 0 0,-1-1 0,1 1 0,3-8 0,1 0 0,0 1 0,-1-1 0,0-1 149,-2 2 0,0-1 0,-1-1 1,2 0-150,-3 8 0,1 0 0,2-2 8,6-9 0,1-1 0,-1-2-8,-12 5 0,4-4 1384,14 12-1384,-11-1 1197,3-21 1,0 1-1198,6 6 0,-1 2 0,-16 12 0,-3 1 0,7 0 0,0 4-46,5-16 0,-1 3 0,-1 0 0,1 0 46,-4 7 0,0 0 0,2 1 0,4-6 0,2 1 0,1 0 0,-1-2-109,-4 7 0,0-1 0,3-1 109,6 10 0,1-4 0,-4-11 0,2-4 0,7 4 0,0-19 0,0 7 1328,0 3-1328,-4 2 0,0 3 175,3-4 0,0 1-175,-2 16 0,-2 2 0,-3-6 0,1 0 0,5-7 0,2 2 0,-2 0-210,-5 2 0,-3 0 0,3 0 210,5 0 0,2 0 0,0 1-433,-2 9 0,-1 2 0,0-1 433,3 0 0,0-1 0,0 0 0,0-8 0,0 0 0,0 0 0,0-1 0,0 12 0,0-1 0,0-2 0,0-10 0,0-1 0,0-2 0,0 13 0,0-2 0,0-9 0,0-5 0,0-1 0,2-4 0,4 1 0,13-3 0,3 3 0,-6 2 0,-1 4 0,3 0-164,5-5 0,4-1 0,1 1 0,-4 2 164,-3 3 0,-3 1 0,0 1 0,2-2 0,4 0 0,2 0 0,1-1 0,-2 0 0,3 9 0,-2 1 0,0-3 0,-2-6 0,0-1 0,1-2 357,-3-4 0,1-1 0,0-2-357,11 8 0,1-4 0,-4-7 0,2-2 0,9 7 0,3-3 0,-2-13 0,2-1 0,-9 1 0,2 2 0,2-1-404,3 2 0,1-1 1,2-1 403,-8-4 0,2 0 0,1 0 0,-1 1 0,-1 2 0,1 0 0,0 1 0,1-1 0,4 0 0,1-2 0,0 1 0,0 0-399,-2 0 1,1 0 0,-1 1 0,1-1 398,0 0 0,-1 0 0,1-1 0,-1 1 0,0 0 0,0 0 0,0 0 0,-1-3 0,-5-1 0,0-3 0,-1 0 0,1 1 0,1 1 0,0 1 0,1-1 0,-2-1 0,10-2 0,0-2 0,-1 1 68,3 0 1,0 0-1,-1 0-68,-1 0 0,-1 0 0,0 0 0,-5 0 0,-1 0 0,1 0 0,4 1 0,0-1 0,-1-1 0,-8-3 0,-1-2 0,1 0-106,3 3 1,2 0-1,-3-3 106,-5-4 0,-2-2 0,0 1 0,3 4 0,0 2 0,-1-3 0,11-8 0,0-1 0,-10 7 0,0 2 0,-1-1 0,-1 0 0,-1 0 0,1-1 0,7-3 0,1-1 0,0 0 0,-5 2 0,0 0 0,2-1 7,7-4 0,1 0 0,0-2-7,-4-1 0,-1-1 0,1 1 0,-7 6 0,1 1 0,-1-1 0,0 0 0,8-6 0,-2-2 0,1 4 0,-1 4 0,0 3 0,-2-2 443,-5-1 1,-2 0-1,0 1-443,13 3 0,-2 1 0,1-8 0,-1 0 0,-4 3 0,2 1 0,7-1 0,0 0 0,-3-3 0,0 1 0,-11 9 0,1 1 0,0-1 0,-2-3 0,-1-1 0,1-1 59,6 0 1,2 0 0,1 1-60,-1 1 0,0 2 0,2-4 0,-6-1 0,0-2 0,1-1 0,-1 4 0,6 3 0,0 3 0,-2-3 0,1-6 0,-1-4 0,-2 4 259,2 5 1,-2 1-260,-4-9 0,-1 2 605,-8 10 1,1 0-606,6-5 0,2-1 140,1 2 1,1 2-141,3 3 0,0-1 0,3-7 0,0 2 444,-2 9 1,-1 2-445,0-3 0,0-2 0,7-2 0,0-1 0,-7-1 0,3-2 0,-6 1 0,4-1 0,1 0 0,-4 0 0,-5 1 0,-2 0 0,1 0 0,5 0 0,3-1 0,-1 1 0,-6 0 0,1 1 0,-3-1 0,4-7 0,-1 0 0,-7 8 0,-2-1 0,1-7 0,1 0 0,7 3 0,1 1 0,-7 0 0,1-1 0,12-6 0,2-2 0,-3-3 0,0-3 0,-10 10 0,1-1 0,-1 0 0,0-4 0,0-1 0,-2 2 0,5-1 0,-4 1 0,-5 3 0,-4 3 0,-3-2 0,-9-5 0,-8 11 0,0-22 0,-8-1 0,1 6 0,-3-3 0,-10-9 0,-4-6-792,9 12 0,0-3 0,-1-2 0,0-2 792,0 2 0,0-1 0,0-2 0,0-1 0,-1-1-546,2 0 1,-1-2-1,0-1 1,0 0 0,0 0-1,-1 0 546,3 7 0,0-1 0,0 1 0,0 0 0,0 0 0,0 0 0,0-1 0,0 1 0,0-1 0,0 0 0,0 1 0,0-1 0,0 2 0,0 0 0,-2-8 0,-1 1 0,1 1 0,1 1 0,-1 0-223,2 5 0,-1 0 1,1 1-1,1 1 0,0 1 223,-2-12 0,1 1 0,-2 4-133,-1 8 0,-1 2 0,2 0 133,6 0 0,1 1 0,-1-2 0,-5-2 0,-2-1 0,0-2 62,3 1 1,1-2 0,0-2 0,0-1-63,2 2 0,0 0 0,0-3 0,0 0 0,-2-1 27,0 2 0,-1-1 0,-1-1 0,0 0 0,1 0 0,1-1-27,2 1 0,1-1 0,2 0 0,-1 0 0,0 1 0,-1-1 0,-1 0 0,0 0 0,0 0 0,-1 0 0,0 0 0,1 2 0,-1 2 0,1 0 0,-1 1 0,1 0 0,-1 0 0,1 1-201,-2-8 0,1 1 1,0 0-1,-1 1 0,-2 0 201,-1 0 0,-1 1 0,0 0 0,-1 0 0,0-1 0,4 7 0,-1 0 0,1-1 0,0 1 0,-1-1 0,-1 0-381,-2-1 1,0 0 0,-1 0-1,0 0 1,-1-1 0,0 0 380,2 1 0,-1 1 0,0-2 0,-1 1 0,1-2 0,0 0 0,0 0-209,1 0 0,0 0 0,0 0 1,0-2-1,1 1 0,-1-1 0,0 0 1,0 0 208,1 4 0,1 0 0,-1-1 0,0 0 0,1 0 0,-1 0 0,1 1 0,-1-1 0,1 0 0,0 0 0,0 1 0,0-1 0,0 0 0,1 0 0,-1 0 0,0 1 0,1 0 0,0 1-62,-1-2 0,0 0 0,0 0 0,1 1 0,-1 0 0,1 1 0,-1 0 0,0 1 62,-1-3 0,0 1 0,0 1 0,0 0 0,-1 0 0,1 1 0,-1 0-19,-3-7 0,0 1 1,0 0-1,-1 1 1,0 1-1,-1 1 19,-1-1 0,-1 1 0,-1 1 0,0 1 0,0-1 201,0 0 1,0-1-1,0 1 1,-1 1-1,-1 4-201,-4 0 0,0 4 0,-1 1 0,0 0 0,5 2 0,-1 1 0,1 1 0,-2 2 942,-10-3 1,-2 2 0,0 2-943,4 1 0,0 1 0,-1 2 0,-4 4 0,-2 2 0,3 2 0,10 0 0,1 1 0,0 1 1638,-16 1 0,0 3-1604,12 3 1,2 0 1386,5-4 0,1 0-1421,-4 7 0,1-2 1066,3-9 1,1 1-1067,-1 9 0,1 2 950,-3-8-950,-10 8 0,35 0 0,-12 0 0,16 0 0,0 8 0,0-6 0,-8 21 0,6-11 0,-6 6 0,8-10 0,0 7 0,0-11 0,0 12 0</inkml:trace>
  <inkml:trace contextRef="#ctx0" brushRef="#br0" timeOffset="2584">21519 2134 24575,'0'-9'0,"0"-15"0,0 20 0,-15-19 0,3 21 0,-21-22 0,21 20 0,-4-12 0,8 16 0,6 16 0,-5-4 0,7 21 0,0-13 0,7-3 0,11 7 0,-6-20 0,11 12 0,-5-16 0,-6 0 0,3-16 0,-15 12 0,0-20 0,0 7 0,0-3 0,0 3 0,0-7 0,-15 20 0,11-12 0,-20 16 0,22 0 0,-5 16 0,7-4 0,0 21 0,0-13 0,0-3 0,7 7 0,-5-20 0,22 12 0,-20-32 0,11 12 0,-15-20 0,8 7 0,-6 5 0,6-11 0,-8 21 0,-8-6 0,-9 8 0,-3 0 0,2 0 0,-5 0 0,19 8 0,-12-6 0,16 21 0,0-11 0,16 5 0,-12-9 0,19-8 0,3 0 0,-12 0 0,9 0 0,-23-8 0,0-9 0,0 5 0,0-11 0,0 21 0,-8-6 0,6 8 0,-6 0 0,8 0 0</inkml:trace>
  <inkml:trace contextRef="#ctx0" brushRef="#br0" timeOffset="10100">19844 8625 24575,'0'10'0,"0"14"0,0-20 0,0 11 0,-16-15 0,12 8 0,-19-6 0,-3 22 0,-3-20 0,4 6 0,-1 3 0,-11 5 0,9-7 0,12 21 0,9-28 0,5 11 0,-6-7 0,8-6 0,0 6 0,0 8 0,0-12 0,0 11 0,0-15 0,0 8 0,0-6 0,8 6 0,-6-8 0,5 0 0,-7 0 0,16 0 0,-12 16 0,27-12 0,-27 11 0,12-7 0,-8-6 0,-6 22 0,21-20 0,-19 19 0,20-21 0,-22 6 0,21 8 0,-19-13 0,20 13 0,-22 0 0,21-12 0,-19 19 0,20-21 0,-22 6 0,21 8 0,-19-12 0,27 11 0,-19-15 0,6 0 0,5 0 0,-11 0 0,6 0 0,13 0 0,-25 0 0,33 0 0,-27 0 0,5 0 0,-9 0 0,8-15 0,4 11 0,-1-12 0,5 8 0,-22 6 0,21-21 0,-19 19 0,12-12 0,-16 0 0,8 13 0,-6-21 0,5 6 0,-7 7 0,0-29 0,0 27 0,0-28 0,0 21 0,0 2 0,0-5 0,0 19 0,0-28 0,-7 21 0,5-23 0,-6 15 0,-8 1 0,12-5 0,-19 19 0,21-12 0,-22 16 0,20 0 0,-27 0 0,27 0 0,-12 0 0,8 0 0,7 0 0,-7 0 0,-8 0 0,12 0 0,-12 0 0,9 0 0,5 0 0,-6 0 0,-8 0 0,12 0 0,-11 0 0,15 0 0,-8 0 0,6 0 0,-6 0 0,8 0 0,0-8 0,0 6 0,0-6 0,0-7 0,0 11-820,0-12 1,0 16 0,0 0 0</inkml:trace>
  <inkml:trace contextRef="#ctx0" brushRef="#br0" timeOffset="43634">19068 11412 24575,'0'30'0,"0"-1"0,0 2 0,0 4 0,0 3 0,0 6 0,0 5 0,0 3 0,0 3-469,0-14 1,0 2 0,0 1 0,0 2 0,0 1 0,0 1 0,0 0 103,0-3 1,0 1 0,0 0 0,0 1 0,0 1 0,0 1 0,0 0 0,0 0 0,0 0 36,0-2 0,0 1 0,0 1 1,0 0-1,0 0 0,0 1 1,0-1-1,0 1 0,0-1 1,0 1 48,0-5 1,0 1 0,0 0 0,0 0 0,0 0 0,0 1 0,0-1 0,0-1 0,0 1 0,0-1 0,0 0 210,0 2 0,0 0 0,0 0 0,0-1 0,0 1 1,0-1-1,0 0 0,0-1 0,0 0 0,0 0 68,0 1 0,0 0 0,0 0 0,0 0 0,0-1 0,0 0 0,0-1 0,0 0 0,0 0-190,0 1 1,0-1 0,0 1 0,0-1 0,0-1 0,0 0 0,0 0 0,0 0 189,0 4 0,0 0 0,0-1 0,0 0 0,0 0 0,0 0 0,0 0 0,-1-2 0,0 1 0,0-1 0,0 0 0,0 0 0,-1 0 0,1 0 0,-1 2 0,0-1 0,0 0 0,0 0 0,-1 0 0,0 1 0,-1 0 0,0-3 0,-1 0 0,0 1 0,-1 0 0,0 0 0,0 0 0,0-1 0,1 1 0,-1 4 0,1 0 0,0-1 0,-1 1 0,1-1 0,-1 1 0,0-1 0,-1 0 0,0 1 0,0-1 0,-1 0 0,0 0 0,1-1 0,0-1 195,-1 4 1,1-1 0,-1-1 0,1 0 0,0-1 0,1-2-196,0-1 0,1 0 0,-1-1 0,1-3 0,-3-1 1079,-5 13 1,-3-3 0,4-6-1080,6 0 0,0-7 3276,-9 6-2553,15-29 2553,0 4-2681,15-16 2168,-3 0-2763,20 0 0,9 0 0,2 0 0,6 0-725,-8-1 1,4 0 0,3 1 0,0 2 724,-4 1 0,1 2 0,1 0 0,1 1 0,2-2-469,-6-1 1,0-2 0,2 1 0,1-1 0,0 0 0,0 2 0,1 0 347,-4 1 0,1 0 0,0 1 0,1 1 1,-1 0-1,2-1 0,-1 1 0,1-1-289,2 0 0,1-1 1,1 1-1,0-1 1,0 0-1,0 0 0,0 1 1,0-1 379,-4 0 1,0 0-1,0 1 1,-1-1 0,1 0-1,1 0 1,-1 0-1,0 0 1,0 0 29,1 0 0,0 0 0,0 0 0,0 0 0,0 0 0,0 0 0,0-1 0,0 2 0,0-1 0,0 0 0,-1 1 0,1-1 0,-1 1 0,1 0 0,-1 0 0,0-1 0,0 1 0,1-1 0,-1-1 0,0 1 0,0-1 0,1-1 0,-1 1 0,0 0 0,0 0 0,-1 1 0,0 0 0,4 2 0,-1 0 0,0 0 0,0 1 0,-1 0 0,0 0 0,0-1 0,0 0 0,3 0 0,0 0 0,0-1 0,-1 0 0,0 0 0,0 0 0,-2 0-255,-2 1 0,-2-1 0,0 0 0,0 1 0,-1-1 1,0 0-1,0-1 255,4 0 0,0-1 0,-1 0 0,0 0 0,0-1 0,-1 0 16,5 1 1,-1-2 0,0 1 0,-1-1 0,0 0-17,-2 0 0,-1-1 0,0 0 0,0-1 0,0 1 0,3 0 0,-1 0 0,1 0 0,0 0 0,0 0 0,-1 0 0,-1 0 0,1 0 0,0 0 0,2 0 55,-4 0 0,0 0 0,2 0 0,-1 0 1,2 0-1,-1 0-55,-3 0 0,0 0 0,1 0 0,0 0 0,0 0 0,1 0 0,0 0 0,3 0 0,1 0 0,0 0 0,1 0 0,-1 0 0,1 0 0,0 0 55,-6 0 1,1 0 0,-1 0-1,1 0 1,-1 0 0,1 0 0,0 0-1,0 0-55,0 0 0,0 0 0,0 0 0,1 0 0,-1 0 0,0 0 0,0 0 0,-1 0 0,4 0 0,-1 0 0,0 0 0,-1 0 0,0 0 0,1 0 0,0 0 0,0 0 0,1 0 0,0 0 0,0 0 0,-1 0 0,0 0 0,-1 0 0,2 0 0,-1 0 0,0 0 0,-1 0 0,0 0 0,0 0 38,0 0 0,-1 0 0,1 0 0,-1 0 0,0 0 0,-2 0-38,6 0 0,-2 0 0,-1 0 0,1 0 0,0 0 0,0 0 0,0 0 0,0 0 0,1 0 0,0 0 0,-6 0 0,0 0 0,1 1 0,0-1 0,0 0 0,1-1 0,2 0 0,0 0 0,1-1 0,0 1 0,1-1 0,0 1-162,-4 1 0,0 0 1,1 0-1,1 0 1,-1 0-1,1 0 1,-1-2 161,2 0 0,-1-1 0,1 0 0,0-1 0,0 0 0,1 0 0,0 1 0,-4 0 0,0 1 0,1-1 0,1 1 0,-1-1 0,0 1 0,1 0 0,-1-1 0,1 1 0,1-1 0,-1 1 0,0-1 0,1 1 0,-1-1 0,0 1 0,1 0 0,-2-1 0,1 1 0,0 0 0,0 0 0,0 0 0,-1 0 0,0 0 0,0 1 0,3 0 0,0 1 0,-1 0 0,0 1 0,0-1 0,-1 0 0,0 0 67,5-1 0,0 0 0,-1-1 0,-1 1 1,-1-1-1,-1 1-67,2 1 0,-3 0 0,0 0 0,0 0 0,-1-2 326,-2-1 1,0-3 0,-1 1 0,-1-1 0,-1 3-327,2 1 0,-1 2 0,-1 0 0,-2-2 581,8-5 0,-2-1 1,-3-1-582,5 1 0,-3-1 1638,-7-1 0,-4 0-1171,-2-8 2714,9-5-3181,-28-5 1530,7-9-1530,6 2 310,-20 2-310,11 21 0,-15-12 0,-15 22 0,11-5 0,-20-33 0,11 14 0,1-5 0,1-10 0,2-7 0,-1 0-576,-2 3 1,0-1 0,1-2 575,5 2 0,1-2 0,2-1 0,-1 2 0,1-3 0,1 1 0,0 1-209,-4-2 1,0 0-1,2 3 209,3-3 0,-2 2 0,-13 0 0,1 2 0,12 13 0,2 1 0,-7-2 0,0 0 0,7-1 0,2 1 834,-1 6 0,0-1-834,0-5 0,0 0 342,0 7 0,0 1-342,0 0 0,0-1 0,0-15 0,0 0 0,0 8 0,0-1 0,0 2 0,1-2 0,-2 1 0,-3-8 0,0 4 0,3 8 0,0 3 0,-7-14 0,8 17 0,0 12 0,-7-13 0,-1-6 0,1-11 0,2-5 0,1 12 0,-1-3 0,1-3 0,-1-3-469,2 4 1,-1-4 0,0-2 0,1-2 0,0 1 0,-1 0 0,2 3 311,-1 1 1,2 1 0,-1 2 0,1-1-1,-1-1 1,-1-1 156,-1-2 0,-1-2 0,0-2 0,0 0 0,-1 2 0,2 2 0,0 6-120,-1-15 0,2 7 0,-1 3 120,-1 7 0,-1 2 0,1 5 0,-3-13 0,6 25 0,-5 18 0,7 2 3276,-16 22-2431,-12-13-845,-1 1 0,-9 3 0,-2 0 0,1-3 0,-3 2 0,-2-1 0,-2 0-547,6-1 1,-2 0 0,-1 0 0,-1 0 0,-1 1 0,0-1 536,-1 1 1,-2 1 0,1 0-1,-1 0 1,-1-1 0,1-1 9,0 0 0,0-1 0,-1-1 0,1 1 0,-1-2 0,1 1 0,1-1 0,0 1 0,1-1 0,-1-1 0,1 0 0,-1-1 0,1-1 0,0-1 0,0-1 0,0 0 0,1 0 0,0 0 0,2 2 0,1 0 0,0 0 0,1 0 0,-1-1 0,1 0-427,-8-2 1,0-1-1,0 0 1,0 0 0,2 0 426,2 3 0,1 0 0,0 1 0,0-1 0,1-2 0,2-2 0,0-1 0,0 0 0,0 0 0,-1 1 0,0 2 0,0 2 0,-1 1 0,2-1 0,0-1 0,-5 0 0,2-1 0,0-1 0,-1 1-334,-2 1 0,-1 0 0,0 1 0,1 0 334,6 1 0,1 0 0,0 1 0,-1-3 0,-4-2 0,-2-2 0,1 0 0,1 2 0,4 3 0,1 2 0,1 0 0,-1-2 0,0-3 0,0-2 0,0-1 0,1 2-268,-9 1 1,1 1 0,1 0 267,-1-2 0,0-1 0,2-1 0,5-2 0,1 0 0,0 1 939,0 2 1,1 0 0,1-2-940,-5-9 0,4-2 1116,6 9 0,3-3-1116,-6-27 1764,17 22-1764,10-11 1242,8 21-1242,0-22 0,0-3 0,0-18 0,0 19 0,0-1 0,4 0 0,0 1 0,-2-19 0,2 19 0,0 1 0,-4-12 0,0 12 0,0-1 0,0-7 0,0-3 0,0 3 0,0-2 0,0-3-519,0 3 1,0-3-1,0 0 1,0-1 518,0-5 0,0 0 0,0-1 0,0-1 0,0 7 0,0-2 0,0 0 0,0 1 0,0-1 0,0-8 0,0 0 0,0 0 0,0 0 0,0 1 0,0-1 0,0 0 0,0 1 0,0 3 0,0 1 0,0 0 0,0 1-260,0 2 1,0 1 0,0 1 0,0 0 259,0-6 0,0 0 0,0 2-118,0 2 1,0 0 0,0 1 117,0 5 0,0 0 0,0 0 0,0-6 0,0 0 0,0 1 0,0 6 0,0 0 0,0 0 0,0-6 0,1 0 0,-2 1 0,-2-7 0,-2 1 0,0 11 0,-1-1 0,0 1 0,-3-12 0,-2 1 0,-6 5 0,1 0 0,10-3 0,0 2 959,-10 12 0,1 1-959,12-6 0,2-1 565,-11 8 0,0 1-565,11 0 0,0 0 207,-10-1 1,-1 1-208,9 0 0,2-1 0,-7-7 0,0-1 0,7-1 0,2 0 0,0-1 0,-2 1 0,-3 0 0,0 3 0,2-4 0,-6-12 0,-7 36 0,11-27 0,-20 36 0,22-11 0,-5 15 0,-9 0 0,4 0 0,-37 0 0,2 0 0,6 0 0,-4 0 0,-3 0 0,-2 0-269,12 0 1,0 0-1,-2 0 269,-3 0 0,0 0 0,-2 0-531,7 0 1,-1 0-1,0 0 1,-2 0 530,-4 0 0,-1 0 0,-2 0 0,1 0 0,6-1 0,0 1 0,0 0 0,0 0 0,-1 1 0,0 1 0,-1 1 0,0 1 0,1-1 0,0 0 0,-5 0 0,0-1 0,1 1 0,0 1 0,0 3 0,0 2 0,0 0 0,2-1-268,-6 0 1,2-2-1,1 0 268,2 0 0,1-1 0,2 2 0,5 1 0,3 1 0,1-3 0,-4-4 0,1 0 343,-2 10 0,0 0-343,6-11 0,1 0 1054,0 3 0,-1-1-1054,2-2 0,0-2 468,3 1 1,1 0-469,-8-1 0,-1 2 0,3 7 0,-1 0 0,-12-6 0,-4 0 0,0 6 0,0 0 0,4-7 0,-2-2 0,9 0 0,-3 1 0,3 1 0,-9 3 0,2 0 0,7-4 0,0 0 0,0 2-220,3 5 0,0 2 1,-1-2 219,-4-4 0,-1-3 0,1 1 0,-2 3 0,0 2 0,0 0 0,1-1 0,-1 1 0,0-2-349,-6-2 1,-1-2 0,1 2 348,5 3 0,1 1 0,-1-1 0,-6-2 0,-1 0 0,0-1 0,3-1 0,0-1 0,0 1 0,3 1 0,-1 0 0,1 2 0,-3 1 0,0 1 0,2-2 0,5-2 0,1-2 0,0 2 0,-4 3 0,0 1 0,0-1 0,4-4 0,1-2 0,-1 1 0,-4 0 0,-1 0 0,0 0 0,0 0 0,-1 0 0,1 0 0,-3 0 0,0 0 0,-1 0 0,-1 0 0,-1 0 0,1 0 0,1 0 0,0 1 0,0-2 0,10-2 0,-1-2 0,-1 1 0,1 0-337,-1 3 0,0 1 1,1-1-1,-1-1 337,0-3 0,0-2 0,0 1 0,-1 1 0,-4 3 0,-1 2 0,0 0 0,1 0-431,4-2 0,1 0 0,0 0 1,-2 0 430,-5 1 0,-1 1 0,0 1 0,1-1 0,6 0 0,1 0 0,0 0 0,-2 0-188,-3 0 1,-2-1-1,1 1 1,2 1 187,-3 1 0,2 1 0,0 0 261,0-3 0,0-1 0,6 4-261,5 9 0,3-1 608,0-9 0,5 0-608,7 14 1861,1-16-1861,10 0 1600,8 0-1600,0 0 64,0 8-64,0-6 0,-16 21 0,5-11 0,-7 21 0,-6-13 0,21-3 0,-13 7 0,16-20 0,16 12 0,-13-16 0,21 15 0,-22-11 0,21 20 0,-19-22 0,12 21 0,-16-19 0,8 20 0,-6-22 0,6 5 0,-8-7 0,0 0 0,15 16 0,-11-12 0,12 20 0,-8-7 0,-6-5 0,21 11 0,-19-5 0,12 10 0,-8-1 0,-6-9 0,6 5 0,-8-19 0,15 12 0,-11-8 0,12-6 0,-16 5 0,0 9 0,0-12 0,0 12 0,16-16 0,-13 0 0,13 0 0,-16 0 0,0 0 0</inkml:trace>
  <inkml:trace contextRef="#ctx0" brushRef="#br0" timeOffset="80151">27587 16739 24575,'26'0'0,"9"0"0,10 0 0,-19 0 0,1 0 0,7 0 0,1 0 0,-3 0 0,0 0 0,8 0 0,-1 0 0,-8 0 0,0 0 0,0 0 0,-1 0 0,-4 0 0,1 0 0,6 0 0,3 0 0,3 0 0,2 0 0,0 0 0,0 0 0,6 0 0,0 0 0,-6 0 0,-1 0 0,0 0 0,0 0 0,4 0 0,-2 0 0,-9 0 0,-1 0 0,-1 0 0,-1 0 0,-4 1 0,-1-2 0,4-7 0,12 7 0,-5-7 0,9 8 0,0 0 0,-20 0 0,1 0 0,19 0 0,0 0 0,-19 0 0,-1 0 0,4 0 0,12 0 0,-5 0 0,-7-16 0,0 14 0,-1 0 0,-5-14 0,26 9 0,-13 5 0,9-6 0,-12 0 0,2 0 0,-6 7 0,-1-2 0,10-12 0,1-1 0,-4 9 0,0 2 0,-3-3 0,1-2 0,10-2 0,-2 1 0,0 7 0,-2-4 0,-5 0 0,-19 8 0,25 0 0,-38 0 0,21 0 0,-19 0 0,12 0 0,-16 16 0,0-12 0,0 12 0,-16-9 0,12-5 0,-12 6 0,16-8 0,0 0 0,-7 0 0,5 0 0,-6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1:24.2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4163 12541 24575,'35'0'0,"-3"0"0,3 0 0,1 0 0,2 0 0,-4 0 0,2 0 0,0 0-382,2 0 1,0 0 0,0 0 381,0 0 0,0 0 0,1 0-383,4 0 0,1 0 0,1 0 383,1 0 0,1 0 0,1 0 0,-9 0 0,0 0 0,2 0 0,-2 0 0,2 0 0,-1 1 0,0-1 0,0-1 0,0 0 0,0-2 0,0 1 0,-1 0 0,11 2 0,0-1 0,-1 0 0,-4 0 0,-1-2 0,0 0 0,2-2 0,0-1 0,1 1 0,3 3 0,0 2 0,-1-2 0,-3-3 0,0-1 0,-1 1 0,5 2 0,0 0 0,-3 1 0,-7 2 0,-2-1 0,0 1 95,0-3 1,1 0-1,-2 1-95,13 1 0,-2 2 0,-3-1 0,-2 0 0,-7 0 0,-2 0 0,2 0 0,-3 0 539,6 0-539,10 0 1181,-29 0-1181,-2 0 287,5 0-287,-11 0 0,21 0 0,2 8 0,-5-7 0,1-1 0,1 5 0,1-2 0,9-2 0,2-2 0,-10 1 0,0 0 0,2 0-305,2 0 1,2 0 0,0 0 304,3 0 0,2 0 0,0 0 0,1 1 0,1-1 0,-1-1 0,-1-1 0,-1-1 0,0 0 0,-2 3 0,0 0 0,0-1 0,3-6 0,1-2 0,0 1 0,-2 1 0,-1 1 0,3-1-584,-2 1 1,2 0 0,0-1 0,0-1 583,0-2 0,-1-1 0,1 1 0,0 0 0,2 2 0,1 1 0,0 0 0,-1-1-303,-5 0 1,-1-1-1,-1 0 1,-1 0 302,9-3 0,-2 0 0,-2 3-25,-7 4 0,-3 2 0,0-1 25,14-8 0,-4 1 372,-13 9 0,-1 2-372,-1-4 0,1 0 1130,3 3 0,0 2-1130,1-1 0,3 0 0,-3 0 0,4 1 0,-1-2 189,-2-3 0,0-2 0,1 0-189,9 0 0,1 0 0,-1-2 0,-1 0 0,-1-2 0,1 1 0,2 3 0,0 0 0,0 0 0,-5-2 0,0-1 0,-1 3 0,0 4 0,0 2 0,-1-2 0,-4-5 0,-2-3 0,2 3 0,2 5 0,0 3 0,-1-2-51,10-3 0,-2 1 51,-10 2 0,1 1 0,-5 1 0,18-1 0,-19 0 0,-3 0 0,1 0 0,-9 0 215,-3 0 0,-16 0 0,0 0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1:34.2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27411 7391 24575,'43'0'0,"2"0"0,-11 0 0,1 0 0,-6 0 0,-2 0 0,0 0 0,-1 0 0,16 0 0,-15 0 0,0 0 0,7 0 0,-15 0 0,22 0 0,-11 0 0,-3 0 0,-3 0 0,-7 0 0,-5 8 0,20-7 0,-28 23 0,11-20 0,-15 12 0,0-16 0,8 0 0,-6 0 0,6 7 0,-8-5 0,16 6 0,-5 8 0,7-12 0,-10 19 0,-8-21 0,0 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2:46.0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19209 9384 24575,'0'27'0,"0"6"0,0 7 0,0-5 0,0 3 0,0 4-656,0-1 1,0 2-1,0 4 1,0 1 0,0 1 108,0-3 1,0 2 0,0 1 0,0 1 0,0 1 0,0 1 136,0-7 0,0 1 1,0 1-1,0 1 1,0 0-1,0 0 0,0 0 1,0 0 339,0 0 1,0 0 0,0 0 0,0 0 0,0 0 0,0 0 0,0 0 0,0 0 69,0 1 0,0-1 0,0 1 0,0 0 0,0-1 0,0 1 0,0-1 0,0 0-130,0-1 0,0-1 1,0 0-1,0 1 0,0-1 1,0-1-1,0 1 0,0 0 130,-1-2 0,1 0 0,-1 0 0,0 0 0,0 0 0,0 0 0,-1 0 0,1 0 0,-1 2 0,0-1 0,0 0 0,-1 1 0,1-1 0,-1 2 0,1 0 0,0 1 0,1-4 0,-1 1 0,1 2 0,0 0 0,0 0 0,0 0 0,0 0 0,0-1 0,0-1 0,0-1 0,-2 7 0,1 0 0,-1-2 0,1-1 0,-1 1 0,1-1 0,1 2 0,0-2 0,1 0 0,1 1 0,-1 1 0,1-1 0,-1-2 0,0-1 0,-1-2 0,-2 8 0,0-3 0,-1-2 0,1 0 0,0 1-301,2 1 1,1 1 0,0-1 0,-1 1 0,-1-1 300,-1-2 0,-2 0 0,0-1 0,-1 1 0,2 1 82,0-7 1,1 2 0,0-1 0,0 0 0,1 0 0,-1-1-83,1 3 0,0-1 0,0 0 0,-1-1 0,0-1 569,-2 8 0,-2-2 0,0 0 1,3-2-570,2-4 0,2-1 0,0-1 0,0-2 0,-2 5 0,-1-3 0,0 2 0,-2 4 0,0 1 0,-1 0 0,3-1 0,0 0 0,-2 2 0,-3-6 0,-1 0 0,0 1 0,1 1 0,4 0 0,2 1 0,0 0 0,-2-1 0,-1 0 0,-2 0 0,1-1 0,1 1 0,4-3 0,1 0 0,1 1 0,-3-2 0,-3 1 0,-2-1 0,0 0 0,2-2 0,4 3 0,1-1 0,-2 0 0,-8 6 0,-2 1 0,2 0 0,8 1 0,2 0 0,-2 0 0,-5-1 0,-2-1 0,2 1 0,5 5 0,2 0 0,0-6 1638,-4-5 0,0-3-1571,4 2 0,0-6 2664,0-13-2731,0 13 2662,0-21-2662,0 27 1346,0 6-1346,0-4 0,0 6 0,0-11 0,0 2 0,0 3 0,0-1-667,0 3 0,0-1 1,0 2-1,0 2 667,0-3 0,0 3 0,0 0 0,0 0 0,0 0 0,0-3 0,0 0 0,0 0 0,0-1 0,0 1 0,0-1 0,0 2 0,0-1 0,0-1 0,0-2 0,0 3 0,-1-2 0,1-1 0,1-1-80,1 4 0,1-2 0,0-4 80,-3 1 0,2-7 0,6-4 0,-8-11 0,0-16 0,15 0 2630,-11 0-2630,12 0 277,0-16-277,-5 13 0,18-8 0,7-2 0,3 4 0,4 0 0,-1 3 0,3 0 0,2-1-468,-7-1 0,2-1 0,0 0 0,0 1 468,0 3 0,0 0 0,1 1 0,1-1 0,-5-1 0,0-2 0,2 1 0,-1 0 0,1 2-432,-1 1 1,1 2 0,0 1-1,0-1 1,-1-1 431,0-3 0,-1-1 0,0 0 0,1 0 0,0 2 0,4 3 0,2 2 0,-1 0 0,0 0 0,-1-1 0,4-5 0,-1 0 0,0-1 0,1 2 0,-7 4 0,2 1 0,-1 0 0,1 1 0,-2-3 0,4-3 0,0-2 0,-1 0 0,0 3-274,-2 2 1,1 1-1,-2 1 1,0-1 273,4-4 0,-1-1 0,0 1 0,1 1 0,1 2 0,0 0 0,3 2 0,0 0 0,2-2 0,-10-3 0,1-1 0,1-1 0,1 2-433,-2 3 1,1 1 0,2 1 0,-1 0-1,0-1 433,0-3 0,0-1 0,1 0 0,0 0 0,0 0 0,-3 2 0,0-1 0,0 1 0,1 1 0,0-1 0,0 1-188,1-1 0,0 2 0,0-1 0,1 0 0,-1 0 1,0 0 187,-1-2 0,1 1 0,-1-2 0,0 1 0,0 0 0,0 0 0,6 0 0,1 1 0,-1-1 0,1 1 0,-2 0 0,0 0 0,-1 1 0,1 0 0,-2-1 0,1 1-17,-4-1 1,0-1-1,-1 1 1,1-1 0,-1 2 16,1 1 0,-1 1 0,0 0 0,1 1 0,-1-1 0,0 0 0,0 0 0,-1 0 0,1 0 0,1 0 0,0 0 0,1 0 0,0 0 0,0 0 0,0 0 0,1 0 0,-1 0 0,1 0 0,0 0 0,0 0 0,-1 0 0,0 0 0,1 0 0,-1 0 0,0 0 0,0 0 0,0 1 0,0-1 0,-1 0 0,0-1 0,6-2 0,1-1 0,-2 0 0,1-1 0,-2 3 0,-1 0 0,1 0 0,-1-3 0,0-4 0,0-2 0,-1 0 0,0 1-17,-4 2 0,-1 2 0,0-1 1,0-2 16,1-2 0,1-2 0,0-1 0,-1 1 0,1 2 0,0 0 0,0 0 0,-1-1 0,-2 0 0,-2-2 0,1 1 0,1-1 0,2 1 0,0 0 0,1 0 0,-2-1 0,-2 1 0,0 0 0,-1-1 0,1 1 0,5 0 0,1 0 0,0 0 0,0-1 96,-4-1 1,0-1 0,0 0-1,2 3-96,-2 3 0,1 3 0,1 0 0,0 0 0,-1-1 0,7-5 0,-1-1 0,0 1 0,1 4 0,-6 4 0,0 3 0,1 0 0,0 1 0,-1-1 0,-1-3 0,0 0 0,-1 0 0,0 0 0,0 1 0,5 3 0,0 1 0,-1 1 0,0-3 280,2-3 1,0-1 0,0-1 0,-2 2-281,-4 3 0,-2 2 0,0-1 0,-1 0 285,13-4 1,0-1 0,-1 1-286,-2 4 0,0 2 0,-2-1 0,-5 0 0,-1 0 0,0 0 154,7 0 1,0 0-1,-1 0-154,-7 0 0,-2 0 0,0 0 0,2 0 0,1 0 0,-2 0 938,4-1 0,-2 2-938,-4 7 0,-1 0 855,0-6 0,0 0-855,5 6 0,3-1 0,-6-5 0,2-3 0,1 0 117,2 1 1,1 0-1,1 0-117,3 0 0,1 0 0,1 0 0,1 0 0,1 0 0,0 0 0,-3 1 0,0-1 0,2-1-246,-7-1 1,1-3 0,1 1 0,-1 0 245,1 1 0,0 1 0,0-1 0,3-1-522,-2-2 1,1-2 0,2-1-1,0 0 1,0 0 521,-1 0 0,-1 0 0,1-1 0,0 1 0,1 1 0,-5 1 0,1 1 0,0-1 0,1 1 0,-1 0 0,-1-1 0,4-3 0,-1-1 0,0 1 0,0 0 0,0 2 0,0 2 0,0 3 0,0 0 0,-1 0 0,-1-2-354,7-3 0,-2-1 0,0 0 1,-2 2 353,-5 3 0,-1 1 0,-2 1 0,0-1 218,6-3 0,-1 0 0,-4 2-218,3 4 0,-5 0 727,-11 0 0,-1 0-727,15 0 2726,-22 0-2726,-1 0 1915,5 0-1915,-19 0 48,12 0-48,-16-8 0,0-9 0,0 5 0,0-12 0,-16-9 0,10-8 0,1-12 0,-2 13 0,-1-4 0,-2-5 0,1-2 0,1-4-328,4 16 0,0-2 0,0-1 1,0-2-1,1-2 0,-1 0 1,1-2-1,0-1 0,-1 0 1,0-2 108,1 8 1,0-1-1,-1-1 1,1-1-1,-1 0 1,1-2-1,0 0 1,-1-1-1,0 0 1,1 0 0,-1-1-1,1 0 1,-1 0-1,0 0 1,0 0 35,1 4 1,-1 0 0,1 0 0,-1-1 0,0 0 0,0 0 0,1-1 0,-1 0 0,0 0 0,0 0 0,0 0 0,0 0 0,0-1 0,0 1 0,0 0 0,1 0 0,-1-1 0,0 1 99,0 0 0,0-1 0,0 0 1,0-1-1,0 1 0,0-1 0,0 0 1,0 1-1,0-1 0,0 1 0,0-1 1,0 1-1,0 0 0,0 1 0,0 0 1,0 0-1,-1 0 0,1 2-120,0-6 1,-1 1 0,0 0 0,0 1-1,0-1 1,0 1 0,0 0 0,0 1-1,0 0 1,0 0 0,0 1 0,1 1 0,-1 1-1,0 0 1,1 2 202,-1-6 0,0 1 0,0 0 0,0 2 0,0 0 0,0 1 0,0 1 0,1 0 0,-1 2 0,0 0 0,1 1-98,-2-12 0,0 1 0,0 2 0,0 1 0,0 2 0,0 3 0,1 3 98,-2-5 0,0 3 0,0 4 0,0 2 898,1 1 0,-1 3 0,1 3-898,-3 5 0,2 1 3276,-1-18-2524,6-2 2524,-6 8-528,8 12-453,0 1-2295,-15-19 0,12 7 0,2-8 0,-4 2 0,-1-6 0,-1-4 0,1 0-547,3 9 1,0 0 0,0-2 0,1-1 0,-1 0 0,-1-2 403,0 1 1,-1-1-1,0 0 1,-1-2 0,1 0-1,0 0 1,0 0-268,2 5 0,0-1 1,1-1-1,-1 1 1,1-1-1,0 1 0,-1 0 1,0 1 328,-1-4 1,-1 1 0,0 0 0,0 0 0,1 1 0,-1-1 0,1 1 80,1-1 0,0 0 0,1 0 0,-1 0 0,1 1 0,0-1 0,0 1 0,0 2 0,0 0 0,0 1 0,1 0 0,-1-1 0,1 1 0,-1 0-325,0-1 0,-1 1 1,1-1-1,-1 1 0,1 0 1,0 0-1,0 2 325,2-1 0,0 0 0,0 1 0,1 0 0,-1 2 0,-1-1-148,-1-4 0,-2 0 0,1 1 0,-1 1 0,2 3 148,0-12 0,2 5 0,-2 3 1233,-7-3 1,2 5-1234,6 11 0,2 5 3276,-1 15-2883,-8-5 2883,6 16-3064,-6 0 1289,8 0-1501,-15 0 0,11 0 0,-12 0 0,-7 16 0,-1-11 0,-5 1 0,-7 10 0,-6 5 0,-2-1-755,3-5 1,-3-1 0,-2-1 0,-1 2 754,2 0 0,0 1 0,-2 0 0,0 1 0,-1 0-521,8-3 0,-2 0 0,1 1 0,-1-1 0,0 1 0,1-1 521,-2 0 0,1-1 0,0 1 0,0-1 0,-1 0 0,0 0 0,-3 1 0,0-1 0,-1 1 0,0-1 0,1 1 0,-1-2 0,4 1 0,-1-1 0,1 0 0,-1 0 0,1-1 0,-2 0 0,3-2 0,0-1 0,-1 0 0,0-1 0,1 0 0,-1 0 0,2 0 0,-3 1 0,0 0 0,1-1 0,0 1 0,1-2 0,-1 0-307,-6-1 0,1 0 0,-1-2 0,2 0 0,1 1 307,-2 0 0,0 0 0,3 0 0,0-1-141,5 0 0,1-1 0,0 0 0,2-1 141,-5 0 0,2-1 0,-1 1 0,-3 2 0,1 0 0,-2-1 0,-4-1 0,-1-2 0,0 1 260,12 0 1,0 0 0,0 0 0,-1 0-261,0 0 0,-2-1 0,1 1 0,2 1 0,-8 4 0,3 1 0,-2-1 786,-1-4 1,0 0 0,1 1-787,9 2 0,0 3 0,-1-3 0,-2-2 0,-2-2 0,0-1 0,1 0 90,-7 1 1,2 0-1,-2 0-90,1 0 0,-2 0 0,-1 0 0,2 0 0,5 0 0,2 0 0,0 0 0,-1 0 0,-4 0 0,-1 0 0,0 0 0,1 0 0,0 0 0,1 0 0,0 0 0,0 0 0,0 0 0,0 0 0,-1 0 0,0 0 0,-3 0 0,0 0 0,0 0 0,0 0 0,1 1 0,1-1 0,-1 0 0,1-1 0,-1-2 0,0-1 0,1-1 0,-1 2 0,3 1 0,0 2 0,0 0 0,0-2 0,2-3 0,0-1 0,1-1 0,-1 1 0,2 2 0,0 0 0,-2 0 0,-2-2 0,2 0 0,-2-3 0,-3 0 0,1 0 0,-1 0 0,2 1 0,-2 0 0,1 1 0,1 1 0,-2 0 0,-1-1-294,7 1 0,-2 0 0,-1 0 1,-1 0-1,1 0 0,1 0 0,1 1 294,-7-1 0,2 1 0,0 0 0,1 1 0,0 1 0,3 1 0,0 2 0,1 0 0,-1-1 0,1 0-204,-4-3 0,1-1 0,-1-1 0,0 1 0,1 1 204,2 3 0,0 1 0,1 1 0,-1-1 0,1-2 0,-1-1 0,1-3 0,-1 1 0,1-1 0,0 3 0,1 1 0,1 1 0,-1 1 0,1 0 0,0-1-235,-9-3 0,0 0 1,1 0-1,0 0 235,3 1 0,0 1 0,1 1 0,0-1 0,0 2 0,-1 0 0,2 0 0,0-2 51,5-2 1,0-3 0,1 1 0,-1 0-52,-3 1 0,0 0 0,-1 0 0,2 0 0,-7-1 0,2-1 0,-1 1 0,8-1 0,-1 1 0,0-1 0,1 3 568,-8 2 0,2 2 0,0 0-568,3-2 0,-1-2 0,0 2 0,-4 2 0,0 0 0,1 0 0,7 0 0,3 0 0,-2 0 0,-4 0 0,0 0 0,2 0 1104,-11 0 0,2 0-1104,-1 0 0,1 0 0,12 0 0,0 0 0,-10 0 0,0 0 0,5 0 0,0 0 0,2 2 0,-3 0 0,1 2 291,0 1 0,-1 1 0,0 1-291,-5 1 0,-1 2 0,1-1 0,3 0 0,0-1 0,-1 3 0,-1 2 0,-1 1 0,1 0 0,2-4 0,-1-1 0,1 1 0,-3 2 0,-1 1 0,2-3 0,3-2 0,1-3 0,1 0 418,2-1 0,1-2 0,2 0-418,-7-2 0,5 0 481,11 0 1,1 0-482,-15 0 110,29 0-110,-27 0 1118,18 0-1118,-15 0 147,3 0-147,21 0 0,-3 0 0,7 0 0,6 16 0,-6-13 0,8 13 0,0-16 0,-16 8 0,5-6 0,-31 6 0,13-8 0,2 15 0,11-11 0,16 12 0,0-16 0</inkml:trace>
  <inkml:trace contextRef="#ctx0" brushRef="#br0" timeOffset="19417">23107 16140 24575,'43'0'0,"2"0"0,-8 0 0,3 0 0,-4 0 0,2 0 0,-4 0 0,1 0 0,0 0 0,13 0 0,2 0-383,-10 0 0,1 0 0,-1 0 383,-3 0 0,-1 0 0,1 0 0,8 0 0,2 0 0,-2 0 0,-7 0 0,-2 0 0,0 0 0,5 0 0,0 0 0,-1 0 0,9 0 0,0 0 0,-15 0 0,1 0 0,0 0 0,10 0 0,0 0 188,-5 0 0,0 0-188,3 0 0,-2 0 95,-8 0 0,-1 0-95,11 0 0,0 0 0,-10 0 0,-1 0 0,10 1 0,0-2 291,-13-7 1,-1 0-292,6 6 0,1 0 0,-9-6 0,1 0 0,6 7 0,2 2 0,1-1 0,1 0 0,2 0 0,2 0 0,2 0 0,0 0 0,-2 0 0,-1 0 0,-4 0 0,0 0 0,-1 0 0,-1 0 0,-4 0 0,0 0 0,5 0 0,1 0 0,7 0 0,2 0 0,-10 0 0,0 0 0,1 0-337,2 1 0,0-1 0,2-1 337,3-1 0,2-1 0,-2 0 0,-6 3 0,-1-1 0,1 1 0,3-3 0,0 0 0,-1 1 0,7 1 0,-2 2 0,1-1 0,-1 0 0,-1 0 0,0 0 0,1 0 0,0 0 0,5 0 0,0 0 0,0-1 0,0 2 0,0 2 0,-2 2 0,-6-5 0,-2 1 0,4 4 0,1-2 0,0-2 0,0-2 0,0 1 0,2 0 0,-12 0 0,2 0 0,-2 0 0,11 0 0,0 0 0,3 0 0,0 0 0,-7 0 0,-2 0 0,4 0 0,1 0 0,-1 0 0,2 0 0,4 0 0,0 0 0,0 0 0,0 0 0,-1 0 0,0 0 0,-7 0 0,-2 0 0,-3 0 0,-1 0 0,3 0 0,0 0 0,-1 0 0,-1 0 0,-1 0 0,2 0 0,9 0 0,0 0 0,-5 0 0,1 0 0,7 0 0,0 0 505,-8 0 1,-2 0-506,-3 0 0,-3 0 0,12 0 0,-10 0 0,6 0 0,4 0 0,-17 0 0,-1 0 0,18 0 0,4 0 0,-19 0 0,5 0 0,14 0 0,-26 0 0,26 0 0,-29 0 0,-2 0 0,5 0 0,-19 0 0,12 0 0,-8 0 0,9 0 0,11-8 0,-1 7 0,6-7 0,-13 8 0,13 0 0,-13 0 0,13 0 0,-13 0 0,13 0 0,-5 0 0,-1 0 0,14 0 0,-11 0 0,5 0 0,-18 0 0,-9 0 0</inkml:trace>
  <inkml:trace contextRef="#ctx0" brushRef="#br0" timeOffset="25368">21184 14693 24575,'0'26'0,"0"4"0,0 6 0,0-2 0,0 2 0,0 2-730,0 6 1,0 3-1,0-1 730,0 4 0,0 1 0,0-3 0,0-8 0,0-1 0,0-2 351,0 9 0,0-4-351,0-10 0,0-3 362,0 6-362,0-2 0,0-21 0,0 12 1125,0-22-1125,0 6 0,0 7 0,0 28 0,0-16 0,0 3 0,0 15 0,0 4 0,0-10 0,-1 2 0,2 1-366,4 3 1,1 1 0,-1 0 365,-3 1 0,-2 1 0,2 0 0,3-1 0,1 0 0,-1-4 0,-5 1 0,0-4 0,3-4 0,1-3 0,-2 8 0,6-21 0,8-3 0,-12 7 1096,12-20-1096,-16 12 0,0-16 0,0 7 0,0-5 0,0 6 0,0 8 0,7-12 0,-5 11 0,6-15 0,-8 0 0</inkml:trace>
  <inkml:trace contextRef="#ctx0" brushRef="#br0" timeOffset="154434">24077 17410 24575,'37'0'0,"12"0"0,-11 0 0,-5 0 0,2 0 0,-6 0 0,-1 0 0,3-8 0,-1 0 0,5 4 0,-2-12 0,3 16 0,1 0 0,-2 0 0,-2 0 0,-13 0 0,-2 0 0,-10 0 0,7 0 0,-11-8 0,20 7 0,-7-23 0,19 4 0,-15 6 0,3 1 0,2 4 0,1 0 0,-4-3 0,-1 1 0,13 7 0,-2-12 0,-13 8 0,13 6 0,-5-5 0,-1 7 0,6 0 0,-13 0 0,13 0 0,-21 0 0,12 7 0,-23-5 0,23 6 0,-12-8 0,21 0 0,-5 0 0,-1 16 0,-9-12 0,5 11 0,-11-15 0,29 0 0,-12 0 0,-3 0 0,-1 0 0,13 0 0,-13 0 0,1 0 0,3 0 0,-4 0 0,-1 0 0,-20 0 0,12 0 0,-16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7:07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22754 4004 24575,'0'27'0,"0"7"0,0 1 0,0 10 0,0 0 0,0-19 0,0-1 0,0 5 0,0 11 0,0-22 0,0 30 0,0-9 0,0 4 0,0 4 0,1-14 0,-2 0 0,-6 10 0,-2-2 0,6 4 0,-13-5 0,16-30 0,0 5 0,16-32 0,-13 13 0,21-13 0,-6 16 0,-7 0 0,21 0 0,-20 0 0,21-8 0,-21 6 0,11-6 0,-21 8 0,22 0 0,-13 0 0,23 0 0,-15 0 0,-1 0 0,5 0 0,-3 0 0,0 0 0,-5 0 0,-15 0 0,0 0 0,0 0 0</inkml:trace>
  <inkml:trace contextRef="#ctx0" brushRef="#br0" timeOffset="1317">27640 3792 24575,'0'26'0,"0"1"0,0 5 0,0 3 0,0 4 0,0-3 0,0 3 0,0 0-328,0-3 1,0 0 0,0 0 327,0 1 0,0 2 0,0-2 0,0-1 0,0-1 0,0 0 0,0 15 0,0-2 161,0-7 0,0-2-161,0-3 0,0-3 163,0 12-163,0-17 0,0-5 0,0-29 0,0 12 0,0-14 0</inkml:trace>
  <inkml:trace contextRef="#ctx0" brushRef="#br0" timeOffset="4183">27658 3810 24575,'19'0'0,"5"0"0,-6 16 0,9-12 0,0 11 0,7-7 0,-23-6 0,13 22 0,-22-20 0,6 27 0,-8-27 0,0 19 0,0-5 0,0-6 0,0 11 0,0-21 0,0 22 0,0-20 0,0 19 0,0-5 0,0-6 0,-8 11 0,-10 10 0,-1 7 0,1-18 0,2 1 0,5 18 0,-21-22 0,28-1 0,-19-10 0,21-8 0,-6 0 0,-8 0 0,12 0 0,-19 0 0,21 0 0,-22 0 0,21 0 0,-13 0 0,16 0 0,0 0 0,16 0 0,-13 0 0,21 0 0,-6 0 0,1 0 0,30 0 0,-25 0 0,25 0 0,-30 0 0,22 0 0,-3 16 0,-5-4 0,2 3 0,-6 2 0,-1 3 0,7 5 0,-1 1 0,-7-3 0,-1-1 0,-3-3 0,-1 0 0,0 3 0,-1-3 0,-2-8 0,5 13 0,-22-22 0,6 6 0,-8 7 0,0-11 0,0 12 0,0 0 0,0-12 0,0 11 0,0-7 0,0-6 0,15 22 0,-11-20 0,12 11 0,-16-7 0,0-6 0,0 6 0,0-8 0,0 0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18:07.2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24694 1094 24575,'0'43'0,"0"-10"0,0 5 0,0-1 0,0 0 0,0 2 0,0 2 0,0 4 0,0-6 0,-1-5 0,2-5 0,15 8 0,-4-5 0,37-30 0,-10 21 0,-6-17 0,3 0 0,-2 10 0,2 1 0,0-9 0,2-3 0,0 2 0,-6 4 0,-1 1 0,2-2 0,6-5 0,2-3 0,-1 3 0,-7 5 0,-2 2 0,1-3 0,12-6 0,2-2 0,-12 4 0,0 1 0,2-1-267,1-2 0,1 0 0,0-1 267,-1-1 0,-1-1 0,1 1 0,4 1 0,1 1 0,-3 0 0,3-3 0,-2 0 0,-1 0 0,-2 0 0,8 0 0,-9 0 0,5-8 0,-12-10 400,-4 5 1,1-1-401,11-14 0,-12 11 0,1 1 0,19-4 0,-7-13 0,-13 21 0,-1-11 0,-5 5 0,9-17 0,-11 13 0,-1-1 0,-6-11 0,0-1 0,7 6 0,-1 1 0,-9 1 0,-2 1 0,10-15 0,-15 29 0,0-3 0,0 15 0,-15-16 0,3 12 0,-29-19 0,11-3 0,9 12 0,-1-1 0,-5-21 0,-7 3 0,23 21 0,-13-11 0,7 21 0,-3-22 0,-13 20 0,15-14 0,0-3 0,-27 0 0,19 3 0,-1 0 0,-18 1 0,19 5 0,1 0 0,-4 1 0,0 3 0,1-2 0,5-14 0,-5 22 0,-1 0 0,-1-13 0,-5 15 0,2 0 0,13 0 0,-29 0 0,10-8 0,-6 6 0,4-6 0,5 8 0,-9 0 0,12 0 0,-2 0 0,6 4 0,1 0 0,1-3 0,1 0 0,-15 7-820,29-8 1,-4 0 0,16 0 0</inkml:trace>
  <inkml:trace contextRef="#ctx0" brushRef="#br0" timeOffset="3816">21519 1887 24575,'-11'34'0,"-1"-1"0,-1-5 0,-3 1 0,0 4 0,-2 6 0,-1 4 0,-1 2 0,-4 1-547,4-12 1,-2 1 0,-1 0 0,-1 2 0,0-1 0,0 2 77,2 0 1,1 0 0,-1 2 0,0 0 0,0 0 0,0 0 0,-2-1 328,1-2 0,-1-1 0,-1 1 1,0-1-1,0 0 0,1-1 0,0 0 140,-2 4 0,0-1 0,1 1 0,0-2 0,1 1 0,1-1-11,-1 3 1,0 1 0,2-1 0,0-1 0,0-1 10,0 2 0,0-2 0,1 0 0,-2 1 0,-2 2 0,-1 0 0,0 1 0,1-2 190,6-4 0,1 0 1,-1-1-1,-1-1-190,-5-1 0,-2-2 0,1-1 0,2 2 0,1 8 0,3 1 0,-2-1 0,-5 1 0,-2-1 0,1 1 0,1 0 0,1 0 0,-1 2-346,6-11 1,-1 1-1,-1 1 1,-1-1-1,0 0 346,-2-2 0,0 0 0,-1-1 0,0 1 0,0 1 0,-2 4 0,1 2 0,-1 1 0,1 0 0,-1-1 0,-1-2 0,0 0 0,0-1 0,0 0 0,1 1 0,1 0 0,1-1 0,0 1 0,1 0 0,0-1 0,3 0 0,-1-1 0,2 0 0,-1-1 0,0-2 556,-4 0 0,1-2 0,-1-1 0,3 2-556,-4 12 0,3 1 0,-3-3 0,0-8 0,-1-3 0,0 2 0,2 6 0,2 2 0,-3-1 0,-3-5 0,-2-1 0,1 1 0,1 1 0,2 2 0,-1-2 0,0-4 0,0 0 0,2 0 530,5-3 0,3 0 1,0-1-531,-10 9 0,1-1 0,6 0 0,1 0 0,-4-2 0,-1 1 0,9-3 0,1 2 0,-1 0-92,-4 0 1,-1 0 0,-1 2 91,5 0 0,0 3 0,-1 1 0,-2 0-141,1-5 0,-1 0 0,-2 1 0,1 0 0,-1 3 141,3-1 0,-1 3 0,0 0 0,0 1 0,-1 1 0,0-1-368,1-4 0,0 1 1,-1 0-1,-1 0 1,1 0-1,1 0 1,-1 1 367,2 0 0,0 0 0,0 1 0,1 0 0,-1 0 0,1-1 0,-1-1 0,-1 2 0,-1-1 0,1 0 0,-1-1 0,2-1 0,1-1-84,-4 11 0,1 0 0,1-3 0,3-5 84,-5 6 0,3-6 467,-4-1 0,11-9-467,25-16 2551,-22 3-2551,26-15 3276,-7 0-2197,10-15-295,9 11-784,16-12 0,2 8 0,-15 0 0,1-1 0,10-1 0,4 0-626,-4-1 0,4-1 1,1 2 625,-6 4 0,2 1 0,1 1 0,2-1-656,1-1 1,2-1-1,2 0 1,0 0 0,-1 1 630,-7 1 1,-1 0-1,1 0 1,0 1 0,0 0-1,2-1 25,-2 1 0,2 1 0,-1-1 0,2 1 0,-1-1 0,0 0 0,0-1 0,5-1 0,0-1 0,0 0 0,0 0 0,0 0 0,0 0 0,-7 1 0,1 2 0,0-1 0,0 0 0,0 0 0,0-1 0,0 0 0,-1-3 0,1 0 0,0-1 0,0-1 0,-1 1 0,0-1 0,1 2 0,4-1 0,1 1 0,0 0 0,-1 0 0,0-1 0,0 0 0,-3-1 0,-1 0 0,0-1 0,0 0 0,0 0 0,-1 1 0,1 2 0,-1 0 0,0 0 0,0 0 0,0 1 0,-2 0-378,4-2 0,-1 1 0,0 0 0,-1 0 1,0 0 377,7 0 0,0 0 0,0 1 0,0-1 0,-9 2 0,0 1 0,-1-1 0,1 1 0,-1-1 0,6-2 0,-1 1 0,1-1 0,-1 0-277,3-1 0,-1 0 0,1 1 0,-1 0 277,-1 2 0,-1 0 0,0 0 0,0 1 0,-2 0 0,-1 0 0,1 0 0,-1 0 0,1 2 0,0-1 0,0 1 0,-1 0 0,-1-1 0,0 1 0,0-1 0,1-1 0,0-2 0,1 0 0,0-1 0,-1 1 0,1 2 0,0 2 0,0 0 0,-1-2 0,8-5 0,-2-1 0,2 2 0,-7 6 0,2 2 0,-1 0 0,-2-2 0,3-6 0,-2-2 0,2 3 0,-3 6 0,2 3 0,1 0 0,-2-1 0,7-4 0,-1-1 0,0 1 0,-8 4 0,0 1 0,0 1 0,-1-1 0,11 0 0,0 0 0,-1 0 0,-4 0 0,-1 0 0,0 0 169,3 0 1,-1 0 0,0 0-170,-1 0 0,-1 0 0,1 0 0,1 0 0,2 0 0,-1 0 0,0 0 0,0 0 0,0 0 0,-2 0 0,-1 0 0,0 0 0,3 0 0,0 0 0,-2 0 0,-5 0 0,-1 0 0,0 0 0,5-1 0,0 1 0,-3 1 1431,3 6 0,-3 2-1431,3 0 0,-4 2 2212,-3 8-2212,-13-7 0,1 0 807,0-3 1,3-1-808,18-1 0,4-2 0,-12 1 0,2 0 0,0-2 79,1-3 0,1-2 0,0 1-79,-1 0 0,0 0 0,-1 0 0,-5 0 0,0 0 0,0 0 0,5 0 0,1 0 0,0 0 0,1 0 0,-1 0 0,1 0 0,0 0 0,0 1 0,0-2 0,-3-4 0,0-1 0,-4 1 0,-1 3 0,-3 0 0,0-5 0,-5-2 0,-6 2 0,-3 5 0,-9-22 0,-8 20 863,0-27-863,-8 19 0,6-21 0,-21 13 0,11-13 0,-21 21 0,13-11 0,-13 5 0,15-5 0,0-5 0,-4-6 0,-1-5 0,5 4 0,1-4 0,-1 0-424,1-5 1,0 0 0,-1-2 423,1 11 0,0-1 0,0 0 0,-1 0 0,0-1 0,0-1 0,0 1 0,-1 0 0,0 3 0,0 1 0,-1 0 0,-2 0 0,-2-2 0,-2 0 0,0 1 0,0-1 0,3 2 0,1-1 0,0 1 0,-3 0-486,0 3 1,-2 1 0,-1-1 0,-1 0 0,1 0 485,-2-3 0,1 0 0,-1 0 0,-1-1 0,0 0-533,1 3 0,0-1 1,-1 0-1,0-1 0,-1 0 1,0 0 532,1 2 0,0 0 0,0-1 0,-1 1 0,0-1 0,0 0 0,1 0 0,1 0 0,0 0 0,1 0 0,0 0 0,-1 0 0,1 0 0,-2 0 0,1 1 0,-1-1 0,0 0 0,0 1 0,-1 0 0,1 0 0,0 0 0,-4-4 0,-1 1 0,1 0 0,0 0 0,0 1 0,1 1 0,-3-4 0,1 1 0,0 1 0,0 0 0,-1 2-306,0 4 0,-2 1 0,1 0 1,-1 2-1,2-1 306,3 2 0,1-1 0,0 1 0,0 1 0,-1 2 0,-6-1 0,0 2 0,-1 1 0,2-3 0,-2-2 0,1-2 0,1-1 0,0 0 0,1 1 0,1 0 0,0 0 0,0-1 0,0-1 0,0-1 0,-1 0 0,1-1 0,4 2 0,0-1 0,-1-1 0,1 0 0,-1 0 0,2 1 0,0 0 0,1 0 0,-2 0 0,-1 0-270,0 2 1,-1-1 0,-2 1 0,1-1 0,-1 0 0,2-1 269,1 1 0,2-1 0,-1-1 0,0 1 0,0 0 0,-2 0 0,2 3 0,-2 1 0,-1 0 0,0 0 0,1 0 0,-1-1 0,2 0 0,-4-6 0,0 0 0,0 0 0,1-1 0,1 0 0,0 1 0,1-1 0,1 1 0,0-1 0,0 1 0,0-1 0,1 1 0,0 2 0,0 1 0,1 0 0,0 0 0,1-1 0,2-1 2,-1-5 0,3-1 1,0-1-1,1 2 1,-1 1-3,-8-3 0,-1 3 0,1 0 0,3-2 375,6-1 1,2-2-1,1 0 1,-2 3-376,1 6 0,0 3 0,-1-1 0,2-1 0,2-1 0,1-2 0,0 0 0,1 1 330,-5-5 1,1 2 0,-1-1-331,-1 0 0,-2 1 0,3 0 0,-1-7 0,1 4 1495,1 14 1,3 3-1496,4-3 2283,32 40-2283,-12-12 1458,27 20-1458,-27-22 0,12 5 0,-16-7 0</inkml:trace>
  <inkml:trace contextRef="#ctx0" brushRef="#br0" timeOffset="9082">29316 2028 24575,'-30'27'0,"0"0"0,0 0 0,0 0 0,-1 2 0,-2 0 0,-1 1 0,0 2 0,0 1 0,1 1 0,-1 1 0,1 1 0,-1 1 0,1 0 0,0 0-547,2-2 1,0 0 0,0 0 0,1 0 0,0-1 0,1-1 180,-4 4 0,1-2 0,0 1 0,2-2 1,4-1 365,-4 10 0,4-2 0,1-4 771,-3-3 0,3-3-771,12 8 0,1-5 828,-12-19-828,18 13 0,1-1 0,-13-13 0,6 9 0,0 3 2736,-7 11-2736,-1-4 0,-3 3 0,0-1 0,1 2-514,2 1 0,1 3 1,-3 0 513,2-10 0,-2 1 0,0-1 0,0 2 0,-1 4 0,1 2 0,-1-1 0,-1-1 0,-4-2 0,-1-2 0,-1 0 0,3-1 0,-2 7 0,2 0 0,1-3 0,1-8 0,1-1 0,4-2 0,5 8 0,3-5 0,-12 0 0,22-5 0,-6-21 0,8 6 1541,-15-8-1541,-13 23 0,-1-3 0,-3 5 0,6 6 0,0 5 0,-2 1-532,1-4 1,-2 0 0,0 2 0,0 0 531,2 2 0,0 2 0,0 0 0,-1-2 0,-3 0 0,0-2 0,0 0 0,2 0-312,0 6 1,3 0 0,-1-2 311,-4-5 0,-1-2 0,3 0-39,-1 9 1,3-2 38,-4-2 0,1-5 0,12-13 0,1-1 0,-3 11 0,-1-1 1004,-5-8 0,-1-1-1004,-1 14 0,-1 3 0,1-12 0,-2-1 0,4 0 0,4 10 0,2-1 519,-13 3 0,2-1-519,15-12 0,2 1 45,-3 2 0,-1 1-45,1 4 0,1 1 0,-2-3 0,0 0 0,0-1 0,-1-1 0,-8 15 0,11-21 0,16-2 0,0 5 0,0-19 0,0 12 0,-8-8 0,6 9 0,-21 11 0,9-4 0,0 3 0,1-4 0,-3 1 0,-13 13 0,1 2 0,16-10 0,1-1 0,-15 3 0,3-1 0,11 5 0,-4-17 0,16-11 0,0-7 0,0 16 0,0-12 0,0 20 0,0-22 0,0 5 0,0 9 0,0-12 0,0 12 0,0-8 0,0-7 0,16 7 0,-12 24 0,4-8 0,-1 7 0,-7 0 0,-5 6 0,-4 4 0,0 2-547,-1-1 1,-3 1 0,-1 4 0,-2 0 0,0 3 0,1 0 260,2-9 0,1 1 0,-1 2 1,0 1-1,0 0 0,-1 0 1,0 1-1,-1-2 0,0 0 286,-1-2 0,0 0 0,-2-1 0,1 0 0,-1 1 0,0-1 0,1 0 0,0 0 0,1 0-352,0 4 1,1 1 0,0 0-1,1 0 1,0 0 0,1-2-1,-1-1 1,0-2 351,-2 1 0,-1 0 0,1-2 0,0-2 0,2-1 0,1-1-100,-1 4 1,2-2 0,1-1 0,0-1 99,-1 8 0,0 0 0,1-7 0,1-6 0,5-11 0,5-16 3276,0 8-1986,15-28 1986,-3 0-2749,6 5 161,5-23-688,-11 23 0,13-1 0,7 0 0,6-1 0,4 1-821,1 0 0,5 0 1,2-2 820,-12 3 0,1-1 0,1-1 0,2 0 0,1 2-547,-1 1 1,1 0 0,1 1 0,0 1 0,2-1 0,0 0 483,-3 0 0,0 0 0,1 0 0,1 0 0,0 1 1,1-1-1,-1 1-393,4 0 1,-1 0-1,2 1 1,-1-1-1,1 1 1,0 0-1,-1-1 456,-5 1 0,0 1 0,0-1 0,0 1 0,0-1 0,0 0 0,1 1 0,-1-1-347,1 1 1,0-1 0,0 0 0,0 1 0,0-1 0,1 1 0,-1-1 0,0 0 346,-1 1 0,0-1 0,1 0 0,-1 0 0,0 1 0,1-1 0,-1 1 0,0-1 0,1 1 0,-1 0 0,1 1 0,-1-1 0,0 0 0,0 1 0,0-1 0,-1 1 0,3 0 0,-1 0 0,-1 0 0,0 0 0,0 0 0,0 0 0,1 0-87,-1-1 1,1 0 0,0 0 0,0 0 0,0 0 0,-1 0 0,-1 1 86,5 0 0,-2 0 0,0 1 0,0-1 0,0 0 0,-1-1 0,-3 0 0,0-2 0,0 0 0,0 1 0,-1-1 0,1 2 188,6 1 0,2 1 0,-1 1 0,-2 0 0,0-1-188,2-2 0,-2-1 0,-1 1 0,0 1 420,-5 4 0,-1 1 1,0 1-1,-1-3-420,1-3 0,-1-1 0,0-1 0,-4 2 1638,13 3 0,-2 0-1637,-7-3 0,2-1 0,-3 1-1,3 1 0,0 0 0,-7 4 0,2 0 0,-2-2 0,12-9 0,-2-1 0,5 7 0,-2-2 1536,-10-9 1,-1-1-1537,2 8 0,0-2 0,-2-13 0,-1-1 0,5 13 0,0 1 1031,0-14 0,1 1-1031,-1 14 0,-2 0 734,-14-7 0,-1 1-734,3 9 0,-3 2 237,-3-11-237,13 8 0,2 6 0,-13-9 0,1-1 0,14 9 0,3 2 0,-3-9 0,0-3 0,-5 2 0,0-1 0,0 1 0,9 0 0,-1-1 0,-4-5 0,-2 0 0,-6 4 0,-3 3 0,10 6 0,-17-12 0,-10 16 0,8-8 0,3 6 0,24-21 0,-16 17 0,-1 0 0,-2-10 0,-1-1 0,20 5 0,-9-4 0,-23 16 0,5-7 0,-16 5 0,0-6 0,-16-8 0,5-3 0,-31-9 0,25 8 0,-3-1 0,-20-4 0,-4-3-745,16-1 1,2-3 0,-4-3 744,2 8 0,-3-1 0,-1-2 0,0-1 0,2-2-547,3 0 1,2-2 0,-1-1 0,1-2 0,0 0 0,-2-2 428,3 6 0,-1-2 0,-1-1 0,0-1 0,0 0 0,0 0 0,1-1 0,1 0-292,0-2 0,1 0 1,0-1-1,1 0 1,0 0-1,0 0 0,0 0 1,0 0 385,0 2 1,-1-1 0,1 1-1,-1 0 1,1-1 0,1 1 0,0 1-1,0-1 24,1-2 0,1 0 0,0 0 0,1 1 0,-1 0 0,0 1 0,0 2-221,-2-1 0,-1 1 0,0 1 0,0 1 0,1 0 0,0 0 221,-1-3 0,1-1 0,0 1 0,0 1 0,-2 0 0,-1 4 0,-2 0 0,-1 1 0,0 0 0,2 1 0,-5-6 0,1 1 0,0 0 0,-1 0 0,-2-1 0,-1 1 0,0 0 0,0 0 0,5 7 0,0 0 0,0 1 0,0-2 0,1 0 0,-1-3 0,2-1 0,-1 0 0,0 0 0,-1 0-90,-2-1 1,-2 1 0,0 0 0,1-1 0,0-1 89,5 5 0,1-1 0,0-1 0,0 0 0,0 0 0,0-1 104,-3-1 1,1-1 0,0 0-1,-1 1 1,0-1 0,-1 1-105,0 1 0,-1 0 0,0 1 0,0-1 0,1 1 0,1-1 0,1 0 0,1 0 0,1-1 0,-1 1 0,1 0 0,-1 1 324,-5-3 0,-1 2 0,0-1 0,1 2 0,2 0-324,-1-3 0,1 0 0,1 2 0,-1 1 405,-6-4 1,-1 3-1,2 2-405,6 6 0,2 1 0,-1 3 1099,-9-1 0,4 3-1099,12-2 0,2 2 3094,-23-6-3094,22 9 2335,1-5-2335,-6 19 599,20-12-599,-11 16 0,15-8 0,0 6 0,0-5 0</inkml:trace>
  <inkml:trace contextRef="#ctx0" brushRef="#br0" timeOffset="11233">29475 2170 24575,'33'11'0,"0"1"0,-2 2 0,3 3 0,2 1 0,0 2 0,1-1 0,0 2 0,2 1 0,0 1 0,1 1-547,0 1 1,2 2 0,0 0 0,0 1 0,0-1 0,-1-2 44,-2-3 0,-1-2 1,0 0-1,0 0 1,-2 0-1,-1 0 502,8 8 0,-3 2 0,-1-2 0,0-5 533,5-2 0,-1-5 0,-5 0-533,-4 3 0,-3-2 1060,14 0-1060,-22-9 0,-7 8 0,-4-12 3276,21 27-3161,-13-27 3,6 14 1,4 3-119,2-6 0,1 0 0,12 2 0,0 3 0,-4 5 0,-1-1 0,-5-10 0,-2 1 0,-10 10 0,-1 1 0,4-7 0,-1-1 0,-2 11 0,-1 1 0,5-7 0,-1 1 0,0 13 0,1 3 0,7-4 0,1 0-245,-11-9 0,0-1 0,0 2 245,3 0 0,0 1 0,0 0 0,-4-2 0,1 0 0,-1-1 0,3 1 0,0-1 0,-1 2 0,-6 0 0,-1 1 0,1 0 0,4-2 0,1 0 0,-2-1 0,2 10 0,-3 1 0,-4-2 0,1-2 0,2-10 0,2-1 0,3 7 0,2 1 0,8 1 0,3 1-374,-7-7 0,2 2 1,-1 1 373,1 5 0,0 3 0,-1-1 0,1 1 0,-1-1 0,1 2 0,-7-9 0,0 1 0,1 0 0,-2 0-298,5 9 0,-1 0 0,2 0 298,-2-6 0,1-1 0,1 2 0,-1 0-591,-3 3 1,0 2 0,0 0 0,1 1 590,-3-7 0,0 1 0,1 0 0,1 1 0,-1 1 0,0 0-507,1 5 1,0 0 0,0 1 0,-1 1 0,1 0-1,0 0 507,-3-4 0,0 0 0,1 0 0,-1 1 0,1-1 0,-1 1 0,0 0 0,1 0 0,-1 0 0,0 1 0,1-1 0,-2 0 0,1 0 0,-2 0 0,2 3 0,0-1 0,-1-1 0,-1 1 0,-1 0 0,-2 1-85,-2 1 1,-1 2-1,-1 1 1,-2-1 0,-2-3-1,0-4 85,1 7 0,-3-5 0,-5 0 202,-4 7 1,-6 0-1,-10-8-202,-8-16 0,-9-7 0,-2 2 0,0 6 0,-3 2 0,-2 2 0,-3 2-226,9-6 1,-2 2 0,-1 1 0,-2 1-1,0 0 1,-1-1 0,0-1 225,2-2 0,-1-1 0,0 0 0,-1 0 0,-1 0 0,1-1 0,-1 1 0,1 0 0,0 1 0,0 1 0,-1 0 0,1 0 0,-1 0 0,1-2 0,0 0 0,1-2 0,-7 1 0,-1-2 0,1-1 0,1 0 0,1-1 0,2 1 334,0 2 1,2 1 0,1 0-1,1-2 1,3-3-335,-10 1 0,3-4 0,3 1 416,7 2 0,1 1 0,2-4-416,-5-4 0,-1 0 0,-6 10 0,-6 1 0,13-11 0,-4-1 0,-2 0 0,-3 0-235,4 1 1,-4 0 0,-1 1 0,-1 0 0,2-1 0,5-1 0,-13 2 0,4-1 0,0 0 0,3-2 0,1 0 0,0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9T21:20:00.6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9190 11942 24575,'27'15'0,"1"-13"0,1 0 0,12 14 0,0-15 0,3-2 0,-12 1 0,0 0 0,8 0 0,-1 0 0,-8 0 0,0 0 0,1 0 0,-3 0 0,8 0 0,12 0 0,-22 0 0,-1 0 0,23 0 0,-23 0 0,-1 0 0,9 0 0,-15 0 0,14 8 0,3-6 0,1 5 0,-11-6 0,-1-2 0,4 1 0,12 16 0,-21-12 0,13 12 0,-13-16 0,13 0 0,-5 0 0,-9 0 0,5 0 0,-6 0 0,1 0 0,14 0 0,-13 0 0,-2 0 0,5 0 0,-11 0 0,21 0 0,-21 0 0,19 0 0,-19 0 0,6 0 0,5 0 0,-11 0 0,6 0 0,-10 0 0,-8 0 0,15 0 0,-11 0 0,20 0 0,-7 0 0,19 0 0,1 0 0,-2 0 0,-2 0 0,-13 0 0,13 0 0,-13 0 0,-2 0 0,5 0 0,-19 0 0,20 0 0,-23 8 0,7-6 0,8 5 0,11-7 0,2 8 0,3 0 0,0-6 0,1 0 0,6 6 0,0 0 0,-6-8 0,-3 0 0,15 0 0,-19 0 0,-19 0 0,-7 0 0,0 0 0,0 0 0</inkml:trace>
  <inkml:trace contextRef="#ctx0" brushRef="#br0" timeOffset="4401">14552 12153 24575,'27'0'0,"-1"0"0,0 0 0,1 0 0,-1 0 0,1 0 0,-1 0 0,1 0 0,-1 0 0,1 0 0,6 0 0,2 0 0,1 0 0,1 0 0,3 0 0,0 0 0,-4 0 0,-1 0 0,0 0 0,-2 0 0,6 0 0,10 0 0,-13 0 0,-11 0 0,3 0 0,6 0 0,2 0 0,7-1 0,2 2 0,-10 4 0,1 1 0,-1-1-175,1-3 1,0-2 0,0 2 174,2 3 0,0 1 0,0-2 0,-3-2 0,0-3 0,1 0 0,-1 1 0,0 0 0,0 0 0,3 0 0,1 0 0,-2 0 0,9 0 0,0 0 0,-7 0 0,2 0 0,-3 0 0,1 0 0,-2 0 0,7 0 0,-2 0 0,-11 0 0,-1 0 0,1 0 0,-1 0 0,-3 0 0,1 0 0,2 0 0,1 0 0,-1 0 0,0 0 261,5 0 1,1 0-262,8 0 0,0 0 0,-7 0 0,1 0 0,8 0 0,0 0 0,-10 0 0,0 0 0,0 0 0,1 0 0,5 0 0,0 0 0,-13 0 0,-1 0 0,10 0 0,0 0 0,-3 0 0,1 0 0,4 0 0,0 0 0,1 0 0,-1 0 0,-5 0 0,0 0 0,4 0 0,-1 0 0,-10 0 0,0 0 0,3 2 0,-1-4 0,-4-5 0,-1-1 0,20 4 0,-19-4 0,1 0 0,7 7 0,1 2 0,-3-1 0,0 0 0,11 0 0,1 0 0,-12 0 0,0 0 0,11 0 0,-1 0 0,-14 0 0,0 0 0,14 1 0,1-2 0,-11-3 0,0 0 0,3 3 0,1 0 0,3-3 0,-2 1 0,-8 2 0,-1 2 0,14-1 0,0 0 0,-5 0 0,-1 0 0,1 0 0,-2 0 0,-7 0 0,-3 0 0,24 0 0,-19 0 0,5 0 0,-2 0 0,-5 0 0,-9 0 0,5 0 0,-6 0 0,-7 7 0,13-5 0,-22 6 0,6 8 0,-8-12 0,15 11 0,-11-15 0,12 0 0,-16 0 0,8 0 0,-6 0 0,6 0 0,-8 0 0,0 16 0,0-12 0,0 12 0,0-16 0,0 0 0,0 8 0,0-6 0,0 5 0,0-7 0,-8 0 0,6-7 0,-22-11 0,20 6 0,-11-4 0</inkml:trace>
  <inkml:trace contextRef="#ctx0" brushRef="#br0" timeOffset="38183">25030 12330 24575,'19'0'0,"5"0"0,1 0 0,12 0 0,8 0 0,-9 0 0,13 0 0,-10 0 0,-5 0 0,1 0 0,-8 0 0,0 0 0,8 0 0,-1 0 0,5 0 0,-10 0 0,-1 0 0,9 0 0,-3 0 0,1 0 0,-7 0 0,1 0 0,5 0 0,0 0 0,-7 0 0,-1 0 0,19 0 0,-9 0 0,-19 0 0,-9 0 0,-8 0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7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7B2A17-B18E-79DA-655C-2726E906F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865" y="535027"/>
            <a:ext cx="9240043" cy="57879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2F0E47-4721-635A-BDEF-4F1DBFB27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Family Tree</a:t>
            </a:r>
          </a:p>
        </p:txBody>
      </p:sp>
    </p:spTree>
    <p:extLst>
      <p:ext uri="{BB962C8B-B14F-4D97-AF65-F5344CB8AC3E}">
        <p14:creationId xmlns:p14="http://schemas.microsoft.com/office/powerpoint/2010/main" val="2141975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5CB4E-A1A5-C088-6BB3-73798A36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F60146-163C-3151-FA02-439FC10CC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42" y="729851"/>
            <a:ext cx="9116309" cy="55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96E4B7-8068-662C-32B6-822E8BF1B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62978" cy="1325563"/>
          </a:xfrm>
        </p:spPr>
        <p:txBody>
          <a:bodyPr/>
          <a:lstStyle/>
          <a:p>
            <a:r>
              <a:rPr lang="en-US" dirty="0"/>
              <a:t>Organizational Structure</a:t>
            </a:r>
          </a:p>
        </p:txBody>
      </p:sp>
    </p:spTree>
    <p:extLst>
      <p:ext uri="{BB962C8B-B14F-4D97-AF65-F5344CB8AC3E}">
        <p14:creationId xmlns:p14="http://schemas.microsoft.com/office/powerpoint/2010/main" val="84044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9CBB6-8575-F765-157A-809512F89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75AFE-0821-3829-8FAE-3AD5C8233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5C6F7-3FA8-8C5C-ED13-52E0126BB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</p:spTree>
    <p:extLst>
      <p:ext uri="{BB962C8B-B14F-4D97-AF65-F5344CB8AC3E}">
        <p14:creationId xmlns:p14="http://schemas.microsoft.com/office/powerpoint/2010/main" val="3263256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0AA2-EC4A-1C52-2322-81BA57D1B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D3EE6-7A9D-ED20-881A-337FEA6F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4266363" cy="1325563"/>
          </a:xfrm>
        </p:spPr>
        <p:txBody>
          <a:bodyPr/>
          <a:lstStyle/>
          <a:p>
            <a:r>
              <a:rPr lang="en-US" dirty="0"/>
              <a:t>Book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C13234-1BF8-7305-47B1-F804BC85C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3" y="1367105"/>
            <a:ext cx="10241117" cy="498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262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41A328-A0F6-DFCE-78C9-3C0013C0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ecision tree graphic">
            <a:extLst>
              <a:ext uri="{FF2B5EF4-FFF2-40B4-BE49-F238E27FC236}">
                <a16:creationId xmlns:a16="http://schemas.microsoft.com/office/drawing/2014/main" id="{B0335EB4-E47C-3247-030D-FF98C0AF6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018" y="896381"/>
            <a:ext cx="10049200" cy="5961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571F9E-7C55-9334-3CF7-5D64FE373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Decision Tree</a:t>
            </a:r>
          </a:p>
        </p:txBody>
      </p:sp>
    </p:spTree>
    <p:extLst>
      <p:ext uri="{BB962C8B-B14F-4D97-AF65-F5344CB8AC3E}">
        <p14:creationId xmlns:p14="http://schemas.microsoft.com/office/powerpoint/2010/main" val="2378066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4E2494-D50D-2B23-196A-B000A4D3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DED16D5-B650-FCE9-B222-6BCA2EB64A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30E52A-453C-E632-2F8B-AD12C359A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Parse Tree</a:t>
            </a:r>
          </a:p>
        </p:txBody>
      </p:sp>
      <p:pic>
        <p:nvPicPr>
          <p:cNvPr id="4" name="Picture 3" descr="8. Analyzing Sentence Structure">
            <a:extLst>
              <a:ext uri="{FF2B5EF4-FFF2-40B4-BE49-F238E27FC236}">
                <a16:creationId xmlns:a16="http://schemas.microsoft.com/office/drawing/2014/main" id="{0B7685D6-ED4A-244B-2F65-89AB71C1C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487" y="1744434"/>
            <a:ext cx="9712747" cy="4856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075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D0ED12-4729-E615-C4CC-574FE31C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3F5B88-73AD-F833-197B-D5F433DB5A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D00D3-B6B0-9C0F-BE90-8C43CBFE8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039406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Parse Tree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747520-1A2A-1E91-597E-94720957604F}"/>
              </a:ext>
            </a:extLst>
          </p:cNvPr>
          <p:cNvSpPr txBox="1"/>
          <p:nvPr/>
        </p:nvSpPr>
        <p:spPr>
          <a:xfrm>
            <a:off x="930207" y="2893926"/>
            <a:ext cx="4416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3 + (5 + 9) * 2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BDA2F83-8214-E0CC-6F30-89920F4ECC0B}"/>
              </a:ext>
            </a:extLst>
          </p:cNvPr>
          <p:cNvGrpSpPr/>
          <p:nvPr/>
        </p:nvGrpSpPr>
        <p:grpSpPr>
          <a:xfrm>
            <a:off x="6845201" y="723913"/>
            <a:ext cx="4387328" cy="5047911"/>
            <a:chOff x="7511424" y="1497204"/>
            <a:chExt cx="4387328" cy="50479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5219D3A-D24C-0805-2BFB-2AA17D75B10E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7FBC7B-26C9-8870-7DF0-C575F69E948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9AB903C-A7F1-BF08-1F3D-4D87095CBE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49ED951-A518-97DF-E2F3-A18F73DD99CF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A4E523-0A88-486D-4897-F7699CEFFFC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B828573-C616-997B-4C98-DDB4C99B06A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2BE47FB-68DF-5BEF-E35C-5336FF8ECBB1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02404E3-9AA4-6B82-1146-EF15DF13BF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02CA2C4-7FFC-6144-C01D-B48A6BB984B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93633F1-5713-8506-61A8-C1304420C41B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18FB23B-5349-4209-262A-2D7AD5323F6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C62FC07-3A9D-4F9B-DAAA-5A218F8C301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F153C53-7951-C911-C2F5-FEF023D466C3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4A03F50-AD96-6A5B-D16C-6FD61892D75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F081D0E-D116-9265-A247-53A1F181765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A01CCC-639F-C589-DE51-1049378AB65D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13D579-2B1A-1D28-4605-F4BADB3525A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FE254BE-13BB-2011-E4DA-1B67D163175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96E80EF-9402-ACD4-C626-E4E03811A840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E16BA69-98E7-F92B-2EB8-9C3E1D31F29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B535CFF-DDCD-B96B-F528-619E93C5F53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835375B-BC79-5349-1A5F-FE3B17783EE8}"/>
                </a:ext>
              </a:extLst>
            </p:cNvPr>
            <p:cNvCxnSpPr>
              <a:cxnSpLocks/>
              <a:stCxn id="7" idx="3"/>
              <a:endCxn id="14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3B0DF1-B1AB-807F-0017-4F389C4D9625}"/>
                </a:ext>
              </a:extLst>
            </p:cNvPr>
            <p:cNvCxnSpPr>
              <a:cxnSpLocks/>
              <a:stCxn id="7" idx="5"/>
              <a:endCxn id="17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D1DB103-E382-F9F3-16EB-309111B9733B}"/>
                </a:ext>
              </a:extLst>
            </p:cNvPr>
            <p:cNvCxnSpPr>
              <a:cxnSpLocks/>
              <a:stCxn id="17" idx="3"/>
              <a:endCxn id="20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A36A213-0284-71F4-EB3F-604BFCF46236}"/>
                </a:ext>
              </a:extLst>
            </p:cNvPr>
            <p:cNvCxnSpPr>
              <a:cxnSpLocks/>
              <a:stCxn id="17" idx="5"/>
              <a:endCxn id="23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5046CBE-193E-F046-FC66-DC3D9958A2D9}"/>
                </a:ext>
              </a:extLst>
            </p:cNvPr>
            <p:cNvCxnSpPr>
              <a:cxnSpLocks/>
              <a:stCxn id="20" idx="3"/>
              <a:endCxn id="29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FF77EA9-CFED-3362-B686-888B4A649343}"/>
                </a:ext>
              </a:extLst>
            </p:cNvPr>
            <p:cNvCxnSpPr>
              <a:cxnSpLocks/>
              <a:stCxn id="20" idx="5"/>
              <a:endCxn id="26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91161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in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A1185-CD1F-0C64-F8E9-3A9C63C3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8646E-E2E8-52AF-1F18-CA79ED1FB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F7FDB-EEE3-6BA7-0A8A-77E5C6E8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CA06D3-EB82-C13B-A675-86CEB104E923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9BEBB7B-92FD-DFCF-661B-52C6BDA4E54E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496CE-7283-36EE-717B-0FACE5745D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D6B67CC-7F59-D2D8-B304-78F9BE4ABF7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72FCCF4-9E86-23FA-4B75-8BABF2AA0E63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4A53BE0-6BEE-B5DE-5919-9D429AE2715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B7540ED-F758-6CE2-46E7-1B9A2CADC8F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FFCA7D7-FF39-5876-FA10-D7E26087DDE7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E38307-E4BE-0FFF-F8BD-44407F7D644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5DB1145-94A5-B377-6B67-9F46DB21BB6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58FCC5B-4A18-19FD-B51E-4A5631316E63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7AE7CB2-BD4A-A1CA-A1F4-C6F0143739C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D8F9ADF-0173-11BC-49D1-6869932F27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9548799-E164-BD3B-A54C-7C4F6D4533C0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1347192-FB5B-B928-8B09-0D1E7E3E83C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42098AB-4758-98CD-EEEC-394218C3E4A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60585BC-99B0-3174-A323-5692DA03FB5A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7C13BC-A0B2-65DB-30D0-768A99A9BD0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1A911B-16DC-166A-0523-7782A5DF159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D7795B2-CA73-EDAC-B269-BF033799D23E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A197D70-F0C5-A310-DDBC-894669B7AFA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ECE3FE5-0DB5-2B54-51E1-AA0A155D1DB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25576D-B1B3-FF47-8961-68BF99CB82AC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0FDD87-9BF4-81B4-E30A-4AD0597B3C29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6421DA2-3259-2693-B082-BC11748F3B9C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10E4CD-9E5E-459B-46DB-5CB66FC66664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CE46D74-C590-F3B6-235E-9665FF417CD3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796FAC-BCA0-D13D-C9A8-B575F05C8DAA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66ACE52F-A26C-4AA1-99AB-3E092A1F361B}"/>
              </a:ext>
            </a:extLst>
          </p:cNvPr>
          <p:cNvSpPr txBox="1"/>
          <p:nvPr/>
        </p:nvSpPr>
        <p:spPr>
          <a:xfrm>
            <a:off x="7228659" y="1422099"/>
            <a:ext cx="136712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Root</a:t>
            </a:r>
            <a:r>
              <a:rPr lang="en-US" dirty="0"/>
              <a:t> node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190F06-F42E-3310-463F-A1CE58A22D2A}"/>
              </a:ext>
            </a:extLst>
          </p:cNvPr>
          <p:cNvSpPr txBox="1"/>
          <p:nvPr/>
        </p:nvSpPr>
        <p:spPr>
          <a:xfrm>
            <a:off x="9083765" y="148456"/>
            <a:ext cx="294184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is the </a:t>
            </a:r>
            <a:r>
              <a:rPr lang="en-US" b="1" dirty="0"/>
              <a:t>parent</a:t>
            </a:r>
            <a:r>
              <a:rPr lang="en-US" dirty="0"/>
              <a:t> of B, D, 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B, D, C are </a:t>
            </a:r>
            <a:r>
              <a:rPr lang="en-US" b="1" dirty="0"/>
              <a:t>children</a:t>
            </a:r>
            <a:r>
              <a:rPr lang="en-US" dirty="0"/>
              <a:t> of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B, D, C are </a:t>
            </a:r>
            <a:r>
              <a:rPr lang="en-US" b="1" dirty="0"/>
              <a:t>siblings </a:t>
            </a:r>
            <a:r>
              <a:rPr lang="en-US" dirty="0"/>
              <a:t>(have the same parent)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86CAD0-20AB-4000-6D5E-2BA8B4E03423}"/>
              </a:ext>
            </a:extLst>
          </p:cNvPr>
          <p:cNvSpPr txBox="1"/>
          <p:nvPr/>
        </p:nvSpPr>
        <p:spPr>
          <a:xfrm>
            <a:off x="6637627" y="5227925"/>
            <a:ext cx="54453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external</a:t>
            </a:r>
            <a:r>
              <a:rPr lang="en-US" dirty="0"/>
              <a:t> node is a node with no children.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nodes are also call </a:t>
            </a:r>
            <a:r>
              <a:rPr lang="en-US" b="1" dirty="0"/>
              <a:t>leaves</a:t>
            </a:r>
            <a:r>
              <a:rPr lang="en-US" dirty="0"/>
              <a:t>, or </a:t>
            </a:r>
            <a:r>
              <a:rPr lang="en-US" b="1" dirty="0"/>
              <a:t>leaf</a:t>
            </a:r>
            <a:r>
              <a:rPr lang="en-US" dirty="0"/>
              <a:t> nodes.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internal</a:t>
            </a:r>
            <a:r>
              <a:rPr lang="en-US" dirty="0"/>
              <a:t> node has 1 or more children.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C06B238-D079-1448-9D8D-D188BD08C8EF}"/>
                  </a:ext>
                </a:extLst>
              </p14:cNvPr>
              <p14:cNvContentPartPr/>
              <p14:nvPr/>
            </p14:nvContentPartPr>
            <p14:xfrm>
              <a:off x="7588080" y="2114280"/>
              <a:ext cx="4020120" cy="27374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C06B238-D079-1448-9D8D-D188BD08C8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78720" y="2104920"/>
                <a:ext cx="4038840" cy="2756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1480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FA7D-0A3D-681B-3CE1-E15A78916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2514-2C36-445B-0A66-AE4418CF7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7E22E-A9A4-7914-BB92-AECA5EF20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3BB41AE-564F-7005-124D-588886ED78D2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DE466DF-0BDA-C16F-8BA0-F8266DC104BA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D2C08B-6F9A-CB4F-C914-3B9ABF76804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B3821A6-EC58-653D-B509-52AA8C21A07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4768EC3-88CE-90E3-7468-8E8157279E39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272982-0B74-8A90-4ECD-BA3BB2B1960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3A9C4B9-902C-853C-0335-E79396D5E0F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FF57709-D090-4DC8-7A38-24A731A4A596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8D2427-8455-0EA4-7C33-B2F1D9B5C0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25F6CE9-00B3-3700-7A4C-41A439722E6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59BF06D-04E9-3978-7F75-3CA27B1BCA09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ED8A064-B7FB-099B-D43C-1037CF0519D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7B43FB4-232E-7E0D-7969-73997D5A980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357A3F1-FD09-05BC-E9C8-81A76924BC09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888CA04-EA7A-4325-A808-2FB32671AC3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0306008-AD5F-26AB-1E1D-A187EB4AB9E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06A36A8-7EF9-E951-A44F-6A1B177A78F6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E94C92-8CC4-58BE-F517-B2EFC649F94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7EA7536-ED1F-6DBB-5DCC-F92C5BF4DB6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78FCDC8-592D-F0B3-FB64-07DC8B28592C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622859-38CF-6C80-ECD1-2532602F23D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2D322FA-A2A1-C9AC-4DDE-C6EC6303BA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35ABE8A-32C0-0472-FD3E-7754CEAF34EB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6D6373C-9DA9-7561-23CB-B096AE8BE29D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2603B2C-CDD6-DC83-34B7-3783BEA252F0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AB494BB-1C04-C8E9-959C-FB1B1A712EA6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54D9142-D645-9490-7BB4-066770A96155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DCEC58B-1BF4-A3B5-60A2-9FF7E251C438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</p:spTree>
    <p:extLst>
      <p:ext uri="{BB962C8B-B14F-4D97-AF65-F5344CB8AC3E}">
        <p14:creationId xmlns:p14="http://schemas.microsoft.com/office/powerpoint/2010/main" val="56483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9DD8F-AAC6-40E4-7638-0CE6F35A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4051-51BD-BA70-655A-7C9025F12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D591-12B3-3C9F-AAE3-D1556D4F5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CFB217E-47F9-CB90-F2A7-8CE6D633021B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63D6C1E-3940-613E-E7BE-58E1D5602002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CA69E6-727C-C50F-E185-8BF81C444DC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8FE7468-089E-D62E-F68C-119634F42E2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67B1C5A-E766-E037-4D1C-D6B9AA4162B1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1B1B83-0309-F4E7-2083-C49D751555B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1744000-49BA-F03A-EB2A-44F3C7E54C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BE8F8A7-763A-0DA2-5DC4-22D367798EAA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9E63AF-652A-EB8E-F420-D61CC82AE6F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90D6609-BCEB-BCE9-9A6E-80C85A20B38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88F7D09-0ED7-A6BB-4723-76C6CA7B7FAE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8338EE-78C5-9EBE-4182-2D1D18C56BA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25F08798-5D0E-A71E-B709-C898240EE3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032148D-E529-4CA6-2E44-3F7EDAAE9A37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4DAB57B-B1C8-3943-B471-AF676ED6CAA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BA2811E-6C5E-FAFA-E878-0738E62C5A5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44FAF6F-A9E5-9F93-B4A8-E5A0CBBF206A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B7DA2C-320E-3D04-D2FF-8E27947B39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1F7152F-A82B-B0CA-1A16-0D7D7631E2C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CDB64D9-93B0-2C3F-9806-E03E0583CFE9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1681731-AD4B-1D5D-54B1-C8B3172599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134CB71-92FD-9375-5DF2-3BB30E9F4E6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3723F0B-01A2-C08E-C083-E5FD82897AF5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090C72B-C1DC-ADF3-DD1F-0CAE706CB1D0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316592-08D2-C296-9A57-284C6B6B9E30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D86A658-B098-97B8-031A-DB600216E95F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810D35A-2DB1-A1D4-7741-A2515A0D1926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7D818465-D140-52D8-18B3-D442A1D0B342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ECB5D-9F86-81A1-FEA4-4C872F818255}"/>
              </a:ext>
            </a:extLst>
          </p:cNvPr>
          <p:cNvSpPr txBox="1"/>
          <p:nvPr/>
        </p:nvSpPr>
        <p:spPr>
          <a:xfrm>
            <a:off x="7465502" y="5656633"/>
            <a:ext cx="4092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 a tree</a:t>
            </a:r>
            <a:r>
              <a:rPr lang="en-US" dirty="0"/>
              <a:t>: C does not have a parent; a tree can have only one root.</a:t>
            </a:r>
          </a:p>
        </p:txBody>
      </p:sp>
    </p:spTree>
    <p:extLst>
      <p:ext uri="{BB962C8B-B14F-4D97-AF65-F5344CB8AC3E}">
        <p14:creationId xmlns:p14="http://schemas.microsoft.com/office/powerpoint/2010/main" val="3448458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7D6A5-1D60-3647-0C6B-5351FBE2D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7BF0C-03B5-7502-591B-C661DFBA7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D9AE9-79E0-1186-E6B7-97095AF76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38D7A3-43C9-1BAF-236A-13878A9B5E7C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DEF67F-AEBD-8B5C-8E40-FE20D2F12D0C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E033066-FFDB-2AB4-1E48-DA2FF56A80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774150A-BDBB-975F-A249-B8E13D17364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158813-2DB4-4AA0-09B6-E51C91FB0289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C02A2A9-3204-8B22-4E14-ED57EC0EA4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FBFCF294-7DB4-E3CA-DAE3-EC66FA24CED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E1503F0-E962-E798-8B7F-9E060EA5DC10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9B038BC-8929-57B4-008F-56D38B6485A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1EBBEC9-73BF-6F7D-872D-3760FCB2356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A31197D-BFD8-042C-4EF5-52993232502F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9E7750D-D7ED-A52B-7946-854B35827A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948C9A9-5684-6F90-A517-E432E5700EB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D91C79A-DC64-CF03-9770-7D41D4B316D8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A977D2-6C69-2665-6247-9BB30346FE3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5392A35-B635-3B2D-E99B-B3DD17E0BB7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6203118-5D4A-5BBD-BE44-20F8F3D4C670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F23CBF-321E-5DD4-5279-CC81792DB66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60EF887-0B47-7D48-4192-BB08D9ABCA4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1873E74-9482-146C-2BB8-294B195E69B4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6B0E48C-0534-AF80-E47B-FF137734363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D797DD1-F40C-7A0C-38E3-E3A12B9E0BC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0EED7F-E40F-D0C3-05E2-3CDA5B48A40D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8F72AD4-322B-405A-0BA2-83E6E34AECF5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2FF774-59B2-9702-2DB1-7C4704CD091B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E74700F-EF17-F42D-153D-1828F5D49D86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F1B3E8B-FA1E-BEEA-AFE0-43118618B98D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2E54437-98B1-99C6-F4E2-D372ABA15723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A1B574-4384-1C7A-680D-2A63AF4C36CB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699E3-CA5E-3B3A-D68C-74015A67B51B}"/>
              </a:ext>
            </a:extLst>
          </p:cNvPr>
          <p:cNvCxnSpPr>
            <a:cxnSpLocks/>
            <a:stCxn id="21" idx="1"/>
            <a:endCxn id="29" idx="5"/>
          </p:cNvCxnSpPr>
          <p:nvPr/>
        </p:nvCxnSpPr>
        <p:spPr>
          <a:xfrm flipH="1" flipV="1">
            <a:off x="8254423" y="3308130"/>
            <a:ext cx="1208654" cy="9692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6486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6D843-E0EF-A7C9-1C15-9F11A5F48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5605E-65C3-58EB-C716-CADFFD3D9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45519-6982-9393-66E0-4A925CD82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70129" cy="4776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on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5DAFED-C410-79AA-49D7-D9E22D423221}"/>
              </a:ext>
            </a:extLst>
          </p:cNvPr>
          <p:cNvGrpSpPr/>
          <p:nvPr/>
        </p:nvGrpSpPr>
        <p:grpSpPr>
          <a:xfrm>
            <a:off x="7585433" y="1482994"/>
            <a:ext cx="4381316" cy="3435704"/>
            <a:chOff x="7103112" y="1472945"/>
            <a:chExt cx="4381316" cy="343570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75B5C67-DD59-0873-9FA4-CA4A1E1D091A}"/>
                </a:ext>
              </a:extLst>
            </p:cNvPr>
            <p:cNvGrpSpPr/>
            <p:nvPr/>
          </p:nvGrpSpPr>
          <p:grpSpPr>
            <a:xfrm>
              <a:off x="8297597" y="1472945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EAB282-CE52-9A33-3F56-002F6F5F76C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962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DE2E1534-4C9B-F7A2-1FDF-956E4996E50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DDD70C8-530D-4884-C217-D80C8F7240DC}"/>
                </a:ext>
              </a:extLst>
            </p:cNvPr>
            <p:cNvGrpSpPr/>
            <p:nvPr/>
          </p:nvGrpSpPr>
          <p:grpSpPr>
            <a:xfrm>
              <a:off x="7103112" y="2676420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59C476-E708-C8C3-7BEF-83088A2A43B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01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FD67DA9-41B4-468B-A53F-5F468A379FA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B594487-BA6B-A522-8EFD-F933EF79307B}"/>
                </a:ext>
              </a:extLst>
            </p:cNvPr>
            <p:cNvGrpSpPr/>
            <p:nvPr/>
          </p:nvGrpSpPr>
          <p:grpSpPr>
            <a:xfrm>
              <a:off x="9435864" y="2674784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E1563A1-8859-6EEB-999E-349D8AEE2BA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31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92F7809-8D19-4BF9-BB7E-956E2EAAA98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D8AE1A1-332F-5243-B1E4-8F96141D84F1}"/>
                </a:ext>
              </a:extLst>
            </p:cNvPr>
            <p:cNvGrpSpPr/>
            <p:nvPr/>
          </p:nvGrpSpPr>
          <p:grpSpPr>
            <a:xfrm>
              <a:off x="8266482" y="2674784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FBD716C-D8D0-F01B-8236-9123700569E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15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D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80B78D0-57B4-A10C-D4BA-4FB9DB67289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78D43D6-12A2-B623-CAFE-123B6AF09A98}"/>
                </a:ext>
              </a:extLst>
            </p:cNvPr>
            <p:cNvGrpSpPr/>
            <p:nvPr/>
          </p:nvGrpSpPr>
          <p:grpSpPr>
            <a:xfrm>
              <a:off x="10700657" y="4059626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0021E4A-485B-D4CE-B0D7-73113134523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987BA43-63B6-92D1-219C-00ABFB6B7A9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2E3CB-2AF8-9882-105A-6D72AF437026}"/>
                </a:ext>
              </a:extLst>
            </p:cNvPr>
            <p:cNvGrpSpPr/>
            <p:nvPr/>
          </p:nvGrpSpPr>
          <p:grpSpPr>
            <a:xfrm>
              <a:off x="8865975" y="4160684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42D8DD5-6CF3-F2BF-0628-7563D3D97CA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43954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D6E696B-19AD-4DC1-640D-F5C714F754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61F12F6-1B90-81EB-F998-D800D8FB3F1E}"/>
                </a:ext>
              </a:extLst>
            </p:cNvPr>
            <p:cNvGrpSpPr/>
            <p:nvPr/>
          </p:nvGrpSpPr>
          <p:grpSpPr>
            <a:xfrm>
              <a:off x="7103112" y="4180328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A54706A-1B8B-DB10-7C64-59461B99196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B435209-DC66-5773-0834-A9F625CC01E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D660B54-F319-7CF6-4C0F-F4F5A194E553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494998" y="2094606"/>
              <a:ext cx="917380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E94F448-E78D-AB33-62E2-0901177DC0B5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8966587" y="2094606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462B800-48CD-E991-13E8-0A8C02944D11}"/>
                </a:ext>
              </a:extLst>
            </p:cNvPr>
            <p:cNvCxnSpPr>
              <a:cxnSpLocks/>
              <a:stCxn id="31" idx="4"/>
              <a:endCxn id="25" idx="0"/>
            </p:cNvCxnSpPr>
            <p:nvPr/>
          </p:nvCxnSpPr>
          <p:spPr>
            <a:xfrm flipH="1">
              <a:off x="8658368" y="2201266"/>
              <a:ext cx="31115" cy="4735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96DE06-0CD2-70B2-37D6-FDAE777DAAB3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104854" y="3296445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B6D08E-1892-C068-0EEE-01C1EF8F19BB}"/>
                </a:ext>
              </a:extLst>
            </p:cNvPr>
            <p:cNvCxnSpPr>
              <a:cxnSpLocks/>
              <a:stCxn id="29" idx="4"/>
              <a:endCxn id="19" idx="0"/>
            </p:cNvCxnSpPr>
            <p:nvPr/>
          </p:nvCxnSpPr>
          <p:spPr>
            <a:xfrm>
              <a:off x="7494998" y="3404741"/>
              <a:ext cx="0" cy="7755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3E12643-E0F5-349E-F490-806E8908ED2A}"/>
                </a:ext>
              </a:extLst>
            </p:cNvPr>
            <p:cNvCxnSpPr>
              <a:cxnSpLocks/>
              <a:stCxn id="27" idx="3"/>
              <a:endCxn id="21" idx="0"/>
            </p:cNvCxnSpPr>
            <p:nvPr/>
          </p:nvCxnSpPr>
          <p:spPr>
            <a:xfrm flipH="1">
              <a:off x="9257861" y="3296445"/>
              <a:ext cx="292784" cy="8642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C280C55-899A-FEEB-2CA9-9128451F03CB}"/>
              </a:ext>
            </a:extLst>
          </p:cNvPr>
          <p:cNvSpPr txBox="1"/>
          <p:nvPr/>
        </p:nvSpPr>
        <p:spPr>
          <a:xfrm>
            <a:off x="8228652" y="555378"/>
            <a:ext cx="168953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 this a tree?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E648FF-EA5E-B7DD-1E89-0D1E596D3EA8}"/>
              </a:ext>
            </a:extLst>
          </p:cNvPr>
          <p:cNvSpPr txBox="1"/>
          <p:nvPr/>
        </p:nvSpPr>
        <p:spPr>
          <a:xfrm>
            <a:off x="7994087" y="5461624"/>
            <a:ext cx="318889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 a tree</a:t>
            </a:r>
            <a:r>
              <a:rPr lang="en-US" dirty="0"/>
              <a:t>: G has two parents, but in a tree non-root nodes must have one parent.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ED58EB5-3F68-E6D7-4B82-BCD35BC06D9F}"/>
              </a:ext>
            </a:extLst>
          </p:cNvPr>
          <p:cNvCxnSpPr>
            <a:cxnSpLocks/>
            <a:stCxn id="21" idx="1"/>
            <a:endCxn id="29" idx="5"/>
          </p:cNvCxnSpPr>
          <p:nvPr/>
        </p:nvCxnSpPr>
        <p:spPr>
          <a:xfrm flipH="1" flipV="1">
            <a:off x="8254423" y="3308130"/>
            <a:ext cx="1208654" cy="9692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365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C872-7B5F-61ED-CF81-3CDD12509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1EE95B-64F5-4FDB-27DD-1D0299095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DF53BE-5541-ED6F-6E27-582E04083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6CE203EF-44A0-7BFF-F137-D1F793C02F24}"/>
              </a:ext>
            </a:extLst>
          </p:cNvPr>
          <p:cNvSpPr/>
          <p:nvPr/>
        </p:nvSpPr>
        <p:spPr>
          <a:xfrm>
            <a:off x="2352254" y="1077683"/>
            <a:ext cx="6048568" cy="4663531"/>
          </a:xfrm>
          <a:custGeom>
            <a:avLst/>
            <a:gdLst>
              <a:gd name="csX0" fmla="*/ 2641777 w 6048568"/>
              <a:gd name="csY0" fmla="*/ 329086 h 4663531"/>
              <a:gd name="csX1" fmla="*/ 99544 w 6048568"/>
              <a:gd name="csY1" fmla="*/ 1786097 h 4663531"/>
              <a:gd name="csX2" fmla="*/ 1013944 w 6048568"/>
              <a:gd name="csY2" fmla="*/ 4378572 h 4663531"/>
              <a:gd name="csX3" fmla="*/ 5555799 w 6048568"/>
              <a:gd name="csY3" fmla="*/ 4338379 h 4663531"/>
              <a:gd name="csX4" fmla="*/ 5756766 w 6048568"/>
              <a:gd name="csY4" fmla="*/ 2077499 h 4663531"/>
              <a:gd name="csX5" fmla="*/ 4048546 w 6048568"/>
              <a:gd name="csY5" fmla="*/ 138168 h 4663531"/>
              <a:gd name="csX6" fmla="*/ 2641777 w 6048568"/>
              <a:gd name="csY6" fmla="*/ 329086 h 4663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48568" h="4663531">
                <a:moveTo>
                  <a:pt x="2641777" y="329086"/>
                </a:moveTo>
                <a:cubicBezTo>
                  <a:pt x="1983610" y="603741"/>
                  <a:pt x="370849" y="1111183"/>
                  <a:pt x="99544" y="1786097"/>
                </a:cubicBezTo>
                <a:cubicBezTo>
                  <a:pt x="-171761" y="2461011"/>
                  <a:pt x="104568" y="3953192"/>
                  <a:pt x="1013944" y="4378572"/>
                </a:cubicBezTo>
                <a:cubicBezTo>
                  <a:pt x="1923320" y="4803952"/>
                  <a:pt x="4765329" y="4721891"/>
                  <a:pt x="5555799" y="4338379"/>
                </a:cubicBezTo>
                <a:cubicBezTo>
                  <a:pt x="6346269" y="3954867"/>
                  <a:pt x="6007975" y="2777534"/>
                  <a:pt x="5756766" y="2077499"/>
                </a:cubicBezTo>
                <a:cubicBezTo>
                  <a:pt x="5505557" y="1377464"/>
                  <a:pt x="4569386" y="422871"/>
                  <a:pt x="4048546" y="138168"/>
                </a:cubicBezTo>
                <a:cubicBezTo>
                  <a:pt x="3527706" y="-146535"/>
                  <a:pt x="3299944" y="54431"/>
                  <a:pt x="2641777" y="329086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2641777 w 6048568"/>
                      <a:gd name="csY0" fmla="*/ 329086 h 4663531"/>
                      <a:gd name="csX1" fmla="*/ 99544 w 6048568"/>
                      <a:gd name="csY1" fmla="*/ 1786097 h 4663531"/>
                      <a:gd name="csX2" fmla="*/ 1013944 w 6048568"/>
                      <a:gd name="csY2" fmla="*/ 4378572 h 4663531"/>
                      <a:gd name="csX3" fmla="*/ 5555799 w 6048568"/>
                      <a:gd name="csY3" fmla="*/ 4338379 h 4663531"/>
                      <a:gd name="csX4" fmla="*/ 5756766 w 6048568"/>
                      <a:gd name="csY4" fmla="*/ 2077499 h 4663531"/>
                      <a:gd name="csX5" fmla="*/ 4048546 w 6048568"/>
                      <a:gd name="csY5" fmla="*/ 138168 h 4663531"/>
                      <a:gd name="csX6" fmla="*/ 2641777 w 6048568"/>
                      <a:gd name="csY6" fmla="*/ 329086 h 46635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6048568" h="4663531" extrusionOk="0">
                        <a:moveTo>
                          <a:pt x="2641777" y="329086"/>
                        </a:moveTo>
                        <a:cubicBezTo>
                          <a:pt x="1915321" y="561619"/>
                          <a:pt x="167712" y="1187423"/>
                          <a:pt x="99544" y="1786097"/>
                        </a:cubicBezTo>
                        <a:cubicBezTo>
                          <a:pt x="-134817" y="2468789"/>
                          <a:pt x="-47593" y="3958030"/>
                          <a:pt x="1013944" y="4378572"/>
                        </a:cubicBezTo>
                        <a:cubicBezTo>
                          <a:pt x="1769721" y="4953950"/>
                          <a:pt x="4729897" y="4917735"/>
                          <a:pt x="5555799" y="4338379"/>
                        </a:cubicBezTo>
                        <a:cubicBezTo>
                          <a:pt x="6192082" y="3870508"/>
                          <a:pt x="6114763" y="2828558"/>
                          <a:pt x="5756766" y="2077499"/>
                        </a:cubicBezTo>
                        <a:cubicBezTo>
                          <a:pt x="5673367" y="1397371"/>
                          <a:pt x="4576313" y="408616"/>
                          <a:pt x="4048546" y="138168"/>
                        </a:cubicBezTo>
                        <a:cubicBezTo>
                          <a:pt x="3458729" y="-157098"/>
                          <a:pt x="3281358" y="71930"/>
                          <a:pt x="2641777" y="32908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98A421-3EF1-4043-A6E0-68931280F01D}"/>
              </a:ext>
            </a:extLst>
          </p:cNvPr>
          <p:cNvSpPr txBox="1"/>
          <p:nvPr/>
        </p:nvSpPr>
        <p:spPr>
          <a:xfrm>
            <a:off x="369093" y="5371882"/>
            <a:ext cx="168953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shows a </a:t>
            </a:r>
            <a:r>
              <a:rPr lang="en-US" b="1" dirty="0"/>
              <a:t>subtree </a:t>
            </a:r>
            <a:r>
              <a:rPr lang="en-US" dirty="0"/>
              <a:t>rooted at cs106/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9E84BBD-0E79-1AE4-A076-693DF624BA00}"/>
                  </a:ext>
                </a:extLst>
              </p14:cNvPr>
              <p14:cNvContentPartPr/>
              <p14:nvPr/>
            </p14:nvContentPartPr>
            <p14:xfrm>
              <a:off x="9956880" y="4127040"/>
              <a:ext cx="1404000" cy="2484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9E84BBD-0E79-1AE4-A076-693DF624BA0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947520" y="4117680"/>
                <a:ext cx="1422720" cy="250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2730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8AD14-DF48-A72C-1A35-3A572317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B941F1-4347-7B87-94F4-4B41EFCF8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89" y="502020"/>
            <a:ext cx="8611437" cy="5943539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AB4A00-AFA2-2296-66A7-BD50BADAA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File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F0A960-160C-157F-B85B-747CB4087ACD}"/>
              </a:ext>
            </a:extLst>
          </p:cNvPr>
          <p:cNvSpPr txBox="1"/>
          <p:nvPr/>
        </p:nvSpPr>
        <p:spPr>
          <a:xfrm>
            <a:off x="369093" y="5371882"/>
            <a:ext cx="427324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shows a </a:t>
            </a:r>
            <a:r>
              <a:rPr lang="en-US" b="1" dirty="0"/>
              <a:t>path</a:t>
            </a:r>
            <a:r>
              <a:rPr lang="en-US" dirty="0"/>
              <a:t> from the root to hw2:</a:t>
            </a:r>
          </a:p>
          <a:p>
            <a:pPr algn="ctr"/>
            <a:r>
              <a:rPr lang="en-US" dirty="0"/>
              <a:t>/user/rt/courses/cs016/</a:t>
            </a:r>
            <a:r>
              <a:rPr lang="en-US" dirty="0" err="1"/>
              <a:t>homeworks</a:t>
            </a:r>
            <a:r>
              <a:rPr lang="en-US" dirty="0"/>
              <a:t>/hs2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A215B34-4E1D-7CD9-B8B3-AB702F24705E}"/>
              </a:ext>
            </a:extLst>
          </p:cNvPr>
          <p:cNvSpPr/>
          <p:nvPr/>
        </p:nvSpPr>
        <p:spPr>
          <a:xfrm>
            <a:off x="4200352" y="365125"/>
            <a:ext cx="5615336" cy="4779106"/>
          </a:xfrm>
          <a:custGeom>
            <a:avLst/>
            <a:gdLst>
              <a:gd name="csX0" fmla="*/ 2783253 w 5615336"/>
              <a:gd name="csY0" fmla="*/ 1613875 h 5223534"/>
              <a:gd name="csX1" fmla="*/ 5466163 w 5615336"/>
              <a:gd name="csY1" fmla="*/ 830104 h 5223534"/>
              <a:gd name="csX2" fmla="*/ 4953697 w 5615336"/>
              <a:gd name="csY2" fmla="*/ 56381 h 5223534"/>
              <a:gd name="csX3" fmla="*/ 2290884 w 5615336"/>
              <a:gd name="csY3" fmla="*/ 197058 h 5223534"/>
              <a:gd name="csX4" fmla="*/ 924308 w 5615336"/>
              <a:gd name="csY4" fmla="*/ 1292328 h 5223534"/>
              <a:gd name="csX5" fmla="*/ 40053 w 5615336"/>
              <a:gd name="csY5" fmla="*/ 2679000 h 5223534"/>
              <a:gd name="csX6" fmla="*/ 210875 w 5615336"/>
              <a:gd name="csY6" fmla="*/ 5191088 h 5223534"/>
              <a:gd name="csX7" fmla="*/ 743438 w 5615336"/>
              <a:gd name="csY7" fmla="*/ 4055625 h 5223534"/>
              <a:gd name="csX8" fmla="*/ 1698031 w 5615336"/>
              <a:gd name="csY8" fmla="*/ 3312047 h 5223534"/>
              <a:gd name="csX9" fmla="*/ 1798514 w 5615336"/>
              <a:gd name="csY9" fmla="*/ 2287115 h 5223534"/>
              <a:gd name="csX10" fmla="*/ 2783253 w 5615336"/>
              <a:gd name="csY10" fmla="*/ 1613875 h 52235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615336" h="5223534">
                <a:moveTo>
                  <a:pt x="2783253" y="1613875"/>
                </a:moveTo>
                <a:cubicBezTo>
                  <a:pt x="3394528" y="1371040"/>
                  <a:pt x="5104422" y="1089686"/>
                  <a:pt x="5466163" y="830104"/>
                </a:cubicBezTo>
                <a:cubicBezTo>
                  <a:pt x="5827904" y="570522"/>
                  <a:pt x="5482910" y="161889"/>
                  <a:pt x="4953697" y="56381"/>
                </a:cubicBezTo>
                <a:cubicBezTo>
                  <a:pt x="4424484" y="-49127"/>
                  <a:pt x="2962449" y="-8933"/>
                  <a:pt x="2290884" y="197058"/>
                </a:cubicBezTo>
                <a:cubicBezTo>
                  <a:pt x="1619319" y="403049"/>
                  <a:pt x="1299446" y="878671"/>
                  <a:pt x="924308" y="1292328"/>
                </a:cubicBezTo>
                <a:cubicBezTo>
                  <a:pt x="549170" y="1705985"/>
                  <a:pt x="158958" y="2029207"/>
                  <a:pt x="40053" y="2679000"/>
                </a:cubicBezTo>
                <a:cubicBezTo>
                  <a:pt x="-78852" y="3328793"/>
                  <a:pt x="93644" y="4961651"/>
                  <a:pt x="210875" y="5191088"/>
                </a:cubicBezTo>
                <a:cubicBezTo>
                  <a:pt x="328106" y="5420525"/>
                  <a:pt x="495579" y="4368798"/>
                  <a:pt x="743438" y="4055625"/>
                </a:cubicBezTo>
                <a:cubicBezTo>
                  <a:pt x="991297" y="3742452"/>
                  <a:pt x="1522185" y="3606799"/>
                  <a:pt x="1698031" y="3312047"/>
                </a:cubicBezTo>
                <a:cubicBezTo>
                  <a:pt x="1873877" y="3017295"/>
                  <a:pt x="1615969" y="2566794"/>
                  <a:pt x="1798514" y="2287115"/>
                </a:cubicBezTo>
                <a:cubicBezTo>
                  <a:pt x="1981059" y="2007436"/>
                  <a:pt x="2171978" y="1856710"/>
                  <a:pt x="2783253" y="161387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0FE7310-64AA-F9FA-E8EF-DD638D6A01DC}"/>
                  </a:ext>
                </a:extLst>
              </p14:cNvPr>
              <p14:cNvContentPartPr/>
              <p14:nvPr/>
            </p14:nvContentPartPr>
            <p14:xfrm>
              <a:off x="4622760" y="761760"/>
              <a:ext cx="3677040" cy="36392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0FE7310-64AA-F9FA-E8EF-DD638D6A01D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13400" y="752400"/>
                <a:ext cx="3695760" cy="3657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726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B5613-1114-1A0B-3F6D-0D2CF8DBE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E7EF84-C4DA-68B0-7B91-D5ABD826E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395" y="535027"/>
            <a:ext cx="9240043" cy="57879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F9E8E7-9F40-9976-DF10-68CEF3550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20851" cy="1325563"/>
          </a:xfrm>
        </p:spPr>
        <p:txBody>
          <a:bodyPr/>
          <a:lstStyle/>
          <a:p>
            <a:r>
              <a:rPr lang="en-US" dirty="0"/>
              <a:t>Family Tree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384B77-817D-3385-3963-6DD555F816C7}"/>
              </a:ext>
            </a:extLst>
          </p:cNvPr>
          <p:cNvSpPr txBox="1"/>
          <p:nvPr/>
        </p:nvSpPr>
        <p:spPr>
          <a:xfrm>
            <a:off x="8237009" y="5069055"/>
            <a:ext cx="37379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Abraham is an </a:t>
            </a:r>
            <a:r>
              <a:rPr lang="en-US" b="1" dirty="0"/>
              <a:t>ancestor</a:t>
            </a:r>
            <a:r>
              <a:rPr lang="en-US" dirty="0"/>
              <a:t> of Sheba.</a:t>
            </a:r>
          </a:p>
          <a:p>
            <a:pPr algn="ctr"/>
            <a:r>
              <a:rPr lang="en-US" dirty="0"/>
              <a:t>Sheba is a </a:t>
            </a:r>
            <a:r>
              <a:rPr lang="en-US" b="1" dirty="0"/>
              <a:t>descendant</a:t>
            </a:r>
            <a:r>
              <a:rPr lang="en-US" dirty="0"/>
              <a:t> of Abraham.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F2B66D-4FD6-FFA4-1D78-8FA29ADC3BD3}"/>
              </a:ext>
            </a:extLst>
          </p:cNvPr>
          <p:cNvSpPr/>
          <p:nvPr/>
        </p:nvSpPr>
        <p:spPr>
          <a:xfrm>
            <a:off x="9455499" y="3815136"/>
            <a:ext cx="311499" cy="64633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BCECE0-A506-7EDF-DF5E-990CA9232C27}"/>
              </a:ext>
            </a:extLst>
          </p:cNvPr>
          <p:cNvSpPr/>
          <p:nvPr/>
        </p:nvSpPr>
        <p:spPr>
          <a:xfrm>
            <a:off x="7925510" y="535026"/>
            <a:ext cx="311499" cy="8983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27EFB5-AD28-55A9-6289-C245268BA73F}"/>
              </a:ext>
            </a:extLst>
          </p:cNvPr>
          <p:cNvSpPr txBox="1"/>
          <p:nvPr/>
        </p:nvSpPr>
        <p:spPr>
          <a:xfrm>
            <a:off x="744413" y="2296347"/>
            <a:ext cx="320684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Node </a:t>
            </a:r>
            <a:r>
              <a:rPr lang="en-US" b="1" dirty="0"/>
              <a:t>a</a:t>
            </a:r>
            <a:r>
              <a:rPr lang="en-US" dirty="0"/>
              <a:t> is an </a:t>
            </a:r>
            <a:r>
              <a:rPr lang="en-US" b="1" dirty="0"/>
              <a:t>ancestor</a:t>
            </a:r>
            <a:r>
              <a:rPr lang="en-US" dirty="0"/>
              <a:t> of node </a:t>
            </a:r>
            <a:r>
              <a:rPr lang="en-US" b="1" dirty="0"/>
              <a:t>b</a:t>
            </a:r>
            <a:r>
              <a:rPr lang="en-US" dirty="0"/>
              <a:t> if either </a:t>
            </a:r>
            <a:r>
              <a:rPr lang="en-US" b="1" dirty="0"/>
              <a:t>a = b</a:t>
            </a:r>
            <a:r>
              <a:rPr lang="en-US" dirty="0"/>
              <a:t>, or </a:t>
            </a:r>
            <a:r>
              <a:rPr lang="en-US" b="1" dirty="0"/>
              <a:t>a</a:t>
            </a:r>
            <a:r>
              <a:rPr lang="en-US" dirty="0"/>
              <a:t> is an ancestor of the parent of </a:t>
            </a:r>
            <a:r>
              <a:rPr lang="en-US" b="1" dirty="0"/>
              <a:t>b</a:t>
            </a:r>
            <a:r>
              <a:rPr lang="en-US" dirty="0"/>
              <a:t>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7C38F-11D0-AC62-4BDA-9EAF28B97680}"/>
              </a:ext>
            </a:extLst>
          </p:cNvPr>
          <p:cNvSpPr txBox="1"/>
          <p:nvPr/>
        </p:nvSpPr>
        <p:spPr>
          <a:xfrm>
            <a:off x="1191566" y="3445804"/>
            <a:ext cx="23125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Recursive definition!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01C84DB-9A1D-22E2-D66B-066171E1DC48}"/>
                  </a:ext>
                </a:extLst>
              </p14:cNvPr>
              <p14:cNvContentPartPr/>
              <p14:nvPr/>
            </p14:nvContentPartPr>
            <p14:xfrm>
              <a:off x="7588080" y="16200"/>
              <a:ext cx="2369160" cy="48927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01C84DB-9A1D-22E2-D66B-066171E1DC4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78720" y="6840"/>
                <a:ext cx="2387880" cy="491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3331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07B6-DCFE-E30A-2688-4EB0E0CB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992BF4-3CB4-2590-02B3-A09C9DA4D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691" y="663864"/>
            <a:ext cx="9116309" cy="55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9099AE-3952-CA17-691D-D20FF8DA3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62978" cy="1325563"/>
          </a:xfrm>
        </p:spPr>
        <p:txBody>
          <a:bodyPr/>
          <a:lstStyle/>
          <a:p>
            <a:r>
              <a:rPr lang="en-US" dirty="0"/>
              <a:t>Organizational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5213A-FC15-F2C1-381C-45F8A1916825}"/>
              </a:ext>
            </a:extLst>
          </p:cNvPr>
          <p:cNvSpPr txBox="1"/>
          <p:nvPr/>
        </p:nvSpPr>
        <p:spPr>
          <a:xfrm>
            <a:off x="160023" y="1844172"/>
            <a:ext cx="29156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is a sequence of nodes such that any two adjacent nodes on the path are connected by an edge.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FC3613-D0F3-5F43-7AE5-A6EE29FA9BC7}"/>
              </a:ext>
            </a:extLst>
          </p:cNvPr>
          <p:cNvSpPr txBox="1"/>
          <p:nvPr/>
        </p:nvSpPr>
        <p:spPr>
          <a:xfrm>
            <a:off x="412906" y="5408549"/>
            <a:ext cx="37672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Example path</a:t>
            </a:r>
          </a:p>
          <a:p>
            <a:pPr algn="ctr"/>
            <a:r>
              <a:rPr lang="en-US" dirty="0"/>
              <a:t>Sales, International, Overseas, Asia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A79E676-20FC-AB23-80E5-96D8AC34F194}"/>
              </a:ext>
            </a:extLst>
          </p:cNvPr>
          <p:cNvSpPr/>
          <p:nvPr/>
        </p:nvSpPr>
        <p:spPr>
          <a:xfrm>
            <a:off x="5647174" y="2444336"/>
            <a:ext cx="3577213" cy="3074795"/>
          </a:xfrm>
          <a:custGeom>
            <a:avLst/>
            <a:gdLst>
              <a:gd name="csX0" fmla="*/ 0 w 3577213"/>
              <a:gd name="csY0" fmla="*/ 0 h 3074795"/>
              <a:gd name="csX1" fmla="*/ 1065125 w 3577213"/>
              <a:gd name="csY1" fmla="*/ 743578 h 3074795"/>
              <a:gd name="csX2" fmla="*/ 2823587 w 3577213"/>
              <a:gd name="csY2" fmla="*/ 1949380 h 3074795"/>
              <a:gd name="csX3" fmla="*/ 3577213 w 3577213"/>
              <a:gd name="csY3" fmla="*/ 3074795 h 30747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577213" h="3074795">
                <a:moveTo>
                  <a:pt x="0" y="0"/>
                </a:moveTo>
                <a:lnTo>
                  <a:pt x="1065125" y="743578"/>
                </a:lnTo>
                <a:cubicBezTo>
                  <a:pt x="1535723" y="1068475"/>
                  <a:pt x="2404906" y="1560844"/>
                  <a:pt x="2823587" y="1949380"/>
                </a:cubicBezTo>
                <a:cubicBezTo>
                  <a:pt x="3242268" y="2337916"/>
                  <a:pt x="3409740" y="2706355"/>
                  <a:pt x="3577213" y="3074795"/>
                </a:cubicBezTo>
              </a:path>
            </a:pathLst>
          </a:custGeom>
          <a:noFill/>
          <a:ln w="698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3B89271-34E6-9666-A2EA-8AA3F66D0ED4}"/>
                  </a:ext>
                </a:extLst>
              </p14:cNvPr>
              <p14:cNvContentPartPr/>
              <p14:nvPr/>
            </p14:nvContentPartPr>
            <p14:xfrm>
              <a:off x="374760" y="6216480"/>
              <a:ext cx="3518280" cy="388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3B89271-34E6-9666-A2EA-8AA3F66D0E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5400" y="6207120"/>
                <a:ext cx="3537000" cy="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5940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3B0E6-6FB0-064E-F920-2943AD9DC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3C275-2316-9139-1BC1-D497D31F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4266363" cy="1325563"/>
          </a:xfrm>
        </p:spPr>
        <p:txBody>
          <a:bodyPr/>
          <a:lstStyle/>
          <a:p>
            <a:r>
              <a:rPr lang="en-US" dirty="0"/>
              <a:t>Book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ED03D-9B31-1394-A1FD-5BDB94BBA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3" y="1367105"/>
            <a:ext cx="10241117" cy="49834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EEF18A-6004-0468-1025-C6AE230F6AC7}"/>
              </a:ext>
            </a:extLst>
          </p:cNvPr>
          <p:cNvSpPr txBox="1"/>
          <p:nvPr/>
        </p:nvSpPr>
        <p:spPr>
          <a:xfrm>
            <a:off x="9314823" y="643095"/>
            <a:ext cx="164893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Ordered tree</a:t>
            </a:r>
          </a:p>
          <a:p>
            <a:pPr algn="ctr"/>
            <a:r>
              <a:rPr lang="en-US" dirty="0"/>
              <a:t>order of the leaves matters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72A9A47-9788-6967-F4E8-F7A76298BC22}"/>
                  </a:ext>
                </a:extLst>
              </p14:cNvPr>
              <p14:cNvContentPartPr/>
              <p14:nvPr/>
            </p14:nvContentPartPr>
            <p14:xfrm>
              <a:off x="1257480" y="3060720"/>
              <a:ext cx="9677520" cy="1213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72A9A47-9788-6967-F4E8-F7A76298BC2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20" y="3051360"/>
                <a:ext cx="9696240" cy="14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96630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2EFB2-202B-5287-276B-D85926D2B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2817-B0F5-CD28-0D8B-649B9E62D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C4A4E-1118-1AD3-9D41-9C3B64870900}"/>
              </a:ext>
            </a:extLst>
          </p:cNvPr>
          <p:cNvGrpSpPr/>
          <p:nvPr/>
        </p:nvGrpSpPr>
        <p:grpSpPr>
          <a:xfrm>
            <a:off x="7669166" y="814349"/>
            <a:ext cx="4387328" cy="5047911"/>
            <a:chOff x="7511424" y="1497204"/>
            <a:chExt cx="4387328" cy="50479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E5882C3-A5AD-F5DA-C4CD-B86F05FFD71A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166AE7C-4CA9-95FB-A9CA-6C7EBB32118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F6429F8-8FE8-4DB2-E6F4-CF0AEFC23C6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03264AE-52D6-8F25-04C1-98CC5D77956C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DCB5AE-A24F-E711-0FFC-4C5CB734760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ED14EB4-6BFC-DE48-C215-5EA5CFDD7F7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214370-1C2D-17A6-2E14-329C793BCF20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17DE63E-1473-8284-DADF-12BD3E97E31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BA7C342-C516-C088-DE49-F7BF84C4529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CCD42AA-BEC4-D9D2-59A8-69030B9B702E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0506C0E-7919-7326-86C5-4F7E7A9DB60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EDCF63CD-18AB-B8C4-1A1B-893D15DB3B1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AEFEADC-942C-2B44-C790-85B533E8DB0A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4554E15-2CEA-E7F5-A10C-75C9D69FA6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AEBF32-10F4-452F-C391-7F57B84E1BB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E8AE896-7E29-7A83-9241-DE501B07C4CD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C4456A-E328-FBDB-1330-3FC8EB777C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F938DA6-7EE9-D5BA-9873-36110F56FF2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5A3C534-AB8B-B4C5-151D-627276C416B2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561B69C-7C3D-BD19-C2E3-E514047E24B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2010C28-C055-AC6F-4211-12AF050895E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AE14D0-03FB-77A3-1CC8-EEEABA7161F9}"/>
                </a:ext>
              </a:extLst>
            </p:cNvPr>
            <p:cNvCxnSpPr>
              <a:cxnSpLocks/>
              <a:stCxn id="31" idx="3"/>
              <a:endCxn id="29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C0E7EEA-5690-E44F-2546-DD2F02664E5F}"/>
                </a:ext>
              </a:extLst>
            </p:cNvPr>
            <p:cNvCxnSpPr>
              <a:cxnSpLocks/>
              <a:stCxn id="31" idx="5"/>
              <a:endCxn id="27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C32260C-0EDF-6880-7C0F-DA1439E39AC2}"/>
                </a:ext>
              </a:extLst>
            </p:cNvPr>
            <p:cNvCxnSpPr>
              <a:cxnSpLocks/>
              <a:stCxn id="27" idx="3"/>
              <a:endCxn id="25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DB5950-E2B4-438B-EE7A-71129903F008}"/>
                </a:ext>
              </a:extLst>
            </p:cNvPr>
            <p:cNvCxnSpPr>
              <a:cxnSpLocks/>
              <a:stCxn id="27" idx="5"/>
              <a:endCxn id="23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AEC166-F194-0663-D3C8-FCD5E5C7BB6E}"/>
                </a:ext>
              </a:extLst>
            </p:cNvPr>
            <p:cNvCxnSpPr>
              <a:cxnSpLocks/>
              <a:stCxn id="25" idx="3"/>
              <a:endCxn id="19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4DE6C36-3652-66E8-C816-F74E0FD80132}"/>
                </a:ext>
              </a:extLst>
            </p:cNvPr>
            <p:cNvCxnSpPr>
              <a:cxnSpLocks/>
              <a:stCxn id="25" idx="5"/>
              <a:endCxn id="21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6286591E-2310-9BDA-8421-1CF787324066}"/>
                  </a:ext>
                </a:extLst>
              </p14:cNvPr>
              <p14:cNvContentPartPr/>
              <p14:nvPr/>
            </p14:nvContentPartPr>
            <p14:xfrm>
              <a:off x="723600" y="520560"/>
              <a:ext cx="10776960" cy="53470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6286591E-2310-9BDA-8421-1CF7873240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4240" y="511200"/>
                <a:ext cx="10795680" cy="5365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9582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10B32-53FF-2AD5-8527-D827CD86D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0FC6C-FD3C-8ED6-69C0-8B979E423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7C42D-DAF0-51AD-CBBC-FEDA41164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0AE5C66-7B5D-4A8D-C761-8ACC32085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5933" y="519287"/>
            <a:ext cx="2552281" cy="2909713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76D58B7C-29B1-A23D-907F-338DCF4E67AD}"/>
              </a:ext>
            </a:extLst>
          </p:cNvPr>
          <p:cNvSpPr/>
          <p:nvPr/>
        </p:nvSpPr>
        <p:spPr>
          <a:xfrm>
            <a:off x="6490375" y="773723"/>
            <a:ext cx="2552281" cy="2655277"/>
          </a:xfrm>
          <a:prstGeom prst="triangl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086557-AB19-55C8-821F-C7D4796ADA19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76DDA84-2191-A221-4853-B0CEDB3199DD}"/>
              </a:ext>
            </a:extLst>
          </p:cNvPr>
          <p:cNvSpPr/>
          <p:nvPr/>
        </p:nvSpPr>
        <p:spPr>
          <a:xfrm>
            <a:off x="7278130" y="790832"/>
            <a:ext cx="934731" cy="2323071"/>
          </a:xfrm>
          <a:custGeom>
            <a:avLst/>
            <a:gdLst>
              <a:gd name="csX0" fmla="*/ 0 w 934731"/>
              <a:gd name="csY0" fmla="*/ 2323071 h 2323071"/>
              <a:gd name="csX1" fmla="*/ 568411 w 934731"/>
              <a:gd name="csY1" fmla="*/ 2038865 h 2323071"/>
              <a:gd name="csX2" fmla="*/ 49427 w 934731"/>
              <a:gd name="csY2" fmla="*/ 1890584 h 2323071"/>
              <a:gd name="csX3" fmla="*/ 815546 w 934731"/>
              <a:gd name="csY3" fmla="*/ 1544595 h 2323071"/>
              <a:gd name="csX4" fmla="*/ 914400 w 934731"/>
              <a:gd name="csY4" fmla="*/ 1433384 h 2323071"/>
              <a:gd name="csX5" fmla="*/ 630194 w 934731"/>
              <a:gd name="csY5" fmla="*/ 1346887 h 2323071"/>
              <a:gd name="csX6" fmla="*/ 790832 w 934731"/>
              <a:gd name="csY6" fmla="*/ 1124465 h 2323071"/>
              <a:gd name="csX7" fmla="*/ 234778 w 934731"/>
              <a:gd name="csY7" fmla="*/ 877330 h 2323071"/>
              <a:gd name="csX8" fmla="*/ 556054 w 934731"/>
              <a:gd name="csY8" fmla="*/ 481914 h 2323071"/>
              <a:gd name="csX9" fmla="*/ 358346 w 934731"/>
              <a:gd name="csY9" fmla="*/ 222422 h 2323071"/>
              <a:gd name="csX10" fmla="*/ 481913 w 934731"/>
              <a:gd name="csY10" fmla="*/ 0 h 23230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34731" h="2323071">
                <a:moveTo>
                  <a:pt x="0" y="2323071"/>
                </a:moveTo>
                <a:cubicBezTo>
                  <a:pt x="280086" y="2217008"/>
                  <a:pt x="560173" y="2110946"/>
                  <a:pt x="568411" y="2038865"/>
                </a:cubicBezTo>
                <a:cubicBezTo>
                  <a:pt x="576649" y="1966784"/>
                  <a:pt x="8238" y="1972962"/>
                  <a:pt x="49427" y="1890584"/>
                </a:cubicBezTo>
                <a:cubicBezTo>
                  <a:pt x="90616" y="1808206"/>
                  <a:pt x="671384" y="1620795"/>
                  <a:pt x="815546" y="1544595"/>
                </a:cubicBezTo>
                <a:cubicBezTo>
                  <a:pt x="959708" y="1468395"/>
                  <a:pt x="945292" y="1466335"/>
                  <a:pt x="914400" y="1433384"/>
                </a:cubicBezTo>
                <a:cubicBezTo>
                  <a:pt x="883508" y="1400433"/>
                  <a:pt x="650789" y="1398373"/>
                  <a:pt x="630194" y="1346887"/>
                </a:cubicBezTo>
                <a:cubicBezTo>
                  <a:pt x="609599" y="1295401"/>
                  <a:pt x="856735" y="1202724"/>
                  <a:pt x="790832" y="1124465"/>
                </a:cubicBezTo>
                <a:cubicBezTo>
                  <a:pt x="724929" y="1046206"/>
                  <a:pt x="273908" y="984422"/>
                  <a:pt x="234778" y="877330"/>
                </a:cubicBezTo>
                <a:cubicBezTo>
                  <a:pt x="195648" y="770238"/>
                  <a:pt x="535459" y="591065"/>
                  <a:pt x="556054" y="481914"/>
                </a:cubicBezTo>
                <a:cubicBezTo>
                  <a:pt x="576649" y="372763"/>
                  <a:pt x="370703" y="302741"/>
                  <a:pt x="358346" y="222422"/>
                </a:cubicBezTo>
                <a:cubicBezTo>
                  <a:pt x="345989" y="142103"/>
                  <a:pt x="413951" y="71051"/>
                  <a:pt x="481913" y="0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8AAF04-E856-D02A-2448-F89E14754B90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02BC2C-4E3A-6F03-DCD5-D491843E0187}"/>
              </a:ext>
            </a:extLst>
          </p:cNvPr>
          <p:cNvSpPr txBox="1"/>
          <p:nvPr/>
        </p:nvSpPr>
        <p:spPr>
          <a:xfrm>
            <a:off x="7015532" y="294634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A1893C-6419-F004-DECA-B0F2663C8C25}"/>
              </a:ext>
            </a:extLst>
          </p:cNvPr>
          <p:cNvSpPr txBox="1"/>
          <p:nvPr/>
        </p:nvSpPr>
        <p:spPr>
          <a:xfrm>
            <a:off x="5271531" y="280394"/>
            <a:ext cx="164893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Depth(T, p) starts at p and “walks” up to the root.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5B7EA3-C443-DB97-569D-1CEFC58223E9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E787FCB-3BD6-2E6E-8461-39D82D9C5C26}"/>
                  </a:ext>
                </a:extLst>
              </p14:cNvPr>
              <p14:cNvContentPartPr/>
              <p14:nvPr/>
            </p14:nvContentPartPr>
            <p14:xfrm>
              <a:off x="6375240" y="387360"/>
              <a:ext cx="4997880" cy="60458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E787FCB-3BD6-2E6E-8461-39D82D9C5C2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65880" y="378000"/>
                <a:ext cx="5016600" cy="606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25370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9CBE-07EA-C816-1AB4-2DB429141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F1610-FF2B-CA83-1EBB-B4352426D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2A35C-B3F9-A5EE-5A52-29E991973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lvl="1"/>
            <a:r>
              <a:rPr lang="en-US" dirty="0"/>
              <a:t>E.g. middle + has depth 2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154CA9E-6D24-6EF6-AC69-DFAFAB980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5933" y="519287"/>
            <a:ext cx="2552281" cy="2909713"/>
          </a:xfrm>
          <a:prstGeom prst="rect">
            <a:avLst/>
          </a:prstGeom>
        </p:spPr>
      </p:pic>
      <p:sp>
        <p:nvSpPr>
          <p:cNvPr id="34" name="Triangle 33">
            <a:extLst>
              <a:ext uri="{FF2B5EF4-FFF2-40B4-BE49-F238E27FC236}">
                <a16:creationId xmlns:a16="http://schemas.microsoft.com/office/drawing/2014/main" id="{543A699C-A449-D1FA-ADD7-301F862FC385}"/>
              </a:ext>
            </a:extLst>
          </p:cNvPr>
          <p:cNvSpPr/>
          <p:nvPr/>
        </p:nvSpPr>
        <p:spPr>
          <a:xfrm>
            <a:off x="6490375" y="773723"/>
            <a:ext cx="2552281" cy="2655277"/>
          </a:xfrm>
          <a:prstGeom prst="triangl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F8BB11-1690-3E51-A3AD-BD43AF7803B3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78F25334-C17E-542C-3C61-4003E326BA57}"/>
              </a:ext>
            </a:extLst>
          </p:cNvPr>
          <p:cNvSpPr/>
          <p:nvPr/>
        </p:nvSpPr>
        <p:spPr>
          <a:xfrm>
            <a:off x="7278130" y="790832"/>
            <a:ext cx="934731" cy="2323071"/>
          </a:xfrm>
          <a:custGeom>
            <a:avLst/>
            <a:gdLst>
              <a:gd name="csX0" fmla="*/ 0 w 934731"/>
              <a:gd name="csY0" fmla="*/ 2323071 h 2323071"/>
              <a:gd name="csX1" fmla="*/ 568411 w 934731"/>
              <a:gd name="csY1" fmla="*/ 2038865 h 2323071"/>
              <a:gd name="csX2" fmla="*/ 49427 w 934731"/>
              <a:gd name="csY2" fmla="*/ 1890584 h 2323071"/>
              <a:gd name="csX3" fmla="*/ 815546 w 934731"/>
              <a:gd name="csY3" fmla="*/ 1544595 h 2323071"/>
              <a:gd name="csX4" fmla="*/ 914400 w 934731"/>
              <a:gd name="csY4" fmla="*/ 1433384 h 2323071"/>
              <a:gd name="csX5" fmla="*/ 630194 w 934731"/>
              <a:gd name="csY5" fmla="*/ 1346887 h 2323071"/>
              <a:gd name="csX6" fmla="*/ 790832 w 934731"/>
              <a:gd name="csY6" fmla="*/ 1124465 h 2323071"/>
              <a:gd name="csX7" fmla="*/ 234778 w 934731"/>
              <a:gd name="csY7" fmla="*/ 877330 h 2323071"/>
              <a:gd name="csX8" fmla="*/ 556054 w 934731"/>
              <a:gd name="csY8" fmla="*/ 481914 h 2323071"/>
              <a:gd name="csX9" fmla="*/ 358346 w 934731"/>
              <a:gd name="csY9" fmla="*/ 222422 h 2323071"/>
              <a:gd name="csX10" fmla="*/ 481913 w 934731"/>
              <a:gd name="csY10" fmla="*/ 0 h 23230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34731" h="2323071">
                <a:moveTo>
                  <a:pt x="0" y="2323071"/>
                </a:moveTo>
                <a:cubicBezTo>
                  <a:pt x="280086" y="2217008"/>
                  <a:pt x="560173" y="2110946"/>
                  <a:pt x="568411" y="2038865"/>
                </a:cubicBezTo>
                <a:cubicBezTo>
                  <a:pt x="576649" y="1966784"/>
                  <a:pt x="8238" y="1972962"/>
                  <a:pt x="49427" y="1890584"/>
                </a:cubicBezTo>
                <a:cubicBezTo>
                  <a:pt x="90616" y="1808206"/>
                  <a:pt x="671384" y="1620795"/>
                  <a:pt x="815546" y="1544595"/>
                </a:cubicBezTo>
                <a:cubicBezTo>
                  <a:pt x="959708" y="1468395"/>
                  <a:pt x="945292" y="1466335"/>
                  <a:pt x="914400" y="1433384"/>
                </a:cubicBezTo>
                <a:cubicBezTo>
                  <a:pt x="883508" y="1400433"/>
                  <a:pt x="650789" y="1398373"/>
                  <a:pt x="630194" y="1346887"/>
                </a:cubicBezTo>
                <a:cubicBezTo>
                  <a:pt x="609599" y="1295401"/>
                  <a:pt x="856735" y="1202724"/>
                  <a:pt x="790832" y="1124465"/>
                </a:cubicBezTo>
                <a:cubicBezTo>
                  <a:pt x="724929" y="1046206"/>
                  <a:pt x="273908" y="984422"/>
                  <a:pt x="234778" y="877330"/>
                </a:cubicBezTo>
                <a:cubicBezTo>
                  <a:pt x="195648" y="770238"/>
                  <a:pt x="535459" y="591065"/>
                  <a:pt x="556054" y="481914"/>
                </a:cubicBezTo>
                <a:cubicBezTo>
                  <a:pt x="576649" y="372763"/>
                  <a:pt x="370703" y="302741"/>
                  <a:pt x="358346" y="222422"/>
                </a:cubicBezTo>
                <a:cubicBezTo>
                  <a:pt x="345989" y="142103"/>
                  <a:pt x="413951" y="71051"/>
                  <a:pt x="481913" y="0"/>
                </a:cubicBez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AAAA4F-D205-3CD7-58B9-F19C2C7E5BF6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FD26D0-4BBC-C500-26E5-CDAEED10DE0E}"/>
              </a:ext>
            </a:extLst>
          </p:cNvPr>
          <p:cNvSpPr txBox="1"/>
          <p:nvPr/>
        </p:nvSpPr>
        <p:spPr>
          <a:xfrm>
            <a:off x="7015532" y="294634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558BC1-CD51-F659-B342-7F7334B737C4}"/>
              </a:ext>
            </a:extLst>
          </p:cNvPr>
          <p:cNvSpPr txBox="1"/>
          <p:nvPr/>
        </p:nvSpPr>
        <p:spPr>
          <a:xfrm>
            <a:off x="5271531" y="280394"/>
            <a:ext cx="164893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Depth(T, p) starts at p and “walks” up to the root.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880B3-7969-013D-FE32-EA184A90447A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</a:p>
        </p:txBody>
      </p:sp>
    </p:spTree>
    <p:extLst>
      <p:ext uri="{BB962C8B-B14F-4D97-AF65-F5344CB8AC3E}">
        <p14:creationId xmlns:p14="http://schemas.microsoft.com/office/powerpoint/2010/main" val="4251538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96594-FF0F-29A6-F3E8-202D3DB51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F3A4-ECBE-7950-428B-CCF2BA5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F851D-DCA7-B71C-E1BC-85DF9A558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137430-756F-0EFB-6983-79D1DF8F1D4A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BCA576-9469-C7E4-CDD8-18EBAA428A06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4D4F9E-07DE-2D25-BC61-114C3EAF7F99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43E780-571A-2A94-C657-A0D6BF801814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704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6201-5263-F662-D9FE-EF12501F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64800-8B3A-5A2D-561A-AEC424D86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90DBE-9280-98F3-281C-5B6AAECFA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B85A9C-D2DC-B742-AA83-24A0C31D854B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1320A1-C143-64B7-9B1D-781D886D654B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3ABE88-F429-9772-4781-2FAA2DC17253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8BFE50-CAAB-EF42-F6BC-4CA1F45E7801}"/>
              </a:ext>
            </a:extLst>
          </p:cNvPr>
          <p:cNvSpPr txBox="1"/>
          <p:nvPr/>
        </p:nvSpPr>
        <p:spPr>
          <a:xfrm>
            <a:off x="9704861" y="3919572"/>
            <a:ext cx="198137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A3DC495-909D-E682-5A80-8E3B42567A63}"/>
              </a:ext>
            </a:extLst>
          </p:cNvPr>
          <p:cNvSpPr/>
          <p:nvPr/>
        </p:nvSpPr>
        <p:spPr>
          <a:xfrm>
            <a:off x="8819203" y="1132714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47326F5-3C62-79DD-F4D6-922F6CDE23E2}"/>
              </a:ext>
            </a:extLst>
          </p:cNvPr>
          <p:cNvSpPr/>
          <p:nvPr/>
        </p:nvSpPr>
        <p:spPr>
          <a:xfrm>
            <a:off x="9194690" y="1509283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06EF7C-75EB-88F7-B5A7-5CB2B34112DD}"/>
              </a:ext>
            </a:extLst>
          </p:cNvPr>
          <p:cNvSpPr/>
          <p:nvPr/>
        </p:nvSpPr>
        <p:spPr>
          <a:xfrm>
            <a:off x="8893688" y="1983629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9E3046-CE05-E154-DF2E-AFF971B541A5}"/>
              </a:ext>
            </a:extLst>
          </p:cNvPr>
          <p:cNvSpPr/>
          <p:nvPr/>
        </p:nvSpPr>
        <p:spPr>
          <a:xfrm>
            <a:off x="8571665" y="2445911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99917A4-2F71-230F-92EF-E01BC288D680}"/>
              </a:ext>
            </a:extLst>
          </p:cNvPr>
          <p:cNvSpPr/>
          <p:nvPr/>
        </p:nvSpPr>
        <p:spPr>
          <a:xfrm>
            <a:off x="8905562" y="2931895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664EF9-E4AA-3BB7-E9C8-8CFD892350B4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9065989" y="1374482"/>
            <a:ext cx="171043" cy="176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73AC5DE-94CF-9C3E-BD69-B3CA038C8048}"/>
              </a:ext>
            </a:extLst>
          </p:cNvPr>
          <p:cNvCxnSpPr>
            <a:stCxn id="6" idx="3"/>
            <a:endCxn id="7" idx="0"/>
          </p:cNvCxnSpPr>
          <p:nvPr/>
        </p:nvCxnSpPr>
        <p:spPr>
          <a:xfrm flipH="1">
            <a:off x="9038252" y="1751051"/>
            <a:ext cx="198780" cy="2325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818A77-166B-CB5C-C7AC-5CCF2941AB59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8716229" y="2225397"/>
            <a:ext cx="219801" cy="220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7CA885-6F43-D6CE-4C3A-29DDE70C673D}"/>
              </a:ext>
            </a:extLst>
          </p:cNvPr>
          <p:cNvCxnSpPr>
            <a:stCxn id="8" idx="5"/>
            <a:endCxn id="9" idx="0"/>
          </p:cNvCxnSpPr>
          <p:nvPr/>
        </p:nvCxnSpPr>
        <p:spPr>
          <a:xfrm>
            <a:off x="8818451" y="2687679"/>
            <a:ext cx="231675" cy="244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443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2E9EA-02E5-CB8C-37AA-0FDA68ABF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4B72E-F060-BCAD-E18A-50C9A1A4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849545" cy="1325563"/>
          </a:xfrm>
        </p:spPr>
        <p:txBody>
          <a:bodyPr/>
          <a:lstStyle/>
          <a:p>
            <a:r>
              <a:rPr lang="en-US" dirty="0"/>
              <a:t>Tree Depth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51199-1A68-187B-5A3A-C8311E6BA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8898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depth</a:t>
            </a:r>
            <a:r>
              <a:rPr lang="en-US" dirty="0"/>
              <a:t> of a tree node p is the number of ancestors of p, excluding p itself.</a:t>
            </a:r>
          </a:p>
          <a:p>
            <a:pPr marL="0" indent="0">
              <a:buNone/>
            </a:pPr>
            <a:r>
              <a:rPr lang="en-US" dirty="0"/>
              <a:t>Root of tree always has depth 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Recursive definition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the root, then the depth of p</a:t>
            </a:r>
            <a:r>
              <a:rPr lang="en-CA" i="1" dirty="0"/>
              <a:t> </a:t>
            </a:r>
            <a:r>
              <a:rPr lang="en-CA" dirty="0"/>
              <a:t>is 0.</a:t>
            </a:r>
          </a:p>
          <a:p>
            <a:r>
              <a:rPr lang="en-CA" dirty="0"/>
              <a:t>Otherwise, the depth of p</a:t>
            </a:r>
            <a:r>
              <a:rPr lang="en-CA" i="1" dirty="0"/>
              <a:t> </a:t>
            </a:r>
            <a:r>
              <a:rPr lang="en-CA" dirty="0"/>
              <a:t>is 1 plus the depth of the parent of p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F3845-D208-1E22-F4A3-82B2455FFA1F}"/>
              </a:ext>
            </a:extLst>
          </p:cNvPr>
          <p:cNvSpPr txBox="1"/>
          <p:nvPr/>
        </p:nvSpPr>
        <p:spPr>
          <a:xfrm>
            <a:off x="6943411" y="4050901"/>
            <a:ext cx="432984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Depth(T, p)</a:t>
            </a:r>
          </a:p>
          <a:p>
            <a:r>
              <a:rPr lang="en-US" sz="2400" dirty="0"/>
              <a:t>   if </a:t>
            </a:r>
            <a:r>
              <a:rPr lang="en-US" sz="2400" dirty="0" err="1"/>
              <a:t>isRoot</a:t>
            </a:r>
            <a:r>
              <a:rPr lang="en-US" sz="2400" dirty="0"/>
              <a:t>(p) then</a:t>
            </a:r>
            <a:br>
              <a:rPr lang="en-US" sz="2400" dirty="0"/>
            </a:br>
            <a:r>
              <a:rPr lang="en-US" sz="2400" dirty="0"/>
              <a:t>      return 0</a:t>
            </a:r>
          </a:p>
          <a:p>
            <a:r>
              <a:rPr lang="en-US" sz="2400" dirty="0"/>
              <a:t>   else</a:t>
            </a:r>
          </a:p>
          <a:p>
            <a:r>
              <a:rPr lang="en-US" sz="2400" dirty="0"/>
              <a:t>      return 1 + depth(T, parent(p))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19BA4A-3E97-47E3-A15D-B1C06F4477C2}"/>
              </a:ext>
            </a:extLst>
          </p:cNvPr>
          <p:cNvSpPr txBox="1"/>
          <p:nvPr/>
        </p:nvSpPr>
        <p:spPr>
          <a:xfrm>
            <a:off x="7080422" y="31139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E12607-E304-AA51-16B1-BD962240E161}"/>
              </a:ext>
            </a:extLst>
          </p:cNvPr>
          <p:cNvSpPr txBox="1"/>
          <p:nvPr/>
        </p:nvSpPr>
        <p:spPr>
          <a:xfrm>
            <a:off x="6557720" y="221776"/>
            <a:ext cx="44333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What’s the </a:t>
            </a:r>
            <a:r>
              <a:rPr lang="en-US" b="1" dirty="0"/>
              <a:t>maximum possible depth </a:t>
            </a:r>
            <a:r>
              <a:rPr lang="en-US" dirty="0"/>
              <a:t>of a node in a </a:t>
            </a:r>
            <a:r>
              <a:rPr lang="en-US" b="1" dirty="0"/>
              <a:t>tree with n nodes</a:t>
            </a:r>
            <a:r>
              <a:rPr lang="en-US" dirty="0"/>
              <a:t>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BCA046-0041-314C-5E4F-3CDCB26A6EE2}"/>
              </a:ext>
            </a:extLst>
          </p:cNvPr>
          <p:cNvSpPr txBox="1"/>
          <p:nvPr/>
        </p:nvSpPr>
        <p:spPr>
          <a:xfrm>
            <a:off x="9704861" y="3919572"/>
            <a:ext cx="1981371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Worst-case running time</a:t>
            </a:r>
            <a:br>
              <a:rPr lang="en-US" dirty="0"/>
            </a:br>
            <a:r>
              <a:rPr lang="en-US" dirty="0"/>
              <a:t>O(height of tree)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O(n) for a tree with n nodes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7DEC08B-12B6-2AA2-061F-942186E50345}"/>
              </a:ext>
            </a:extLst>
          </p:cNvPr>
          <p:cNvSpPr/>
          <p:nvPr/>
        </p:nvSpPr>
        <p:spPr>
          <a:xfrm>
            <a:off x="8819203" y="1132714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1154DCE-10BB-E6EE-BADB-2A80B869C9A8}"/>
              </a:ext>
            </a:extLst>
          </p:cNvPr>
          <p:cNvSpPr/>
          <p:nvPr/>
        </p:nvSpPr>
        <p:spPr>
          <a:xfrm>
            <a:off x="9194690" y="1509283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14E1FCE-4D73-B4EF-D8D9-B0D47507C2EB}"/>
              </a:ext>
            </a:extLst>
          </p:cNvPr>
          <p:cNvSpPr/>
          <p:nvPr/>
        </p:nvSpPr>
        <p:spPr>
          <a:xfrm>
            <a:off x="8893688" y="1983629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0436F36-5C8F-76B2-0B58-519EFD5E31EA}"/>
              </a:ext>
            </a:extLst>
          </p:cNvPr>
          <p:cNvSpPr/>
          <p:nvPr/>
        </p:nvSpPr>
        <p:spPr>
          <a:xfrm>
            <a:off x="8571665" y="2445911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F86DC66-A239-6E2D-5817-C39B6FC61BA1}"/>
              </a:ext>
            </a:extLst>
          </p:cNvPr>
          <p:cNvSpPr/>
          <p:nvPr/>
        </p:nvSpPr>
        <p:spPr>
          <a:xfrm>
            <a:off x="8905562" y="2931895"/>
            <a:ext cx="289128" cy="283249"/>
          </a:xfrm>
          <a:prstGeom prst="ellipse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F383EC-6BE8-1C89-5EA8-D1A78E83873E}"/>
              </a:ext>
            </a:extLst>
          </p:cNvPr>
          <p:cNvCxnSpPr>
            <a:stCxn id="5" idx="5"/>
            <a:endCxn id="6" idx="1"/>
          </p:cNvCxnSpPr>
          <p:nvPr/>
        </p:nvCxnSpPr>
        <p:spPr>
          <a:xfrm>
            <a:off x="9065989" y="1374482"/>
            <a:ext cx="171043" cy="176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58E781-3211-D0B4-E734-04FBD06C7259}"/>
              </a:ext>
            </a:extLst>
          </p:cNvPr>
          <p:cNvCxnSpPr>
            <a:stCxn id="6" idx="3"/>
            <a:endCxn id="7" idx="0"/>
          </p:cNvCxnSpPr>
          <p:nvPr/>
        </p:nvCxnSpPr>
        <p:spPr>
          <a:xfrm flipH="1">
            <a:off x="9038252" y="1751051"/>
            <a:ext cx="198780" cy="2325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E805267-925F-17CD-03D5-6F297D3143E2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 flipH="1">
            <a:off x="8716229" y="2225397"/>
            <a:ext cx="219801" cy="220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97CEF0-B439-B1AF-A027-EA57A57AD42D}"/>
              </a:ext>
            </a:extLst>
          </p:cNvPr>
          <p:cNvCxnSpPr>
            <a:stCxn id="8" idx="5"/>
            <a:endCxn id="9" idx="0"/>
          </p:cNvCxnSpPr>
          <p:nvPr/>
        </p:nvCxnSpPr>
        <p:spPr>
          <a:xfrm>
            <a:off x="8818451" y="2687679"/>
            <a:ext cx="231675" cy="244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E1DB34E-6F5F-A98A-B048-64C594545767}"/>
              </a:ext>
            </a:extLst>
          </p:cNvPr>
          <p:cNvSpPr txBox="1"/>
          <p:nvPr/>
        </p:nvSpPr>
        <p:spPr>
          <a:xfrm>
            <a:off x="8496580" y="10671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890AC5-1E3A-6E04-16D0-61B7072E712D}"/>
              </a:ext>
            </a:extLst>
          </p:cNvPr>
          <p:cNvSpPr txBox="1"/>
          <p:nvPr/>
        </p:nvSpPr>
        <p:spPr>
          <a:xfrm>
            <a:off x="9451556" y="1429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F50D50-8A74-40D2-FC8F-912C045634F9}"/>
              </a:ext>
            </a:extLst>
          </p:cNvPr>
          <p:cNvSpPr txBox="1"/>
          <p:nvPr/>
        </p:nvSpPr>
        <p:spPr>
          <a:xfrm>
            <a:off x="9142134" y="19405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46AA04-AA3E-E401-B692-C5C397A4B395}"/>
              </a:ext>
            </a:extLst>
          </p:cNvPr>
          <p:cNvSpPr txBox="1"/>
          <p:nvPr/>
        </p:nvSpPr>
        <p:spPr>
          <a:xfrm>
            <a:off x="8278715" y="2445911"/>
            <a:ext cx="289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D6F5B6-E8E1-8C40-FE6F-AD1C8CCC93F4}"/>
              </a:ext>
            </a:extLst>
          </p:cNvPr>
          <p:cNvSpPr txBox="1"/>
          <p:nvPr/>
        </p:nvSpPr>
        <p:spPr>
          <a:xfrm>
            <a:off x="9151510" y="28500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1FD7EE-3A84-2DA9-7AA2-C601F08E82FD}"/>
              </a:ext>
            </a:extLst>
          </p:cNvPr>
          <p:cNvSpPr txBox="1"/>
          <p:nvPr/>
        </p:nvSpPr>
        <p:spPr>
          <a:xfrm>
            <a:off x="10016520" y="1665461"/>
            <a:ext cx="1518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n=5 nodes</a:t>
            </a:r>
            <a:br>
              <a:rPr lang="en-US" dirty="0"/>
            </a:br>
            <a:r>
              <a:rPr lang="en-US" dirty="0"/>
              <a:t>leaf node has</a:t>
            </a:r>
            <a:br>
              <a:rPr lang="en-US" dirty="0"/>
            </a:br>
            <a:r>
              <a:rPr lang="en-US" dirty="0"/>
              <a:t>depth 4</a:t>
            </a:r>
          </a:p>
        </p:txBody>
      </p:sp>
    </p:spTree>
    <p:extLst>
      <p:ext uri="{BB962C8B-B14F-4D97-AF65-F5344CB8AC3E}">
        <p14:creationId xmlns:p14="http://schemas.microsoft.com/office/powerpoint/2010/main" val="2979288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8E9E0-7611-3966-5477-63E0E34A3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2ED36-42F1-DF71-3BB3-924F2FF54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97B1BB-D9FC-1A46-5922-563B6AB676AA}"/>
              </a:ext>
            </a:extLst>
          </p:cNvPr>
          <p:cNvSpPr txBox="1"/>
          <p:nvPr/>
        </p:nvSpPr>
        <p:spPr>
          <a:xfrm>
            <a:off x="4373748" y="2703437"/>
            <a:ext cx="1957777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 </a:t>
            </a:r>
            <a:r>
              <a:rPr lang="en-US" sz="1400" b="1" dirty="0"/>
              <a:t>leaf</a:t>
            </a:r>
            <a:r>
              <a:rPr lang="en-US" sz="1400" dirty="0"/>
              <a:t> node is an external node, i.e. a node with no children.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D418E9-AE5C-8D18-B0A2-BA13BEC6C924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3A8F2D-439A-4ED5-1738-F683785C1813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873B051-7670-8DB0-E2D9-0EB78F56D73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AE2ADE3-4468-568B-DFBE-0315F020C63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86CBCF4-B368-1A07-F62A-AFF778535BED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B0415C3-2846-9F03-EEE5-90B92390207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3031D235-690B-EB21-E897-297CD65A0FE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EBAF031-8700-CC28-F337-1FE2B931FD95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33E1DDA-11FA-4EA8-DBE2-DEEED808B32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5651C18-D74B-A8AA-C3A9-DD169606A93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14B7116-8139-B818-E4DD-F0D20C95E27B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15CB5F9-C3A7-7096-0B42-8400B9528E3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380E9A9-8552-D5D4-5577-3215EC4512A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A0CD5A-D214-1252-F159-DDD124DB3CBF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F522AE-5464-E25F-CEDB-84B7B4413FC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C1DE1362-5F30-CBF8-FD64-7359FC0C39C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38061B8-B75B-5257-438E-2101BB1C9793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2CA33E5-00D2-02FA-34E3-E16A0CD9A4B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23F9CFD-8EC2-7BF1-E5CB-11A39174B80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401752B-FDD3-7F9A-C8E7-E7C09C7353CD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D8183E-3F5E-93BC-99B7-990A2191D31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5B297CE-E05B-3D0C-B9D9-D954EC6BF315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561613-3A0C-7DCC-E3F3-3F9B3C104B5E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CF3A4-E63F-9517-B11F-811174BF7AAC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235C1D-75AE-EF39-F04B-53D841710C09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763A43B-15DC-A7CF-646C-FD9F0F89776D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EE60415-EBB4-4284-3C40-69AEBB3F4DED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6D8EB65-6549-EC3A-2DCB-A0E2D30CBC2E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2583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E5DC-83F2-DD23-3568-47B5E30F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7D8B8-2B3C-BA25-5D23-D3D87BB4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28805-2463-3C65-1C0C-09E2D3CD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1C75E3C-D728-C881-164D-4FA7F662205D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5D6F55A-447E-0930-94BF-D0F5120790D4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19A3A66-326E-FD38-F9C3-CBA152A09C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7BECB1-D6A6-22F3-61C3-44EC95C2B3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29E4DB3-C12D-2666-8D90-D62450808A01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C9DB0BE-011B-CA00-3CF6-F4CE95175CB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C142747-0F41-7786-1901-D6C3E06F20B2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A6CF9A8-4773-E64D-F757-D4A3D052922F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E11266A-4375-768C-AAF5-5770C97F1BD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9C1AD176-194F-21C0-C8B0-5A4BBB29F65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04F534C-6600-424E-1C01-C2198199B5E9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84AAC62-7C2E-181E-07E7-B8055BE153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F8B3CEE-0F35-0FAA-7B5B-DAA93B5BD9D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211D928-C84D-C90A-931E-7ED3DE504EE6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C04A97-0211-DBDE-B825-5D8CC36482A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DF7AF0-5CA3-A2EB-2317-13DF91B4DC8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68BE1C9-D4CE-B6DC-B253-90D8EA3C61C4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7AA908-F93F-B831-0E85-2B49712B353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25793FA-F751-96AD-7093-CA76C31C6BE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95A2C33-B495-00F5-FDD1-AB911C001EE4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81B223-31EC-8E45-6C6F-F939AA99C84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CE0ADA7-0480-FEA6-6757-5D14F8246D2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0CB6505-A85E-EF48-CB92-C98420D436E6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EE41149-0726-E685-B51D-0FFDC974FF19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183C7F1-BC8A-9DB0-313D-F3A7B6CAD11B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B04334B-6D5A-2F62-3123-766FAE8C3290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14A547-20C0-20CF-BEB3-11BD607CBF1A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16AB974-301B-7F35-9AAF-776F243D83F5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7D12667-AF1E-8658-D860-81F98CF7A391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A413AA-8960-D051-88CC-4986D3C72A39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10EF83-3D53-9742-F1F5-0C043E51B498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1B8032-803C-105F-0EA9-4A8BD4FAA894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4B989-29B0-8A31-595F-35B0C4813A18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A43A210-3631-41AD-F67F-9F2D4348475D}"/>
                  </a:ext>
                </a:extLst>
              </p14:cNvPr>
              <p14:cNvContentPartPr/>
              <p14:nvPr/>
            </p14:nvContentPartPr>
            <p14:xfrm>
              <a:off x="1498680" y="4349520"/>
              <a:ext cx="2495880" cy="1659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A43A210-3631-41AD-F67F-9F2D434847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89320" y="4340160"/>
                <a:ext cx="2514600" cy="184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19151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37382-4A19-22B7-4F92-6B63C1DB5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E76C-FAB4-C6C0-9056-26E71E77C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44AD1-81D1-47F4-FA48-E2313EB65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8207CA4-5743-3A4C-F5F1-31BA3D79E9E9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B53DF55-5C24-C2F2-8E79-CD0051BA86BA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A60A661-2FD3-F25A-E95A-4AA85E5A171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18E23D89-9251-9C79-22AC-FDD987D2956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34AE95E-C0F6-540B-AD7C-CB6D50C5A546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81C613-8E8B-16DB-B882-DB315480930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4DF34819-0CD0-6033-B4CD-60DF6AD23ED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41C60F6-0F62-CF22-8038-67CE607D4A5A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F81C2C4-F3F6-4CA2-30A4-18648651371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7128F841-DB8E-F193-7691-4732D11FA51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3CB1D6-73D6-4AD6-099D-87356CF67CBC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7FF5DF-03D6-4638-97B1-75D54ECB098F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7A574D5-D353-FAD4-684F-8FE1FA95384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7EA8F74-C040-8D99-DF94-0BF729FCBFAA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0599BB9-D523-CDEE-D911-1F02C7D75FD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6FE6EA9-3CA2-FD04-27D5-B5CC281C1D1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A780A2B-CB7E-50F3-6B01-3849F12CA9B7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85739CD-1027-DA18-4BB8-45523320BB3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F3263F2-6CE5-8678-4EF4-FD271F22B2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65916D-4D25-13CA-98B1-FB0045598E7B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909205-930D-B32C-2602-2028CAFCC643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6741379-1C70-027D-5034-59994E6031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55080D-4D55-8D4C-70C3-74AB529EFC8A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9FC9574-BE1B-B6E6-0F62-D6EBAA467506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87C27C-8CF3-2F8A-21D9-2D6EA82D782B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8C2AC65-9AF5-4F3A-317D-7F196C904272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F5E7704-120D-EC4C-EDC5-E1B4D5AE6D3A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E6749A8-00C5-15A5-8546-0131CC5D60C9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D91E61-42F6-97FE-34EA-66D4E4B2FF21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46FB3B-0723-AF51-606D-3DDEE259BF99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619CA-C6FA-101E-693D-ABC1EB5D97E6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CC0835-AE8F-AD32-3006-37E3CD8CFE54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2F893D-C3A9-4890-396D-9BAB3C753EFB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3ECEBB-029F-42CF-D799-D3DF8272003C}"/>
              </a:ext>
            </a:extLst>
          </p:cNvPr>
          <p:cNvSpPr txBox="1"/>
          <p:nvPr/>
        </p:nvSpPr>
        <p:spPr>
          <a:xfrm>
            <a:off x="8187938" y="36857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16120D3-233B-3D42-2A56-CAF926169AD0}"/>
                  </a:ext>
                </a:extLst>
              </p14:cNvPr>
              <p14:cNvContentPartPr/>
              <p14:nvPr/>
            </p14:nvContentPartPr>
            <p14:xfrm>
              <a:off x="9867960" y="2660760"/>
              <a:ext cx="248040" cy="446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16120D3-233B-3D42-2A56-CAF926169AD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58600" y="2651400"/>
                <a:ext cx="266760" cy="6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14870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531FF-CCD6-2BAB-69F9-8B9F53424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760B-24E5-6FD1-3BE6-57B4D8248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6176C-7FB4-EB38-B3F9-038BC10FC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C83F7F-04C9-1E0E-336F-CDAEBA0E8BD5}"/>
              </a:ext>
            </a:extLst>
          </p:cNvPr>
          <p:cNvGrpSpPr/>
          <p:nvPr/>
        </p:nvGrpSpPr>
        <p:grpSpPr>
          <a:xfrm>
            <a:off x="7317473" y="905044"/>
            <a:ext cx="4387328" cy="5047911"/>
            <a:chOff x="7511424" y="1497204"/>
            <a:chExt cx="4387328" cy="504791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BFC34D4-A46F-D9FC-7A6F-DE1BDE928A5E}"/>
                </a:ext>
              </a:extLst>
            </p:cNvPr>
            <p:cNvGrpSpPr/>
            <p:nvPr/>
          </p:nvGrpSpPr>
          <p:grpSpPr>
            <a:xfrm>
              <a:off x="8711921" y="1497204"/>
              <a:ext cx="783771" cy="728321"/>
              <a:chOff x="8711921" y="1497204"/>
              <a:chExt cx="783771" cy="728321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267735D-326B-285B-BA80-2619FDDE19F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E1BB38D-8821-4166-00EB-7305CD3081F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ED509EC-A085-FE45-5E1A-1671FD700B9C}"/>
                </a:ext>
              </a:extLst>
            </p:cNvPr>
            <p:cNvGrpSpPr/>
            <p:nvPr/>
          </p:nvGrpSpPr>
          <p:grpSpPr>
            <a:xfrm>
              <a:off x="7511425" y="2700679"/>
              <a:ext cx="783771" cy="728321"/>
              <a:chOff x="8711921" y="1497204"/>
              <a:chExt cx="783771" cy="728321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C9826B3-1118-4FAB-64B5-20E02525A25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018096E0-6BB2-A2D6-0DF5-7D48CC6285B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44D160D-3D43-6D15-8133-1F27659F542E}"/>
                </a:ext>
              </a:extLst>
            </p:cNvPr>
            <p:cNvGrpSpPr/>
            <p:nvPr/>
          </p:nvGrpSpPr>
          <p:grpSpPr>
            <a:xfrm>
              <a:off x="9850188" y="2699043"/>
              <a:ext cx="783771" cy="728321"/>
              <a:chOff x="8711921" y="1497204"/>
              <a:chExt cx="783771" cy="728321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443081-86CE-D371-08BB-A6AABC58C89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481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*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35CC08-389A-0935-70C0-50150E038F1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1715092-40D3-05F0-1246-05763AB7A249}"/>
                </a:ext>
              </a:extLst>
            </p:cNvPr>
            <p:cNvGrpSpPr/>
            <p:nvPr/>
          </p:nvGrpSpPr>
          <p:grpSpPr>
            <a:xfrm>
              <a:off x="8711921" y="4083885"/>
              <a:ext cx="783771" cy="728321"/>
              <a:chOff x="8711921" y="1497204"/>
              <a:chExt cx="783771" cy="728321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4E8B77-8C2F-FB1A-9044-B6EDAA67BFA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+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5C94937-63C3-CD48-6C6C-D7C6FC1EDD2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D13F68-62F5-138B-EFD3-D54FAFC43632}"/>
                </a:ext>
              </a:extLst>
            </p:cNvPr>
            <p:cNvGrpSpPr/>
            <p:nvPr/>
          </p:nvGrpSpPr>
          <p:grpSpPr>
            <a:xfrm>
              <a:off x="11114981" y="4083885"/>
              <a:ext cx="783771" cy="728321"/>
              <a:chOff x="8711921" y="1497204"/>
              <a:chExt cx="783771" cy="728321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1F2B56C-F89A-A119-15F3-E1A63FD99DC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B69CCB5-97EB-F0EC-6F5F-FDF9DFFDECAB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79FF496-D8B6-C966-BAC6-237C6FBACEBB}"/>
                </a:ext>
              </a:extLst>
            </p:cNvPr>
            <p:cNvGrpSpPr/>
            <p:nvPr/>
          </p:nvGrpSpPr>
          <p:grpSpPr>
            <a:xfrm>
              <a:off x="9888177" y="5816793"/>
              <a:ext cx="783771" cy="728321"/>
              <a:chOff x="8711921" y="1497204"/>
              <a:chExt cx="783771" cy="728321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3BBDB0-B808-A1A5-49BE-F40B21F6BCD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9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E9D039C-FDC7-A0BF-908D-179D99216EF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E52C63A-36E2-5A74-7EAD-934D6C2B2A3A}"/>
                </a:ext>
              </a:extLst>
            </p:cNvPr>
            <p:cNvGrpSpPr/>
            <p:nvPr/>
          </p:nvGrpSpPr>
          <p:grpSpPr>
            <a:xfrm>
              <a:off x="7511424" y="5816794"/>
              <a:ext cx="783771" cy="728321"/>
              <a:chOff x="8711921" y="1497204"/>
              <a:chExt cx="783771" cy="728321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DB80B2-6C79-D716-74CF-A185A8C2F99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5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E5784DD-E1F9-02CA-7D94-E566D69BB67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F9CA0D-BD40-68BE-F301-30F1C2E9FCFA}"/>
                </a:ext>
              </a:extLst>
            </p:cNvPr>
            <p:cNvCxnSpPr>
              <a:cxnSpLocks/>
              <a:stCxn id="32" idx="3"/>
              <a:endCxn id="30" idx="0"/>
            </p:cNvCxnSpPr>
            <p:nvPr/>
          </p:nvCxnSpPr>
          <p:spPr>
            <a:xfrm flipH="1">
              <a:off x="7903311" y="2118865"/>
              <a:ext cx="923391" cy="5818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6F5BD29-ED6E-3E36-0F5E-FCB04D0F80D6}"/>
                </a:ext>
              </a:extLst>
            </p:cNvPr>
            <p:cNvCxnSpPr>
              <a:cxnSpLocks/>
              <a:stCxn id="32" idx="5"/>
              <a:endCxn id="28" idx="0"/>
            </p:cNvCxnSpPr>
            <p:nvPr/>
          </p:nvCxnSpPr>
          <p:spPr>
            <a:xfrm>
              <a:off x="9380911" y="2118865"/>
              <a:ext cx="861163" cy="5801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2BAA38-B716-B1E5-B1CC-A80B2E6FC6F4}"/>
                </a:ext>
              </a:extLst>
            </p:cNvPr>
            <p:cNvCxnSpPr>
              <a:cxnSpLocks/>
              <a:stCxn id="28" idx="3"/>
              <a:endCxn id="26" idx="0"/>
            </p:cNvCxnSpPr>
            <p:nvPr/>
          </p:nvCxnSpPr>
          <p:spPr>
            <a:xfrm flipH="1">
              <a:off x="9103807" y="3320704"/>
              <a:ext cx="861162" cy="7631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9A10978-1415-0139-2BD7-A4BA87D04DEC}"/>
                </a:ext>
              </a:extLst>
            </p:cNvPr>
            <p:cNvCxnSpPr>
              <a:cxnSpLocks/>
              <a:stCxn id="28" idx="5"/>
              <a:endCxn id="24" idx="1"/>
            </p:cNvCxnSpPr>
            <p:nvPr/>
          </p:nvCxnSpPr>
          <p:spPr>
            <a:xfrm>
              <a:off x="10519178" y="3320704"/>
              <a:ext cx="710584" cy="8698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0BCFBE8-51E9-5C63-C288-0DBAF34A9C44}"/>
                </a:ext>
              </a:extLst>
            </p:cNvPr>
            <p:cNvCxnSpPr>
              <a:cxnSpLocks/>
              <a:stCxn id="26" idx="3"/>
              <a:endCxn id="20" idx="0"/>
            </p:cNvCxnSpPr>
            <p:nvPr/>
          </p:nvCxnSpPr>
          <p:spPr>
            <a:xfrm flipH="1">
              <a:off x="7903310" y="4705546"/>
              <a:ext cx="923392" cy="11112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D34685E-1D9C-650E-3728-536FC07CE665}"/>
                </a:ext>
              </a:extLst>
            </p:cNvPr>
            <p:cNvCxnSpPr>
              <a:cxnSpLocks/>
              <a:stCxn id="26" idx="5"/>
              <a:endCxn id="22" idx="0"/>
            </p:cNvCxnSpPr>
            <p:nvPr/>
          </p:nvCxnSpPr>
          <p:spPr>
            <a:xfrm>
              <a:off x="9380911" y="4705546"/>
              <a:ext cx="899152" cy="111124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123826F-3709-3108-6545-F11FBD45A778}"/>
              </a:ext>
            </a:extLst>
          </p:cNvPr>
          <p:cNvSpPr txBox="1"/>
          <p:nvPr/>
        </p:nvSpPr>
        <p:spPr>
          <a:xfrm>
            <a:off x="4542415" y="143499"/>
            <a:ext cx="3421346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Trick</a:t>
            </a:r>
            <a:r>
              <a:rPr lang="en-US" dirty="0"/>
              <a:t>: to get the height of all the nodes of a tree, label all the leaves as 0, then work upwards, setting parents to be 1 more than max heighted child.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DF23CD-F502-29DD-5A49-7372C0AA15C0}"/>
              </a:ext>
            </a:extLst>
          </p:cNvPr>
          <p:cNvSpPr txBox="1"/>
          <p:nvPr/>
        </p:nvSpPr>
        <p:spPr>
          <a:xfrm>
            <a:off x="7002561" y="26505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ACFC72-2178-D2FB-5F53-A9AE7D41EED9}"/>
              </a:ext>
            </a:extLst>
          </p:cNvPr>
          <p:cNvSpPr txBox="1"/>
          <p:nvPr/>
        </p:nvSpPr>
        <p:spPr>
          <a:xfrm>
            <a:off x="7002561" y="566573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7A2A33-D959-D062-316D-B1C188ADFE89}"/>
              </a:ext>
            </a:extLst>
          </p:cNvPr>
          <p:cNvSpPr txBox="1"/>
          <p:nvPr/>
        </p:nvSpPr>
        <p:spPr>
          <a:xfrm>
            <a:off x="9347609" y="56616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8A8057-1B4D-E074-32BC-F193ADEEC800}"/>
              </a:ext>
            </a:extLst>
          </p:cNvPr>
          <p:cNvSpPr txBox="1"/>
          <p:nvPr/>
        </p:nvSpPr>
        <p:spPr>
          <a:xfrm>
            <a:off x="10640321" y="39287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D48C12-5DF5-B927-F835-A837FD5A8767}"/>
              </a:ext>
            </a:extLst>
          </p:cNvPr>
          <p:cNvSpPr txBox="1"/>
          <p:nvPr/>
        </p:nvSpPr>
        <p:spPr>
          <a:xfrm>
            <a:off x="8187938" y="368571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6AB84F-8A40-6CE2-2D39-E78EA60FC97E}"/>
              </a:ext>
            </a:extLst>
          </p:cNvPr>
          <p:cNvSpPr txBox="1"/>
          <p:nvPr/>
        </p:nvSpPr>
        <p:spPr>
          <a:xfrm>
            <a:off x="10372041" y="20029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DB53DC-6CB5-C7E1-FA14-4461F2A0A708}"/>
              </a:ext>
            </a:extLst>
          </p:cNvPr>
          <p:cNvSpPr txBox="1"/>
          <p:nvPr/>
        </p:nvSpPr>
        <p:spPr>
          <a:xfrm>
            <a:off x="9309443" y="986508"/>
            <a:ext cx="1823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 = height of tree</a:t>
            </a:r>
          </a:p>
        </p:txBody>
      </p:sp>
    </p:spTree>
    <p:extLst>
      <p:ext uri="{BB962C8B-B14F-4D97-AF65-F5344CB8AC3E}">
        <p14:creationId xmlns:p14="http://schemas.microsoft.com/office/powerpoint/2010/main" val="2637133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7A2A4-EC30-68D4-6A5E-82724BC3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548B5-24CF-2641-DEE8-9EB5F10B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C5D41-A810-43C1-7B6D-E5F8597C4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B6FCA3-7B6A-ABA1-35D6-9FF680B0B753}"/>
              </a:ext>
            </a:extLst>
          </p:cNvPr>
          <p:cNvSpPr txBox="1"/>
          <p:nvPr/>
        </p:nvSpPr>
        <p:spPr>
          <a:xfrm>
            <a:off x="7154427" y="3526972"/>
            <a:ext cx="45619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height2(T, p)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CA" sz="2400" b="1" dirty="0"/>
              <a:t>if </a:t>
            </a:r>
            <a:r>
              <a:rPr lang="en-CA" sz="2400" dirty="0" err="1"/>
              <a:t>is_leaf</a:t>
            </a:r>
            <a:r>
              <a:rPr lang="en-CA" sz="2400" dirty="0"/>
              <a:t>(p) </a:t>
            </a:r>
            <a:r>
              <a:rPr lang="en-CA" sz="2400" b="1" dirty="0"/>
              <a:t>then</a:t>
            </a:r>
            <a:endParaRPr lang="en-CA" sz="2400" dirty="0"/>
          </a:p>
          <a:p>
            <a:r>
              <a:rPr lang="en-CA" sz="2400" b="1" dirty="0"/>
              <a:t>         return </a:t>
            </a:r>
            <a:r>
              <a:rPr lang="en-CA" sz="2400" dirty="0"/>
              <a:t>0</a:t>
            </a:r>
          </a:p>
          <a:p>
            <a:r>
              <a:rPr lang="en-CA" sz="2400" b="1" dirty="0"/>
              <a:t>   else</a:t>
            </a:r>
            <a:endParaRPr lang="en-CA" sz="2400" dirty="0"/>
          </a:p>
          <a:p>
            <a:r>
              <a:rPr lang="en-CA" sz="2400" i="1" dirty="0"/>
              <a:t>         </a:t>
            </a:r>
            <a:r>
              <a:rPr lang="en-CA" sz="2400" dirty="0"/>
              <a:t>h = 0</a:t>
            </a:r>
          </a:p>
          <a:p>
            <a:r>
              <a:rPr lang="en-CA" sz="2400" b="1" dirty="0"/>
              <a:t>         for </a:t>
            </a:r>
            <a:r>
              <a:rPr lang="en-CA" sz="2400" dirty="0"/>
              <a:t>each c in children(p) </a:t>
            </a:r>
            <a:r>
              <a:rPr lang="en-CA" sz="2400" b="1" dirty="0"/>
              <a:t>do</a:t>
            </a:r>
            <a:endParaRPr lang="en-CA" sz="2400" dirty="0"/>
          </a:p>
          <a:p>
            <a:r>
              <a:rPr lang="en-CA" sz="2400" i="1" dirty="0"/>
              <a:t>               </a:t>
            </a:r>
            <a:r>
              <a:rPr lang="en-CA" sz="2400" dirty="0"/>
              <a:t>h = max(h, height2(T, c))</a:t>
            </a:r>
          </a:p>
          <a:p>
            <a:r>
              <a:rPr lang="en-CA" sz="2400" b="1" dirty="0"/>
              <a:t>         return </a:t>
            </a:r>
            <a:r>
              <a:rPr lang="en-CA" sz="2400" dirty="0"/>
              <a:t>1 + 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16231C4-71C4-8AF9-9ED2-BD4DBD39E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709" y="284040"/>
            <a:ext cx="2552281" cy="29097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802EC82-E412-2FAF-41BF-51A38B539E7F}"/>
              </a:ext>
            </a:extLst>
          </p:cNvPr>
          <p:cNvSpPr txBox="1"/>
          <p:nvPr/>
        </p:nvSpPr>
        <p:spPr>
          <a:xfrm>
            <a:off x="5026745" y="289242"/>
            <a:ext cx="363493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Worst-case running time of height2 on a tree with n nodes:</a:t>
            </a:r>
          </a:p>
          <a:p>
            <a:pPr algn="ctr"/>
            <a:r>
              <a:rPr lang="en-US" b="1" dirty="0"/>
              <a:t>???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58A236A-6042-6A42-6002-ED1BE7AACD55}"/>
                  </a:ext>
                </a:extLst>
              </p14:cNvPr>
              <p14:cNvContentPartPr/>
              <p14:nvPr/>
            </p14:nvContentPartPr>
            <p14:xfrm>
              <a:off x="6787800" y="3111480"/>
              <a:ext cx="4782240" cy="3638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58A236A-6042-6A42-6002-ED1BE7AACD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78440" y="3102120"/>
                <a:ext cx="4800960" cy="36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3748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3CE-E631-04B6-7A01-BFBF4315E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F7877-2440-F66B-E84B-6693BDDC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110802" cy="1325563"/>
          </a:xfrm>
        </p:spPr>
        <p:txBody>
          <a:bodyPr/>
          <a:lstStyle/>
          <a:p>
            <a:r>
              <a:rPr lang="en-US" dirty="0"/>
              <a:t>Tree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35FFA-8A92-5BD7-E17B-C6E1BA968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6991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918EC5-577C-75EF-AF4C-5C172C580556}"/>
              </a:ext>
            </a:extLst>
          </p:cNvPr>
          <p:cNvSpPr txBox="1"/>
          <p:nvPr/>
        </p:nvSpPr>
        <p:spPr>
          <a:xfrm>
            <a:off x="7154427" y="3526972"/>
            <a:ext cx="456195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Algorithm</a:t>
            </a:r>
            <a:r>
              <a:rPr lang="en-US" sz="2400" dirty="0"/>
              <a:t> height2(T, p)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CA" sz="2400" b="1" dirty="0"/>
              <a:t>if </a:t>
            </a:r>
            <a:r>
              <a:rPr lang="en-CA" sz="2400" dirty="0" err="1"/>
              <a:t>is_leaf</a:t>
            </a:r>
            <a:r>
              <a:rPr lang="en-CA" sz="2400" dirty="0"/>
              <a:t>(p) </a:t>
            </a:r>
            <a:r>
              <a:rPr lang="en-CA" sz="2400" b="1" dirty="0"/>
              <a:t>then</a:t>
            </a:r>
            <a:endParaRPr lang="en-CA" sz="2400" dirty="0"/>
          </a:p>
          <a:p>
            <a:r>
              <a:rPr lang="en-CA" sz="2400" b="1" dirty="0"/>
              <a:t>         return </a:t>
            </a:r>
            <a:r>
              <a:rPr lang="en-CA" sz="2400" dirty="0"/>
              <a:t>0</a:t>
            </a:r>
          </a:p>
          <a:p>
            <a:r>
              <a:rPr lang="en-CA" sz="2400" b="1" dirty="0"/>
              <a:t>   else</a:t>
            </a:r>
            <a:endParaRPr lang="en-CA" sz="2400" dirty="0"/>
          </a:p>
          <a:p>
            <a:r>
              <a:rPr lang="en-CA" sz="2400" i="1" dirty="0"/>
              <a:t>         </a:t>
            </a:r>
            <a:r>
              <a:rPr lang="en-CA" sz="2400" dirty="0"/>
              <a:t>h = 0</a:t>
            </a:r>
          </a:p>
          <a:p>
            <a:r>
              <a:rPr lang="en-CA" sz="2400" b="1" dirty="0"/>
              <a:t>         for </a:t>
            </a:r>
            <a:r>
              <a:rPr lang="en-CA" sz="2400" dirty="0"/>
              <a:t>each c in children(p) </a:t>
            </a:r>
            <a:r>
              <a:rPr lang="en-CA" sz="2400" b="1" dirty="0"/>
              <a:t>do</a:t>
            </a:r>
            <a:endParaRPr lang="en-CA" sz="2400" dirty="0"/>
          </a:p>
          <a:p>
            <a:r>
              <a:rPr lang="en-CA" sz="2400" i="1" dirty="0"/>
              <a:t>               </a:t>
            </a:r>
            <a:r>
              <a:rPr lang="en-CA" sz="2400" dirty="0"/>
              <a:t>h = max(h, height2(T, c))</a:t>
            </a:r>
          </a:p>
          <a:p>
            <a:r>
              <a:rPr lang="en-CA" sz="2400" b="1" dirty="0"/>
              <a:t>         return </a:t>
            </a:r>
            <a:r>
              <a:rPr lang="en-CA" sz="2400" dirty="0"/>
              <a:t>1 + 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401EE15-3FE8-96FF-B8FA-0F94C28C5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709" y="284040"/>
            <a:ext cx="2552281" cy="29097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AD940CB-0151-39AA-99CA-E9ED8C097992}"/>
              </a:ext>
            </a:extLst>
          </p:cNvPr>
          <p:cNvSpPr txBox="1"/>
          <p:nvPr/>
        </p:nvSpPr>
        <p:spPr>
          <a:xfrm>
            <a:off x="5026745" y="289242"/>
            <a:ext cx="363493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Worst-case running time of height2 on a tree with n nodes:</a:t>
            </a:r>
          </a:p>
          <a:p>
            <a:pPr algn="ctr"/>
            <a:r>
              <a:rPr lang="en-US" b="1" dirty="0"/>
              <a:t>O(n)</a:t>
            </a:r>
          </a:p>
          <a:p>
            <a:pPr algn="ctr"/>
            <a:r>
              <a:rPr lang="en-US" dirty="0"/>
              <a:t>Because max called on each child node (and only root is not a child)</a:t>
            </a:r>
          </a:p>
        </p:txBody>
      </p:sp>
    </p:spTree>
    <p:extLst>
      <p:ext uri="{BB962C8B-B14F-4D97-AF65-F5344CB8AC3E}">
        <p14:creationId xmlns:p14="http://schemas.microsoft.com/office/powerpoint/2010/main" val="4229251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44B00DA-E1B1-5360-0DA3-7EA015E1524F}"/>
                  </a:ext>
                </a:extLst>
              </p14:cNvPr>
              <p14:cNvContentPartPr/>
              <p14:nvPr/>
            </p14:nvContentPartPr>
            <p14:xfrm>
              <a:off x="8178840" y="1365120"/>
              <a:ext cx="2019600" cy="3560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44B00DA-E1B1-5360-0DA3-7EA015E152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69480" y="1355760"/>
                <a:ext cx="2038320" cy="374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9626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6B943-AF76-E6CE-FD43-49AA4341A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3048F-0164-4962-73A0-15E94177F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5322F-7727-B11D-3149-F3BF13638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9445C-9B5E-4F10-1762-342201564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657" y="231111"/>
            <a:ext cx="4522005" cy="25518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29D8392-4E1C-E993-46D5-2670763CD59C}"/>
              </a:ext>
            </a:extLst>
          </p:cNvPr>
          <p:cNvSpPr txBox="1">
            <a:spLocks/>
          </p:cNvSpPr>
          <p:nvPr/>
        </p:nvSpPr>
        <p:spPr>
          <a:xfrm>
            <a:off x="6579994" y="3010580"/>
            <a:ext cx="4537668" cy="384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/>
              <a:t>Recursive Definition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</a:t>
            </a:r>
            <a:r>
              <a:rPr lang="en-US" b="1" dirty="0"/>
              <a:t>binary tree T </a:t>
            </a:r>
            <a:r>
              <a:rPr lang="en-US" dirty="0"/>
              <a:t>is either empty or consists:</a:t>
            </a:r>
          </a:p>
          <a:p>
            <a:r>
              <a:rPr lang="en-US" dirty="0"/>
              <a:t>A node called the root of </a:t>
            </a:r>
            <a:r>
              <a:rPr lang="en-US" b="1" dirty="0"/>
              <a:t>T</a:t>
            </a:r>
          </a:p>
          <a:p>
            <a:r>
              <a:rPr lang="en-US" dirty="0"/>
              <a:t>A binary tree called the left subtree of </a:t>
            </a:r>
            <a:r>
              <a:rPr lang="en-US" b="1" dirty="0"/>
              <a:t>T</a:t>
            </a:r>
          </a:p>
          <a:p>
            <a:r>
              <a:rPr lang="en-US" dirty="0"/>
              <a:t>A binary tree called the right subtree of </a:t>
            </a:r>
            <a:r>
              <a:rPr lang="en-US" b="1" dirty="0"/>
              <a:t>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AE8F9E5-62CD-70AC-5935-6951B894C302}"/>
                  </a:ext>
                </a:extLst>
              </p14:cNvPr>
              <p14:cNvContentPartPr/>
              <p14:nvPr/>
            </p14:nvContentPartPr>
            <p14:xfrm>
              <a:off x="6249240" y="279360"/>
              <a:ext cx="5919120" cy="2889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AE8F9E5-62CD-70AC-5935-6951B894C30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39880" y="270000"/>
                <a:ext cx="5937840" cy="290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88388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52096-46A2-79F1-F49C-E7DB2413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56F3-0936-CA29-209F-73228B98B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binary tree is called </a:t>
            </a:r>
            <a:r>
              <a:rPr lang="en-US" b="1" dirty="0"/>
              <a:t>proper</a:t>
            </a:r>
            <a:r>
              <a:rPr lang="en-US" dirty="0"/>
              <a:t> if every node has either 0 children or 2 children (no nodes have 1 child).</a:t>
            </a:r>
          </a:p>
          <a:p>
            <a:pPr lvl="1"/>
            <a:r>
              <a:rPr lang="en-US" dirty="0"/>
              <a:t>Every internal node in a proper binary tree has exactly 2 children.</a:t>
            </a:r>
          </a:p>
          <a:p>
            <a:r>
              <a:rPr lang="en-US" dirty="0"/>
              <a:t>See proposition 7.10 (p. 287 – 288) for a list of useful facts about binary trees.</a:t>
            </a:r>
          </a:p>
          <a:p>
            <a:r>
              <a:rPr lang="en-US" dirty="0"/>
              <a:t>Roughly speaking:</a:t>
            </a:r>
          </a:p>
          <a:p>
            <a:pPr lvl="1"/>
            <a:r>
              <a:rPr lang="en-US" dirty="0"/>
              <a:t>A binary tree with n nodes has min height log n and max height n</a:t>
            </a:r>
          </a:p>
          <a:p>
            <a:pPr lvl="1"/>
            <a:r>
              <a:rPr lang="en-US" dirty="0"/>
              <a:t>So an algorithm (like height or depth) that does O(height) work is somewhere between O(log n) and O(n)</a:t>
            </a:r>
          </a:p>
          <a:p>
            <a:pPr lvl="1"/>
            <a:r>
              <a:rPr lang="en-US" dirty="0"/>
              <a:t>At worst, O(n) … but if you can </a:t>
            </a:r>
            <a:r>
              <a:rPr lang="en-US" b="1" dirty="0"/>
              <a:t>somehow</a:t>
            </a:r>
            <a:r>
              <a:rPr lang="en-US" dirty="0"/>
              <a:t> ensure the tree is short, you can get O(log n) performance</a:t>
            </a:r>
          </a:p>
          <a:p>
            <a:pPr lvl="2"/>
            <a:r>
              <a:rPr lang="en-US" dirty="0"/>
              <a:t>Foreshadowing!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C8F3783-1757-DBE1-526E-741D70CBF9AB}"/>
                  </a:ext>
                </a:extLst>
              </p14:cNvPr>
              <p14:cNvContentPartPr/>
              <p14:nvPr/>
            </p14:nvContentPartPr>
            <p14:xfrm>
              <a:off x="3308400" y="4299120"/>
              <a:ext cx="6045480" cy="140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C8F3783-1757-DBE1-526E-741D70CBF9A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99040" y="4289760"/>
                <a:ext cx="6064200" cy="15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65642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CD32-1672-7D5F-FA4E-921A8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AF14E-264E-689E-2A8F-3CFC24B27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data;  // data could be any type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parent;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left;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right;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BTnode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root;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EF6ED8-CCF2-6126-E21E-A6556573F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561" y="2831715"/>
            <a:ext cx="5022705" cy="37062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C9D6C0-FF3A-46EF-5183-141BACBBB4BE}"/>
              </a:ext>
            </a:extLst>
          </p:cNvPr>
          <p:cNvSpPr txBox="1"/>
          <p:nvPr/>
        </p:nvSpPr>
        <p:spPr>
          <a:xfrm>
            <a:off x="4494183" y="528177"/>
            <a:ext cx="36349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a typical node structure for a linked binary tree.</a:t>
            </a:r>
            <a:br>
              <a:rPr lang="en-US" dirty="0"/>
            </a:br>
            <a:r>
              <a:rPr lang="en-US" dirty="0"/>
              <a:t>Some implementations skip the </a:t>
            </a:r>
            <a:r>
              <a:rPr lang="en-US" b="1" dirty="0"/>
              <a:t>parent</a:t>
            </a:r>
            <a:r>
              <a:rPr lang="en-US" dirty="0"/>
              <a:t> pointer.</a:t>
            </a:r>
          </a:p>
        </p:txBody>
      </p:sp>
    </p:spTree>
    <p:extLst>
      <p:ext uri="{BB962C8B-B14F-4D97-AF65-F5344CB8AC3E}">
        <p14:creationId xmlns:p14="http://schemas.microsoft.com/office/powerpoint/2010/main" val="455429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CD98-B151-CEA7-F244-9C8EEFCA8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C2A9D-9CDB-6525-D18D-780832F2B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notes for binary tree implementation code …</a:t>
            </a:r>
          </a:p>
          <a:p>
            <a:r>
              <a:rPr lang="en-US" dirty="0"/>
              <a:t>Make sure you know how to visit the nodes of a binary tree using preorder traversal, </a:t>
            </a:r>
            <a:r>
              <a:rPr lang="en-US" dirty="0" err="1"/>
              <a:t>inorder</a:t>
            </a:r>
            <a:r>
              <a:rPr lang="en-US" dirty="0"/>
              <a:t> traversal, and </a:t>
            </a:r>
            <a:r>
              <a:rPr lang="en-US" dirty="0" err="1"/>
              <a:t>postorder</a:t>
            </a:r>
            <a:r>
              <a:rPr lang="en-US" dirty="0"/>
              <a:t> traversal!</a:t>
            </a:r>
          </a:p>
        </p:txBody>
      </p:sp>
    </p:spTree>
    <p:extLst>
      <p:ext uri="{BB962C8B-B14F-4D97-AF65-F5344CB8AC3E}">
        <p14:creationId xmlns:p14="http://schemas.microsoft.com/office/powerpoint/2010/main" val="20262260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A307D-7E3C-CBB6-D880-3BF064EE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00376" cy="1325563"/>
          </a:xfrm>
        </p:spPr>
        <p:txBody>
          <a:bodyPr/>
          <a:lstStyle/>
          <a:p>
            <a:r>
              <a:rPr lang="en-US" dirty="0"/>
              <a:t>Try this!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28342-515A-1B24-409A-A8CD5261AAA1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DEEC4-6007-EFCD-B31C-04F3BD86FAC2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2A8830A-E3B1-61AA-EA09-09ED11209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185" y="3655034"/>
            <a:ext cx="4947975" cy="303460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6072F2-872B-0AF3-EF5F-8351FE7359BD}"/>
              </a:ext>
            </a:extLst>
          </p:cNvPr>
          <p:cNvSpPr txBox="1"/>
          <p:nvPr/>
        </p:nvSpPr>
        <p:spPr>
          <a:xfrm>
            <a:off x="469095" y="1859340"/>
            <a:ext cx="448090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Is it a binary tree?</a:t>
            </a:r>
          </a:p>
          <a:p>
            <a:endParaRPr lang="en-US" sz="2400" dirty="0">
              <a:solidFill>
                <a:srgbClr val="00B050"/>
              </a:solidFill>
            </a:endParaRPr>
          </a:p>
          <a:p>
            <a:endParaRPr lang="en-US" sz="2400" dirty="0"/>
          </a:p>
          <a:p>
            <a:r>
              <a:rPr lang="en-US" sz="2400" dirty="0"/>
              <a:t>Is it a proper tree?</a:t>
            </a:r>
          </a:p>
          <a:p>
            <a:endParaRPr lang="en-US" sz="2400" dirty="0">
              <a:solidFill>
                <a:srgbClr val="00B050"/>
              </a:solidFill>
            </a:endParaRPr>
          </a:p>
          <a:p>
            <a:endParaRPr lang="en-US" sz="2400" dirty="0"/>
          </a:p>
          <a:p>
            <a:r>
              <a:rPr lang="en-US" sz="2400" dirty="0"/>
              <a:t>What are its leaves?</a:t>
            </a:r>
          </a:p>
          <a:p>
            <a:endParaRPr lang="en-US" sz="2400" dirty="0">
              <a:solidFill>
                <a:srgbClr val="00B050"/>
              </a:solidFill>
            </a:endParaRPr>
          </a:p>
          <a:p>
            <a:endParaRPr lang="en-US" sz="2400" dirty="0"/>
          </a:p>
          <a:p>
            <a:r>
              <a:rPr lang="en-US" sz="2400" dirty="0"/>
              <a:t>What is the height of each node?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EEB0CD4-3259-9433-CEAF-151E153ACA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27" t="9200" r="12734" b="7368"/>
          <a:stretch>
            <a:fillRect/>
          </a:stretch>
        </p:blipFill>
        <p:spPr>
          <a:xfrm>
            <a:off x="7530582" y="342038"/>
            <a:ext cx="3746725" cy="303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0614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34588-DFF4-7960-4D19-F49D78DC0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B5B3-BE65-32BC-FF43-2EE880736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00376" cy="1325563"/>
          </a:xfrm>
        </p:spPr>
        <p:txBody>
          <a:bodyPr/>
          <a:lstStyle/>
          <a:p>
            <a:r>
              <a:rPr lang="en-US" dirty="0"/>
              <a:t>Try this!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CB782C-295C-3787-1161-4C836F4E06E0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DF010-601A-7B58-2D1C-A4E3FC32E183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0B6AFD-38A3-3779-9A9D-97FF7F279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185" y="3655034"/>
            <a:ext cx="4947975" cy="303460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dirty="0"/>
              <a:t>The </a:t>
            </a:r>
            <a:r>
              <a:rPr lang="en-CA" b="1" dirty="0"/>
              <a:t>height</a:t>
            </a:r>
            <a:r>
              <a:rPr lang="en-CA" dirty="0"/>
              <a:t> of a node p in a tree is:</a:t>
            </a:r>
          </a:p>
          <a:p>
            <a:r>
              <a:rPr lang="en-CA" dirty="0"/>
              <a:t>If p</a:t>
            </a:r>
            <a:r>
              <a:rPr lang="en-CA" i="1" dirty="0"/>
              <a:t> </a:t>
            </a:r>
            <a:r>
              <a:rPr lang="en-CA" dirty="0"/>
              <a:t>is a leaf, then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0</a:t>
            </a:r>
          </a:p>
          <a:p>
            <a:r>
              <a:rPr lang="en-CA" dirty="0"/>
              <a:t>Otherwise, the </a:t>
            </a:r>
            <a:r>
              <a:rPr lang="en-CA" b="1" dirty="0"/>
              <a:t>height</a:t>
            </a:r>
            <a:r>
              <a:rPr lang="en-CA" dirty="0"/>
              <a:t> of p</a:t>
            </a:r>
            <a:r>
              <a:rPr lang="en-CA" i="1" dirty="0"/>
              <a:t> </a:t>
            </a:r>
            <a:r>
              <a:rPr lang="en-CA" dirty="0"/>
              <a:t>is 1 plus the </a:t>
            </a:r>
            <a:r>
              <a:rPr lang="en-CA" i="1" dirty="0"/>
              <a:t>maximum</a:t>
            </a:r>
            <a:r>
              <a:rPr lang="en-CA" dirty="0"/>
              <a:t> height of a child of p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height of a tree </a:t>
            </a:r>
            <a:r>
              <a:rPr lang="en-US" dirty="0"/>
              <a:t>T is the the height of T’s root node.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99E9E9-5C06-DEA1-4B68-CE9277AF3DCC}"/>
              </a:ext>
            </a:extLst>
          </p:cNvPr>
          <p:cNvSpPr txBox="1"/>
          <p:nvPr/>
        </p:nvSpPr>
        <p:spPr>
          <a:xfrm>
            <a:off x="469095" y="1859340"/>
            <a:ext cx="448090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Is it a binary tree?</a:t>
            </a:r>
          </a:p>
          <a:p>
            <a:r>
              <a:rPr lang="en-US" sz="2400" dirty="0">
                <a:solidFill>
                  <a:srgbClr val="00B050"/>
                </a:solidFill>
              </a:rPr>
              <a:t>yes</a:t>
            </a:r>
          </a:p>
          <a:p>
            <a:endParaRPr lang="en-US" sz="2400" dirty="0"/>
          </a:p>
          <a:p>
            <a:r>
              <a:rPr lang="en-US" sz="2400" dirty="0"/>
              <a:t>Is it a proper tree?</a:t>
            </a:r>
          </a:p>
          <a:p>
            <a:r>
              <a:rPr lang="en-US" sz="2400" dirty="0">
                <a:solidFill>
                  <a:srgbClr val="00B050"/>
                </a:solidFill>
              </a:rPr>
              <a:t>No (node 10 has 1 child)</a:t>
            </a:r>
          </a:p>
          <a:p>
            <a:endParaRPr lang="en-US" sz="2400" dirty="0"/>
          </a:p>
          <a:p>
            <a:r>
              <a:rPr lang="en-US" sz="2400" dirty="0"/>
              <a:t>What are its leaves?</a:t>
            </a:r>
          </a:p>
          <a:p>
            <a:r>
              <a:rPr lang="en-US" sz="2400" dirty="0">
                <a:solidFill>
                  <a:srgbClr val="00B050"/>
                </a:solidFill>
              </a:rPr>
              <a:t>0, 3, 11, 15</a:t>
            </a:r>
          </a:p>
          <a:p>
            <a:endParaRPr lang="en-US" sz="2400" dirty="0"/>
          </a:p>
          <a:p>
            <a:r>
              <a:rPr lang="en-US" sz="2400" dirty="0"/>
              <a:t>What is the height of each node?</a:t>
            </a:r>
          </a:p>
          <a:p>
            <a:r>
              <a:rPr lang="en-US" sz="2400" dirty="0">
                <a:solidFill>
                  <a:srgbClr val="00B050"/>
                </a:solidFill>
              </a:rPr>
              <a:t>see the tree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9A514C0-AE2C-ACB3-FDAD-F6C43F629E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27" t="9200" r="12734" b="7368"/>
          <a:stretch>
            <a:fillRect/>
          </a:stretch>
        </p:blipFill>
        <p:spPr>
          <a:xfrm>
            <a:off x="7530582" y="342038"/>
            <a:ext cx="3746725" cy="30346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3AB293-9013-08D7-6562-9C1D6985A1F8}"/>
              </a:ext>
            </a:extLst>
          </p:cNvPr>
          <p:cNvSpPr txBox="1"/>
          <p:nvPr/>
        </p:nvSpPr>
        <p:spPr>
          <a:xfrm>
            <a:off x="7727183" y="25649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C55D4A-3B98-9F98-4013-59A88C24E6BC}"/>
              </a:ext>
            </a:extLst>
          </p:cNvPr>
          <p:cNvSpPr txBox="1"/>
          <p:nvPr/>
        </p:nvSpPr>
        <p:spPr>
          <a:xfrm>
            <a:off x="8753790" y="25536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C3A36-D837-6F98-9D93-170F29D28BE7}"/>
              </a:ext>
            </a:extLst>
          </p:cNvPr>
          <p:cNvSpPr txBox="1"/>
          <p:nvPr/>
        </p:nvSpPr>
        <p:spPr>
          <a:xfrm>
            <a:off x="9751018" y="328570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7B9DD0-89CF-F0F9-C3D2-7708215B343D}"/>
              </a:ext>
            </a:extLst>
          </p:cNvPr>
          <p:cNvSpPr txBox="1"/>
          <p:nvPr/>
        </p:nvSpPr>
        <p:spPr>
          <a:xfrm>
            <a:off x="10747540" y="328570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CDAEF4-06EA-E81D-C355-6800CCB1FFD7}"/>
              </a:ext>
            </a:extLst>
          </p:cNvPr>
          <p:cNvSpPr txBox="1"/>
          <p:nvPr/>
        </p:nvSpPr>
        <p:spPr>
          <a:xfrm>
            <a:off x="7809245" y="131717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09B4B-7DC8-0D63-1EEA-B25E1F95563C}"/>
              </a:ext>
            </a:extLst>
          </p:cNvPr>
          <p:cNvSpPr txBox="1"/>
          <p:nvPr/>
        </p:nvSpPr>
        <p:spPr>
          <a:xfrm>
            <a:off x="9868198" y="214374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0E802-EEB1-FE59-D41D-E86597C286D9}"/>
              </a:ext>
            </a:extLst>
          </p:cNvPr>
          <p:cNvSpPr txBox="1"/>
          <p:nvPr/>
        </p:nvSpPr>
        <p:spPr>
          <a:xfrm>
            <a:off x="9758383" y="135361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A75DFD-D020-5541-9899-372000DB54D6}"/>
              </a:ext>
            </a:extLst>
          </p:cNvPr>
          <p:cNvSpPr txBox="1"/>
          <p:nvPr/>
        </p:nvSpPr>
        <p:spPr>
          <a:xfrm>
            <a:off x="8757830" y="51738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146483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335A1-CDF4-95B7-8AEE-527AA2486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43172-7410-4720-EBF4-6B5AFA0ED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00376" cy="1325563"/>
          </a:xfrm>
        </p:spPr>
        <p:txBody>
          <a:bodyPr/>
          <a:lstStyle/>
          <a:p>
            <a:r>
              <a:rPr lang="en-US" dirty="0"/>
              <a:t>Try this!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8B415F-20A6-0932-A10C-0279885E0ADD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36E02-E73B-5BD7-7071-D22CB4272863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AC563B-AF20-66AA-AFD3-D5FE267BE5E8}"/>
              </a:ext>
            </a:extLst>
          </p:cNvPr>
          <p:cNvSpPr txBox="1"/>
          <p:nvPr/>
        </p:nvSpPr>
        <p:spPr>
          <a:xfrm>
            <a:off x="469095" y="1859340"/>
            <a:ext cx="276287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Preorder</a:t>
            </a:r>
            <a:r>
              <a:rPr lang="en-US" sz="2400" dirty="0"/>
              <a:t> traversal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b="1" dirty="0" err="1"/>
              <a:t>Inorder</a:t>
            </a:r>
            <a:r>
              <a:rPr lang="en-US" sz="2400" dirty="0"/>
              <a:t> traversal</a:t>
            </a:r>
          </a:p>
          <a:p>
            <a:endParaRPr lang="en-US" sz="2400" dirty="0">
              <a:solidFill>
                <a:srgbClr val="00B050"/>
              </a:solidFill>
            </a:endParaRPr>
          </a:p>
          <a:p>
            <a:endParaRPr lang="en-US" sz="2400" dirty="0"/>
          </a:p>
          <a:p>
            <a:r>
              <a:rPr lang="en-US" sz="2400" b="1" dirty="0" err="1"/>
              <a:t>Postorder</a:t>
            </a:r>
            <a:r>
              <a:rPr lang="en-US" sz="2400" dirty="0"/>
              <a:t> traversal</a:t>
            </a:r>
          </a:p>
          <a:p>
            <a:endParaRPr lang="en-US" sz="2400" dirty="0">
              <a:solidFill>
                <a:srgbClr val="00B050"/>
              </a:solidFill>
            </a:endParaRP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4EE94B5-F01A-55F3-5047-47F165F47F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27" t="9200" r="12734" b="7368"/>
          <a:stretch>
            <a:fillRect/>
          </a:stretch>
        </p:blipFill>
        <p:spPr>
          <a:xfrm>
            <a:off x="7530582" y="342038"/>
            <a:ext cx="3746725" cy="303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727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361A-8143-7371-8CF2-D0F2A2A3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08683-7991-7096-04FE-A6F9864D1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100376" cy="1325563"/>
          </a:xfrm>
        </p:spPr>
        <p:txBody>
          <a:bodyPr/>
          <a:lstStyle/>
          <a:p>
            <a:r>
              <a:rPr lang="en-US" dirty="0"/>
              <a:t>Try this!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E640E-CC67-45D5-DB2A-C2284C72DB03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91C7D-D842-C2DD-463A-A7351CCD8A36}"/>
              </a:ext>
            </a:extLst>
          </p:cNvPr>
          <p:cNvSpPr txBox="1"/>
          <p:nvPr/>
        </p:nvSpPr>
        <p:spPr>
          <a:xfrm>
            <a:off x="3049675" y="3246846"/>
            <a:ext cx="6099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3C4AA2-AE1B-302D-6446-8EAB01ACDB05}"/>
              </a:ext>
            </a:extLst>
          </p:cNvPr>
          <p:cNvSpPr txBox="1"/>
          <p:nvPr/>
        </p:nvSpPr>
        <p:spPr>
          <a:xfrm>
            <a:off x="469095" y="1859340"/>
            <a:ext cx="322075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Preorder</a:t>
            </a:r>
            <a:r>
              <a:rPr lang="en-US" sz="2400" dirty="0"/>
              <a:t> traversal</a:t>
            </a:r>
          </a:p>
          <a:p>
            <a:r>
              <a:rPr lang="en-US" sz="2400" dirty="0">
                <a:solidFill>
                  <a:srgbClr val="00B050"/>
                </a:solidFill>
              </a:rPr>
              <a:t>7, 2, 0, 3, 10, 12, 11, 15</a:t>
            </a:r>
          </a:p>
          <a:p>
            <a:endParaRPr lang="en-US" sz="2400" dirty="0"/>
          </a:p>
          <a:p>
            <a:r>
              <a:rPr lang="en-US" sz="2400" b="1" dirty="0" err="1"/>
              <a:t>Inorder</a:t>
            </a:r>
            <a:r>
              <a:rPr lang="en-US" sz="2400" dirty="0"/>
              <a:t> traversal</a:t>
            </a:r>
          </a:p>
          <a:p>
            <a:r>
              <a:rPr lang="en-US" sz="2400" dirty="0">
                <a:solidFill>
                  <a:srgbClr val="00B050"/>
                </a:solidFill>
              </a:rPr>
              <a:t>0, 2, 3, 7, 10, 11, 12, 15</a:t>
            </a:r>
          </a:p>
          <a:p>
            <a:endParaRPr lang="en-US" sz="2400" dirty="0"/>
          </a:p>
          <a:p>
            <a:r>
              <a:rPr lang="en-US" sz="2400" b="1" dirty="0" err="1"/>
              <a:t>Postorder</a:t>
            </a:r>
            <a:r>
              <a:rPr lang="en-US" sz="2400" dirty="0"/>
              <a:t> traversal</a:t>
            </a:r>
          </a:p>
          <a:p>
            <a:r>
              <a:rPr lang="en-US" sz="2400" dirty="0">
                <a:solidFill>
                  <a:srgbClr val="00B050"/>
                </a:solidFill>
              </a:rPr>
              <a:t>0, 3, 2, 11, 15, 12, 10, 7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0257375-DF45-5D9D-6E08-1F1ADE7AE6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27" t="9200" r="12734" b="7368"/>
          <a:stretch>
            <a:fillRect/>
          </a:stretch>
        </p:blipFill>
        <p:spPr>
          <a:xfrm>
            <a:off x="7530582" y="342038"/>
            <a:ext cx="3746725" cy="303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814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2766</Words>
  <Application>Microsoft Macintosh PowerPoint</Application>
  <PresentationFormat>Widescreen</PresentationFormat>
  <Paragraphs>388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Aptos Display</vt:lpstr>
      <vt:lpstr>Arial</vt:lpstr>
      <vt:lpstr>Consolas</vt:lpstr>
      <vt:lpstr>Office Theme</vt:lpstr>
      <vt:lpstr>Trees</vt:lpstr>
      <vt:lpstr>Family Tree</vt:lpstr>
      <vt:lpstr>Organizational Structure</vt:lpstr>
      <vt:lpstr>File System</vt:lpstr>
      <vt:lpstr>Book Structure</vt:lpstr>
      <vt:lpstr>Decision Tree</vt:lpstr>
      <vt:lpstr>Parse Tree</vt:lpstr>
      <vt:lpstr>Parse Tree</vt:lpstr>
      <vt:lpstr>Definition of a Tree</vt:lpstr>
      <vt:lpstr>Definition of a Tree</vt:lpstr>
      <vt:lpstr>Definition of a Tree</vt:lpstr>
      <vt:lpstr>Definition of a Tree</vt:lpstr>
      <vt:lpstr>Definition of a Tree</vt:lpstr>
      <vt:lpstr>Definition of a Tree</vt:lpstr>
      <vt:lpstr>File System</vt:lpstr>
      <vt:lpstr>File System</vt:lpstr>
      <vt:lpstr>Family Tree</vt:lpstr>
      <vt:lpstr>Organizational Structure</vt:lpstr>
      <vt:lpstr>Book Structure</vt:lpstr>
      <vt:lpstr>Tree Depth</vt:lpstr>
      <vt:lpstr>Tree Depth</vt:lpstr>
      <vt:lpstr>Tree Depth</vt:lpstr>
      <vt:lpstr>Tree Depth</vt:lpstr>
      <vt:lpstr>Tree Depth</vt:lpstr>
      <vt:lpstr>Tree Depth</vt:lpstr>
      <vt:lpstr>Tree Height</vt:lpstr>
      <vt:lpstr>Tree Height</vt:lpstr>
      <vt:lpstr>Tree Height</vt:lpstr>
      <vt:lpstr>Tree Height</vt:lpstr>
      <vt:lpstr>Tree Height</vt:lpstr>
      <vt:lpstr>Tree Height</vt:lpstr>
      <vt:lpstr>Binary Trees</vt:lpstr>
      <vt:lpstr>Binary Trees</vt:lpstr>
      <vt:lpstr>Binary Tree Facts</vt:lpstr>
      <vt:lpstr>Binary Trees</vt:lpstr>
      <vt:lpstr>Binary Tree Code</vt:lpstr>
      <vt:lpstr>Try this!</vt:lpstr>
      <vt:lpstr>Try this!</vt:lpstr>
      <vt:lpstr>Try this!</vt:lpstr>
      <vt:lpstr>Try this!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2026-06-11T18:55:42Z</dcterms:modified>
</cp:coreProperties>
</file>