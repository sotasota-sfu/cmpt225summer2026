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5" r:id="rId30"/>
    <p:sldId id="284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AF34C-9882-874F-A274-460BA42E4592}" v="103" dt="2026-06-09T05:45:15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6-09T05:46:23.605" v="5061" actId="1076"/>
      <pc:docMkLst>
        <pc:docMk/>
      </pc:docMkLst>
      <pc:sldChg chg="modSp new mod">
        <pc:chgData name="Toby Donaldson" userId="2e6e5431-bb17-4c41-9985-d39c50d83c73" providerId="ADAL" clId="{F31BC264-820E-54C4-A6D1-F92AF9CC222E}" dt="2026-06-09T03:27:53.163" v="288" actId="20577"/>
        <pc:sldMkLst>
          <pc:docMk/>
          <pc:sldMk cId="9530373" sldId="256"/>
        </pc:sldMkLst>
        <pc:spChg chg="mod">
          <ac:chgData name="Toby Donaldson" userId="2e6e5431-bb17-4c41-9985-d39c50d83c73" providerId="ADAL" clId="{F31BC264-820E-54C4-A6D1-F92AF9CC222E}" dt="2026-06-09T03:27:30.846" v="256" actId="20577"/>
          <ac:spMkLst>
            <pc:docMk/>
            <pc:sldMk cId="9530373" sldId="256"/>
            <ac:spMk id="2" creationId="{92D403EF-79C8-55AD-08D0-C88D1F127FD0}"/>
          </ac:spMkLst>
        </pc:spChg>
        <pc:spChg chg="mod">
          <ac:chgData name="Toby Donaldson" userId="2e6e5431-bb17-4c41-9985-d39c50d83c73" providerId="ADAL" clId="{F31BC264-820E-54C4-A6D1-F92AF9CC222E}" dt="2026-06-09T03:27:53.163" v="288" actId="20577"/>
          <ac:spMkLst>
            <pc:docMk/>
            <pc:sldMk cId="9530373" sldId="256"/>
            <ac:spMk id="3" creationId="{A0FC18ED-98A4-48F4-FD7B-2E7703435F99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6-09T03:34:19.404" v="309" actId="14100"/>
        <pc:sldMkLst>
          <pc:docMk/>
          <pc:sldMk cId="2141975521" sldId="257"/>
        </pc:sldMkLst>
        <pc:spChg chg="mod">
          <ac:chgData name="Toby Donaldson" userId="2e6e5431-bb17-4c41-9985-d39c50d83c73" providerId="ADAL" clId="{F31BC264-820E-54C4-A6D1-F92AF9CC222E}" dt="2026-06-09T03:34:19.404" v="309" actId="14100"/>
          <ac:spMkLst>
            <pc:docMk/>
            <pc:sldMk cId="2141975521" sldId="257"/>
            <ac:spMk id="2" creationId="{FF2F0E47-4721-635A-BDEF-4F1DBFB27E73}"/>
          </ac:spMkLst>
        </pc:spChg>
        <pc:spChg chg="del">
          <ac:chgData name="Toby Donaldson" userId="2e6e5431-bb17-4c41-9985-d39c50d83c73" providerId="ADAL" clId="{F31BC264-820E-54C4-A6D1-F92AF9CC222E}" dt="2026-06-09T03:33:16.421" v="292" actId="21"/>
          <ac:spMkLst>
            <pc:docMk/>
            <pc:sldMk cId="2141975521" sldId="257"/>
            <ac:spMk id="3" creationId="{9A37E640-1064-A205-B5B8-5E8E1DC372E5}"/>
          </ac:spMkLst>
        </pc:spChg>
        <pc:picChg chg="add mod">
          <ac:chgData name="Toby Donaldson" userId="2e6e5431-bb17-4c41-9985-d39c50d83c73" providerId="ADAL" clId="{F31BC264-820E-54C4-A6D1-F92AF9CC222E}" dt="2026-06-09T03:34:14.054" v="308" actId="1076"/>
          <ac:picMkLst>
            <pc:docMk/>
            <pc:sldMk cId="2141975521" sldId="257"/>
            <ac:picMk id="4" creationId="{747B2A17-B18E-79DA-655C-2726E906FC6F}"/>
          </ac:picMkLst>
        </pc:picChg>
      </pc:sldChg>
      <pc:sldChg chg="addSp delSp modSp add mod">
        <pc:chgData name="Toby Donaldson" userId="2e6e5431-bb17-4c41-9985-d39c50d83c73" providerId="ADAL" clId="{F31BC264-820E-54C4-A6D1-F92AF9CC222E}" dt="2026-06-09T04:32:54.573" v="2034" actId="14100"/>
        <pc:sldMkLst>
          <pc:docMk/>
          <pc:sldMk cId="840441275" sldId="258"/>
        </pc:sldMkLst>
        <pc:spChg chg="mod">
          <ac:chgData name="Toby Donaldson" userId="2e6e5431-bb17-4c41-9985-d39c50d83c73" providerId="ADAL" clId="{F31BC264-820E-54C4-A6D1-F92AF9CC222E}" dt="2026-06-09T04:32:54.573" v="2034" actId="14100"/>
          <ac:spMkLst>
            <pc:docMk/>
            <pc:sldMk cId="840441275" sldId="258"/>
            <ac:spMk id="2" creationId="{7096E4B7-8068-662C-32B6-822E8BF1B510}"/>
          </ac:spMkLst>
        </pc:spChg>
        <pc:picChg chg="add mod">
          <ac:chgData name="Toby Donaldson" userId="2e6e5431-bb17-4c41-9985-d39c50d83c73" providerId="ADAL" clId="{F31BC264-820E-54C4-A6D1-F92AF9CC222E}" dt="2026-06-09T03:35:32.904" v="345" actId="14100"/>
          <ac:picMkLst>
            <pc:docMk/>
            <pc:sldMk cId="840441275" sldId="258"/>
            <ac:picMk id="3" creationId="{5CF60146-163C-3151-FA02-439FC10CCC11}"/>
          </ac:picMkLst>
        </pc:picChg>
        <pc:picChg chg="del">
          <ac:chgData name="Toby Donaldson" userId="2e6e5431-bb17-4c41-9985-d39c50d83c73" providerId="ADAL" clId="{F31BC264-820E-54C4-A6D1-F92AF9CC222E}" dt="2026-06-09T03:35:10.308" v="312" actId="21"/>
          <ac:picMkLst>
            <pc:docMk/>
            <pc:sldMk cId="840441275" sldId="258"/>
            <ac:picMk id="4" creationId="{DA84F4DB-40D6-CDBF-333A-EB6405DCD5D2}"/>
          </ac:picMkLst>
        </pc:picChg>
      </pc:sldChg>
      <pc:sldChg chg="addSp delSp modSp add mod">
        <pc:chgData name="Toby Donaldson" userId="2e6e5431-bb17-4c41-9985-d39c50d83c73" providerId="ADAL" clId="{F31BC264-820E-54C4-A6D1-F92AF9CC222E}" dt="2026-06-09T03:36:49.403" v="363" actId="14100"/>
        <pc:sldMkLst>
          <pc:docMk/>
          <pc:sldMk cId="3263256051" sldId="259"/>
        </pc:sldMkLst>
        <pc:spChg chg="mod">
          <ac:chgData name="Toby Donaldson" userId="2e6e5431-bb17-4c41-9985-d39c50d83c73" providerId="ADAL" clId="{F31BC264-820E-54C4-A6D1-F92AF9CC222E}" dt="2026-06-09T03:36:36.521" v="360" actId="20577"/>
          <ac:spMkLst>
            <pc:docMk/>
            <pc:sldMk cId="3263256051" sldId="259"/>
            <ac:spMk id="2" creationId="{02F5C6F7-3FA8-8C5C-ED13-52E0126BB4FD}"/>
          </ac:spMkLst>
        </pc:spChg>
        <pc:picChg chg="del">
          <ac:chgData name="Toby Donaldson" userId="2e6e5431-bb17-4c41-9985-d39c50d83c73" providerId="ADAL" clId="{F31BC264-820E-54C4-A6D1-F92AF9CC222E}" dt="2026-06-09T03:36:21.563" v="348" actId="21"/>
          <ac:picMkLst>
            <pc:docMk/>
            <pc:sldMk cId="3263256051" sldId="259"/>
            <ac:picMk id="3" creationId="{ECEEA8A5-7E37-E373-6F9A-AED2F8E52713}"/>
          </ac:picMkLst>
        </pc:picChg>
        <pc:picChg chg="add mod">
          <ac:chgData name="Toby Donaldson" userId="2e6e5431-bb17-4c41-9985-d39c50d83c73" providerId="ADAL" clId="{F31BC264-820E-54C4-A6D1-F92AF9CC222E}" dt="2026-06-09T03:36:49.403" v="363" actId="14100"/>
          <ac:picMkLst>
            <pc:docMk/>
            <pc:sldMk cId="3263256051" sldId="259"/>
            <ac:picMk id="4" creationId="{8E475AFE-0821-3829-8FAE-3AD5C8233BE3}"/>
          </ac:picMkLst>
        </pc:picChg>
      </pc:sldChg>
      <pc:sldChg chg="addSp delSp modSp add mod ord">
        <pc:chgData name="Toby Donaldson" userId="2e6e5431-bb17-4c41-9985-d39c50d83c73" providerId="ADAL" clId="{F31BC264-820E-54C4-A6D1-F92AF9CC222E}" dt="2026-06-09T04:36:50.942" v="2234" actId="478"/>
        <pc:sldMkLst>
          <pc:docMk/>
          <pc:sldMk cId="3184262657" sldId="260"/>
        </pc:sldMkLst>
        <pc:spChg chg="mod">
          <ac:chgData name="Toby Donaldson" userId="2e6e5431-bb17-4c41-9985-d39c50d83c73" providerId="ADAL" clId="{F31BC264-820E-54C4-A6D1-F92AF9CC222E}" dt="2026-06-09T03:38:07.631" v="387" actId="14100"/>
          <ac:spMkLst>
            <pc:docMk/>
            <pc:sldMk cId="3184262657" sldId="260"/>
            <ac:spMk id="2" creationId="{4ADD3EE6-7A9D-ED20-881A-337FEA6F5AEA}"/>
          </ac:spMkLst>
        </pc:spChg>
        <pc:spChg chg="add del mod">
          <ac:chgData name="Toby Donaldson" userId="2e6e5431-bb17-4c41-9985-d39c50d83c73" providerId="ADAL" clId="{F31BC264-820E-54C4-A6D1-F92AF9CC222E}" dt="2026-06-09T04:36:50.942" v="2234" actId="478"/>
          <ac:spMkLst>
            <pc:docMk/>
            <pc:sldMk cId="3184262657" sldId="260"/>
            <ac:spMk id="5" creationId="{490233CB-E0D6-EFD7-3ED0-7BB106C3734D}"/>
          </ac:spMkLst>
        </pc:spChg>
        <pc:spChg chg="add del mod">
          <ac:chgData name="Toby Donaldson" userId="2e6e5431-bb17-4c41-9985-d39c50d83c73" providerId="ADAL" clId="{F31BC264-820E-54C4-A6D1-F92AF9CC222E}" dt="2026-06-09T04:05:11.848" v="932"/>
          <ac:spMkLst>
            <pc:docMk/>
            <pc:sldMk cId="3184262657" sldId="260"/>
            <ac:spMk id="6" creationId="{139518F2-191C-9660-7CC2-30ABA1DFB34A}"/>
          </ac:spMkLst>
        </pc:spChg>
        <pc:picChg chg="add mod">
          <ac:chgData name="Toby Donaldson" userId="2e6e5431-bb17-4c41-9985-d39c50d83c73" providerId="ADAL" clId="{F31BC264-820E-54C4-A6D1-F92AF9CC222E}" dt="2026-06-09T03:37:55.230" v="369" actId="14100"/>
          <ac:picMkLst>
            <pc:docMk/>
            <pc:sldMk cId="3184262657" sldId="260"/>
            <ac:picMk id="3" creationId="{F3C13234-1BF8-7305-47B1-F804BC85C2EA}"/>
          </ac:picMkLst>
        </pc:picChg>
        <pc:picChg chg="del">
          <ac:chgData name="Toby Donaldson" userId="2e6e5431-bb17-4c41-9985-d39c50d83c73" providerId="ADAL" clId="{F31BC264-820E-54C4-A6D1-F92AF9CC222E}" dt="2026-06-09T03:37:09.574" v="365" actId="21"/>
          <ac:picMkLst>
            <pc:docMk/>
            <pc:sldMk cId="3184262657" sldId="260"/>
            <ac:picMk id="4" creationId="{11AA7C07-5D90-A312-B831-58790417119C}"/>
          </ac:picMkLst>
        </pc:picChg>
      </pc:sldChg>
      <pc:sldChg chg="addSp delSp modSp add mod setBg">
        <pc:chgData name="Toby Donaldson" userId="2e6e5431-bb17-4c41-9985-d39c50d83c73" providerId="ADAL" clId="{F31BC264-820E-54C4-A6D1-F92AF9CC222E}" dt="2026-06-09T03:42:52.350" v="498" actId="14100"/>
        <pc:sldMkLst>
          <pc:docMk/>
          <pc:sldMk cId="2378066371" sldId="261"/>
        </pc:sldMkLst>
        <pc:spChg chg="mod">
          <ac:chgData name="Toby Donaldson" userId="2e6e5431-bb17-4c41-9985-d39c50d83c73" providerId="ADAL" clId="{F31BC264-820E-54C4-A6D1-F92AF9CC222E}" dt="2026-06-09T03:42:47.124" v="497" actId="20577"/>
          <ac:spMkLst>
            <pc:docMk/>
            <pc:sldMk cId="2378066371" sldId="261"/>
            <ac:spMk id="2" creationId="{4F571F9E-7C55-9334-3CF7-5D64FE373B93}"/>
          </ac:spMkLst>
        </pc:spChg>
        <pc:spChg chg="add">
          <ac:chgData name="Toby Donaldson" userId="2e6e5431-bb17-4c41-9985-d39c50d83c73" providerId="ADAL" clId="{F31BC264-820E-54C4-A6D1-F92AF9CC222E}" dt="2026-06-09T03:42:26.377" v="479" actId="26606"/>
          <ac:spMkLst>
            <pc:docMk/>
            <pc:sldMk cId="2378066371" sldId="261"/>
            <ac:spMk id="9" creationId="{99ED5833-B85B-4103-8A3B-CAB0308E6C15}"/>
          </ac:spMkLst>
        </pc:spChg>
        <pc:picChg chg="add mod">
          <ac:chgData name="Toby Donaldson" userId="2e6e5431-bb17-4c41-9985-d39c50d83c73" providerId="ADAL" clId="{F31BC264-820E-54C4-A6D1-F92AF9CC222E}" dt="2026-06-09T03:42:52.350" v="498" actId="14100"/>
          <ac:picMkLst>
            <pc:docMk/>
            <pc:sldMk cId="2378066371" sldId="261"/>
            <ac:picMk id="3" creationId="{B0335EB4-E47C-3247-030D-FF98C0AF6898}"/>
          </ac:picMkLst>
        </pc:picChg>
        <pc:picChg chg="del mod ord">
          <ac:chgData name="Toby Donaldson" userId="2e6e5431-bb17-4c41-9985-d39c50d83c73" providerId="ADAL" clId="{F31BC264-820E-54C4-A6D1-F92AF9CC222E}" dt="2026-06-09T03:42:30.342" v="480" actId="21"/>
          <ac:picMkLst>
            <pc:docMk/>
            <pc:sldMk cId="2378066371" sldId="261"/>
            <ac:picMk id="4" creationId="{E4FDFC02-A8FC-4020-4C88-03A1A7C35652}"/>
          </ac:picMkLst>
        </pc:picChg>
      </pc:sldChg>
      <pc:sldChg chg="addSp delSp modSp add mod">
        <pc:chgData name="Toby Donaldson" userId="2e6e5431-bb17-4c41-9985-d39c50d83c73" providerId="ADAL" clId="{F31BC264-820E-54C4-A6D1-F92AF9CC222E}" dt="2026-06-09T03:44:16.524" v="510" actId="20577"/>
        <pc:sldMkLst>
          <pc:docMk/>
          <pc:sldMk cId="2501075412" sldId="262"/>
        </pc:sldMkLst>
        <pc:spChg chg="mod">
          <ac:chgData name="Toby Donaldson" userId="2e6e5431-bb17-4c41-9985-d39c50d83c73" providerId="ADAL" clId="{F31BC264-820E-54C4-A6D1-F92AF9CC222E}" dt="2026-06-09T03:44:16.524" v="510" actId="20577"/>
          <ac:spMkLst>
            <pc:docMk/>
            <pc:sldMk cId="2501075412" sldId="262"/>
            <ac:spMk id="2" creationId="{D530E52A-453C-E632-2F8B-AD12C359ACF5}"/>
          </ac:spMkLst>
        </pc:spChg>
        <pc:picChg chg="del">
          <ac:chgData name="Toby Donaldson" userId="2e6e5431-bb17-4c41-9985-d39c50d83c73" providerId="ADAL" clId="{F31BC264-820E-54C4-A6D1-F92AF9CC222E}" dt="2026-06-09T03:43:56.995" v="502" actId="21"/>
          <ac:picMkLst>
            <pc:docMk/>
            <pc:sldMk cId="2501075412" sldId="262"/>
            <ac:picMk id="3" creationId="{DEA0FB82-88DA-6923-F512-61009C35E650}"/>
          </ac:picMkLst>
        </pc:picChg>
        <pc:picChg chg="add mod">
          <ac:chgData name="Toby Donaldson" userId="2e6e5431-bb17-4c41-9985-d39c50d83c73" providerId="ADAL" clId="{F31BC264-820E-54C4-A6D1-F92AF9CC222E}" dt="2026-06-09T03:44:13.684" v="505" actId="14100"/>
          <ac:picMkLst>
            <pc:docMk/>
            <pc:sldMk cId="2501075412" sldId="262"/>
            <ac:picMk id="4" creationId="{0B7685D6-ED4A-244B-2F65-89AB71C1C77C}"/>
          </ac:picMkLst>
        </pc:picChg>
      </pc:sldChg>
      <pc:sldChg chg="addSp delSp modSp add mod">
        <pc:chgData name="Toby Donaldson" userId="2e6e5431-bb17-4c41-9985-d39c50d83c73" providerId="ADAL" clId="{F31BC264-820E-54C4-A6D1-F92AF9CC222E}" dt="2026-06-09T04:01:29.498" v="896" actId="14100"/>
        <pc:sldMkLst>
          <pc:docMk/>
          <pc:sldMk cId="1091161656" sldId="263"/>
        </pc:sldMkLst>
        <pc:spChg chg="mod">
          <ac:chgData name="Toby Donaldson" userId="2e6e5431-bb17-4c41-9985-d39c50d83c73" providerId="ADAL" clId="{F31BC264-820E-54C4-A6D1-F92AF9CC222E}" dt="2026-06-09T04:01:29.498" v="896" actId="14100"/>
          <ac:spMkLst>
            <pc:docMk/>
            <pc:sldMk cId="1091161656" sldId="263"/>
            <ac:spMk id="2" creationId="{7AED00D3-B6B0-9C0F-BE90-8C43CBFE8665}"/>
          </ac:spMkLst>
        </pc:spChg>
        <pc:spChg chg="add mod">
          <ac:chgData name="Toby Donaldson" userId="2e6e5431-bb17-4c41-9985-d39c50d83c73" providerId="ADAL" clId="{F31BC264-820E-54C4-A6D1-F92AF9CC222E}" dt="2026-06-09T03:49:35.950" v="538" actId="1076"/>
          <ac:spMkLst>
            <pc:docMk/>
            <pc:sldMk cId="1091161656" sldId="263"/>
            <ac:spMk id="5" creationId="{0D747520-1A2A-1E91-597E-94720957604F}"/>
          </ac:spMkLst>
        </pc:spChg>
        <pc:spChg chg="add mod">
          <ac:chgData name="Toby Donaldson" userId="2e6e5431-bb17-4c41-9985-d39c50d83c73" providerId="ADAL" clId="{F31BC264-820E-54C4-A6D1-F92AF9CC222E}" dt="2026-06-09T03:52:21.447" v="560" actId="12788"/>
          <ac:spMkLst>
            <pc:docMk/>
            <pc:sldMk cId="1091161656" sldId="263"/>
            <ac:spMk id="6" creationId="{2F7FBC7B-26C9-8870-7DF0-C575F69E9488}"/>
          </ac:spMkLst>
        </pc:spChg>
        <pc:spChg chg="add mod">
          <ac:chgData name="Toby Donaldson" userId="2e6e5431-bb17-4c41-9985-d39c50d83c73" providerId="ADAL" clId="{F31BC264-820E-54C4-A6D1-F92AF9CC222E}" dt="2026-06-09T03:52:21.447" v="560" actId="12788"/>
          <ac:spMkLst>
            <pc:docMk/>
            <pc:sldMk cId="1091161656" sldId="263"/>
            <ac:spMk id="7" creationId="{F9AB903C-A7F1-BF08-1F3D-4D87095CBEFE}"/>
          </ac:spMkLst>
        </pc:spChg>
        <pc:spChg chg="add del mod">
          <ac:chgData name="Toby Donaldson" userId="2e6e5431-bb17-4c41-9985-d39c50d83c73" providerId="ADAL" clId="{F31BC264-820E-54C4-A6D1-F92AF9CC222E}" dt="2026-06-09T03:52:37.133" v="563" actId="21"/>
          <ac:spMkLst>
            <pc:docMk/>
            <pc:sldMk cId="1091161656" sldId="263"/>
            <ac:spMk id="8" creationId="{DB62CF31-52E8-9187-0A60-9D1C29BC1988}"/>
          </ac:spMkLst>
        </pc:spChg>
        <pc:spChg chg="add del mod">
          <ac:chgData name="Toby Donaldson" userId="2e6e5431-bb17-4c41-9985-d39c50d83c73" providerId="ADAL" clId="{F31BC264-820E-54C4-A6D1-F92AF9CC222E}" dt="2026-06-09T03:52:33.379" v="562" actId="21"/>
          <ac:spMkLst>
            <pc:docMk/>
            <pc:sldMk cId="1091161656" sldId="263"/>
            <ac:spMk id="10" creationId="{8D673B68-8E1F-4615-66BF-E2D04F1A82EF}"/>
          </ac:spMkLst>
        </pc:spChg>
        <pc:spChg chg="mod">
          <ac:chgData name="Toby Donaldson" userId="2e6e5431-bb17-4c41-9985-d39c50d83c73" providerId="ADAL" clId="{F31BC264-820E-54C4-A6D1-F92AF9CC222E}" dt="2026-06-09T03:52:46.806" v="566" actId="20577"/>
          <ac:spMkLst>
            <pc:docMk/>
            <pc:sldMk cId="1091161656" sldId="263"/>
            <ac:spMk id="13" creationId="{11A4E523-0A88-486D-4897-F7699CEFFFCB}"/>
          </ac:spMkLst>
        </pc:spChg>
        <pc:spChg chg="mod">
          <ac:chgData name="Toby Donaldson" userId="2e6e5431-bb17-4c41-9985-d39c50d83c73" providerId="ADAL" clId="{F31BC264-820E-54C4-A6D1-F92AF9CC222E}" dt="2026-06-09T03:52:40.247" v="564"/>
          <ac:spMkLst>
            <pc:docMk/>
            <pc:sldMk cId="1091161656" sldId="263"/>
            <ac:spMk id="14" creationId="{2B828573-C616-997B-4C98-DDB4C99B06A1}"/>
          </ac:spMkLst>
        </pc:spChg>
        <pc:spChg chg="mod">
          <ac:chgData name="Toby Donaldson" userId="2e6e5431-bb17-4c41-9985-d39c50d83c73" providerId="ADAL" clId="{F31BC264-820E-54C4-A6D1-F92AF9CC222E}" dt="2026-06-09T03:52:55.573" v="569" actId="20577"/>
          <ac:spMkLst>
            <pc:docMk/>
            <pc:sldMk cId="1091161656" sldId="263"/>
            <ac:spMk id="16" creationId="{802404E3-9AA4-6B82-1146-EF15DF13BF80}"/>
          </ac:spMkLst>
        </pc:spChg>
        <pc:spChg chg="mod">
          <ac:chgData name="Toby Donaldson" userId="2e6e5431-bb17-4c41-9985-d39c50d83c73" providerId="ADAL" clId="{F31BC264-820E-54C4-A6D1-F92AF9CC222E}" dt="2026-06-09T03:52:49.261" v="567"/>
          <ac:spMkLst>
            <pc:docMk/>
            <pc:sldMk cId="1091161656" sldId="263"/>
            <ac:spMk id="17" creationId="{B02CA2C4-7FFC-6144-C01D-B48A6BB984B3}"/>
          </ac:spMkLst>
        </pc:spChg>
        <pc:spChg chg="mod">
          <ac:chgData name="Toby Donaldson" userId="2e6e5431-bb17-4c41-9985-d39c50d83c73" providerId="ADAL" clId="{F31BC264-820E-54C4-A6D1-F92AF9CC222E}" dt="2026-06-09T03:53:03.213" v="570"/>
          <ac:spMkLst>
            <pc:docMk/>
            <pc:sldMk cId="1091161656" sldId="263"/>
            <ac:spMk id="19" creationId="{A18FB23B-5349-4209-262A-2D7AD5323F60}"/>
          </ac:spMkLst>
        </pc:spChg>
        <pc:spChg chg="mod">
          <ac:chgData name="Toby Donaldson" userId="2e6e5431-bb17-4c41-9985-d39c50d83c73" providerId="ADAL" clId="{F31BC264-820E-54C4-A6D1-F92AF9CC222E}" dt="2026-06-09T03:53:03.213" v="570"/>
          <ac:spMkLst>
            <pc:docMk/>
            <pc:sldMk cId="1091161656" sldId="263"/>
            <ac:spMk id="20" creationId="{DC62FC07-3A9D-4F9B-DAAA-5A218F8C3013}"/>
          </ac:spMkLst>
        </pc:spChg>
        <pc:spChg chg="mod">
          <ac:chgData name="Toby Donaldson" userId="2e6e5431-bb17-4c41-9985-d39c50d83c73" providerId="ADAL" clId="{F31BC264-820E-54C4-A6D1-F92AF9CC222E}" dt="2026-06-09T03:53:19.942" v="574" actId="20577"/>
          <ac:spMkLst>
            <pc:docMk/>
            <pc:sldMk cId="1091161656" sldId="263"/>
            <ac:spMk id="22" creationId="{34A03F50-AD96-6A5B-D16C-6FD61892D754}"/>
          </ac:spMkLst>
        </pc:spChg>
        <pc:spChg chg="mod">
          <ac:chgData name="Toby Donaldson" userId="2e6e5431-bb17-4c41-9985-d39c50d83c73" providerId="ADAL" clId="{F31BC264-820E-54C4-A6D1-F92AF9CC222E}" dt="2026-06-09T03:53:11.900" v="572"/>
          <ac:spMkLst>
            <pc:docMk/>
            <pc:sldMk cId="1091161656" sldId="263"/>
            <ac:spMk id="23" creationId="{7F081D0E-D116-9265-A247-53A1F1817658}"/>
          </ac:spMkLst>
        </pc:spChg>
        <pc:spChg chg="mod">
          <ac:chgData name="Toby Donaldson" userId="2e6e5431-bb17-4c41-9985-d39c50d83c73" providerId="ADAL" clId="{F31BC264-820E-54C4-A6D1-F92AF9CC222E}" dt="2026-06-09T03:55:46.354" v="600" actId="20577"/>
          <ac:spMkLst>
            <pc:docMk/>
            <pc:sldMk cId="1091161656" sldId="263"/>
            <ac:spMk id="25" creationId="{DC13D579-2B1A-1D28-4605-F4BADB3525AE}"/>
          </ac:spMkLst>
        </pc:spChg>
        <pc:spChg chg="mod">
          <ac:chgData name="Toby Donaldson" userId="2e6e5431-bb17-4c41-9985-d39c50d83c73" providerId="ADAL" clId="{F31BC264-820E-54C4-A6D1-F92AF9CC222E}" dt="2026-06-09T03:53:26.729" v="575"/>
          <ac:spMkLst>
            <pc:docMk/>
            <pc:sldMk cId="1091161656" sldId="263"/>
            <ac:spMk id="26" creationId="{CFE254BE-13BB-2011-E4DA-1B67D1631752}"/>
          </ac:spMkLst>
        </pc:spChg>
        <pc:spChg chg="mod">
          <ac:chgData name="Toby Donaldson" userId="2e6e5431-bb17-4c41-9985-d39c50d83c73" providerId="ADAL" clId="{F31BC264-820E-54C4-A6D1-F92AF9CC222E}" dt="2026-06-09T03:55:43.417" v="599" actId="20577"/>
          <ac:spMkLst>
            <pc:docMk/>
            <pc:sldMk cId="1091161656" sldId="263"/>
            <ac:spMk id="28" creationId="{4E16BA69-98E7-F92B-2EB8-9C3E1D31F29E}"/>
          </ac:spMkLst>
        </pc:spChg>
        <pc:spChg chg="mod">
          <ac:chgData name="Toby Donaldson" userId="2e6e5431-bb17-4c41-9985-d39c50d83c73" providerId="ADAL" clId="{F31BC264-820E-54C4-A6D1-F92AF9CC222E}" dt="2026-06-09T03:53:27.358" v="576"/>
          <ac:spMkLst>
            <pc:docMk/>
            <pc:sldMk cId="1091161656" sldId="263"/>
            <ac:spMk id="29" creationId="{AB535CFF-DDCD-B96B-F528-619E93C5F531}"/>
          </ac:spMkLst>
        </pc:spChg>
        <pc:grpChg chg="add">
          <ac:chgData name="Toby Donaldson" userId="2e6e5431-bb17-4c41-9985-d39c50d83c73" providerId="ADAL" clId="{F31BC264-820E-54C4-A6D1-F92AF9CC222E}" dt="2026-06-09T03:52:29.383" v="561" actId="164"/>
          <ac:grpSpMkLst>
            <pc:docMk/>
            <pc:sldMk cId="1091161656" sldId="263"/>
            <ac:grpSpMk id="11" creationId="{F5219D3A-D24C-0805-2BFB-2AA17D75B10E}"/>
          </ac:grpSpMkLst>
        </pc:grpChg>
        <pc:grpChg chg="add mod">
          <ac:chgData name="Toby Donaldson" userId="2e6e5431-bb17-4c41-9985-d39c50d83c73" providerId="ADAL" clId="{F31BC264-820E-54C4-A6D1-F92AF9CC222E}" dt="2026-06-09T03:52:44.414" v="565" actId="1076"/>
          <ac:grpSpMkLst>
            <pc:docMk/>
            <pc:sldMk cId="1091161656" sldId="263"/>
            <ac:grpSpMk id="12" creationId="{449ED951-A518-97DF-E2F3-A18F73DD99CF}"/>
          </ac:grpSpMkLst>
        </pc:grpChg>
        <pc:grpChg chg="add mod">
          <ac:chgData name="Toby Donaldson" userId="2e6e5431-bb17-4c41-9985-d39c50d83c73" providerId="ADAL" clId="{F31BC264-820E-54C4-A6D1-F92AF9CC222E}" dt="2026-06-09T03:52:52.968" v="568" actId="1076"/>
          <ac:grpSpMkLst>
            <pc:docMk/>
            <pc:sldMk cId="1091161656" sldId="263"/>
            <ac:grpSpMk id="15" creationId="{32BE47FB-68DF-5BEF-E35C-5336FF8ECBB1}"/>
          </ac:grpSpMkLst>
        </pc:grpChg>
        <pc:grpChg chg="add mod">
          <ac:chgData name="Toby Donaldson" userId="2e6e5431-bb17-4c41-9985-d39c50d83c73" providerId="ADAL" clId="{F31BC264-820E-54C4-A6D1-F92AF9CC222E}" dt="2026-06-09T03:53:08.101" v="571" actId="1076"/>
          <ac:grpSpMkLst>
            <pc:docMk/>
            <pc:sldMk cId="1091161656" sldId="263"/>
            <ac:grpSpMk id="18" creationId="{993633F1-5713-8506-61A8-C1304420C41B}"/>
          </ac:grpSpMkLst>
        </pc:grpChg>
        <pc:grpChg chg="add mod">
          <ac:chgData name="Toby Donaldson" userId="2e6e5431-bb17-4c41-9985-d39c50d83c73" providerId="ADAL" clId="{F31BC264-820E-54C4-A6D1-F92AF9CC222E}" dt="2026-06-09T03:53:15.652" v="573" actId="1076"/>
          <ac:grpSpMkLst>
            <pc:docMk/>
            <pc:sldMk cId="1091161656" sldId="263"/>
            <ac:grpSpMk id="21" creationId="{1F153C53-7951-C911-C2F5-FEF023D466C3}"/>
          </ac:grpSpMkLst>
        </pc:grpChg>
        <pc:grpChg chg="add mod">
          <ac:chgData name="Toby Donaldson" userId="2e6e5431-bb17-4c41-9985-d39c50d83c73" providerId="ADAL" clId="{F31BC264-820E-54C4-A6D1-F92AF9CC222E}" dt="2026-06-09T03:53:38.564" v="580" actId="1076"/>
          <ac:grpSpMkLst>
            <pc:docMk/>
            <pc:sldMk cId="1091161656" sldId="263"/>
            <ac:grpSpMk id="24" creationId="{29A01CCC-639F-C589-DE51-1049378AB65D}"/>
          </ac:grpSpMkLst>
        </pc:grpChg>
        <pc:grpChg chg="add mod">
          <ac:chgData name="Toby Donaldson" userId="2e6e5431-bb17-4c41-9985-d39c50d83c73" providerId="ADAL" clId="{F31BC264-820E-54C4-A6D1-F92AF9CC222E}" dt="2026-06-09T03:53:31.284" v="577" actId="1076"/>
          <ac:grpSpMkLst>
            <pc:docMk/>
            <pc:sldMk cId="1091161656" sldId="263"/>
            <ac:grpSpMk id="27" creationId="{B96E80EF-9402-ACD4-C626-E4E03811A840}"/>
          </ac:grpSpMkLst>
        </pc:grpChg>
        <pc:grpChg chg="add mod">
          <ac:chgData name="Toby Donaldson" userId="2e6e5431-bb17-4c41-9985-d39c50d83c73" providerId="ADAL" clId="{F31BC264-820E-54C4-A6D1-F92AF9CC222E}" dt="2026-06-09T03:56:21.749" v="607" actId="1076"/>
          <ac:grpSpMkLst>
            <pc:docMk/>
            <pc:sldMk cId="1091161656" sldId="263"/>
            <ac:grpSpMk id="51" creationId="{8BDA2F83-8214-E0CC-6F30-89920F4ECC0B}"/>
          </ac:grpSpMkLst>
        </pc:grpChg>
        <pc:picChg chg="add del mod">
          <ac:chgData name="Toby Donaldson" userId="2e6e5431-bb17-4c41-9985-d39c50d83c73" providerId="ADAL" clId="{F31BC264-820E-54C4-A6D1-F92AF9CC222E}" dt="2026-06-09T03:56:06.125" v="605" actId="21"/>
          <ac:picMkLst>
            <pc:docMk/>
            <pc:sldMk cId="1091161656" sldId="263"/>
            <ac:picMk id="3" creationId="{2BEA7AC8-41B3-20F7-D3D3-FE8B5BFE6E55}"/>
          </ac:picMkLst>
        </pc:picChg>
        <pc:picChg chg="del">
          <ac:chgData name="Toby Donaldson" userId="2e6e5431-bb17-4c41-9985-d39c50d83c73" providerId="ADAL" clId="{F31BC264-820E-54C4-A6D1-F92AF9CC222E}" dt="2026-06-09T03:48:44.203" v="514" actId="21"/>
          <ac:picMkLst>
            <pc:docMk/>
            <pc:sldMk cId="1091161656" sldId="263"/>
            <ac:picMk id="4" creationId="{6BE97DBB-1CF0-0CAB-1563-F5E9272D4E32}"/>
          </ac:picMkLst>
        </pc:picChg>
        <pc:cxnChg chg="add mod">
          <ac:chgData name="Toby Donaldson" userId="2e6e5431-bb17-4c41-9985-d39c50d83c73" providerId="ADAL" clId="{F31BC264-820E-54C4-A6D1-F92AF9CC222E}" dt="2026-06-09T03:55:26.215" v="597" actId="14100"/>
          <ac:cxnSpMkLst>
            <pc:docMk/>
            <pc:sldMk cId="1091161656" sldId="263"/>
            <ac:cxnSpMk id="31" creationId="{7835375B-BC79-5349-1A5F-FE3B17783EE8}"/>
          </ac:cxnSpMkLst>
        </pc:cxnChg>
        <pc:cxnChg chg="add mod">
          <ac:chgData name="Toby Donaldson" userId="2e6e5431-bb17-4c41-9985-d39c50d83c73" providerId="ADAL" clId="{F31BC264-820E-54C4-A6D1-F92AF9CC222E}" dt="2026-06-09T03:55:30.083" v="598" actId="14100"/>
          <ac:cxnSpMkLst>
            <pc:docMk/>
            <pc:sldMk cId="1091161656" sldId="263"/>
            <ac:cxnSpMk id="32" creationId="{E73B0DF1-B1AB-807F-0017-4F389C4D9625}"/>
          </ac:cxnSpMkLst>
        </pc:cxnChg>
        <pc:cxnChg chg="add mod">
          <ac:chgData name="Toby Donaldson" userId="2e6e5431-bb17-4c41-9985-d39c50d83c73" providerId="ADAL" clId="{F31BC264-820E-54C4-A6D1-F92AF9CC222E}" dt="2026-06-09T03:55:20.466" v="596" actId="14100"/>
          <ac:cxnSpMkLst>
            <pc:docMk/>
            <pc:sldMk cId="1091161656" sldId="263"/>
            <ac:cxnSpMk id="35" creationId="{ED1DB103-E382-F9F3-16EB-309111B9733B}"/>
          </ac:cxnSpMkLst>
        </pc:cxnChg>
        <pc:cxnChg chg="add mod">
          <ac:chgData name="Toby Donaldson" userId="2e6e5431-bb17-4c41-9985-d39c50d83c73" providerId="ADAL" clId="{F31BC264-820E-54C4-A6D1-F92AF9CC222E}" dt="2026-06-09T03:54:47.999" v="590" actId="14100"/>
          <ac:cxnSpMkLst>
            <pc:docMk/>
            <pc:sldMk cId="1091161656" sldId="263"/>
            <ac:cxnSpMk id="38" creationId="{DA36A213-0284-71F4-EB3F-604BFCF46236}"/>
          </ac:cxnSpMkLst>
        </pc:cxnChg>
        <pc:cxnChg chg="add mod">
          <ac:chgData name="Toby Donaldson" userId="2e6e5431-bb17-4c41-9985-d39c50d83c73" providerId="ADAL" clId="{F31BC264-820E-54C4-A6D1-F92AF9CC222E}" dt="2026-06-09T03:55:10.866" v="595" actId="14100"/>
          <ac:cxnSpMkLst>
            <pc:docMk/>
            <pc:sldMk cId="1091161656" sldId="263"/>
            <ac:cxnSpMk id="41" creationId="{D5046CBE-193E-F046-FC66-DC3D9958A2D9}"/>
          </ac:cxnSpMkLst>
        </pc:cxnChg>
        <pc:cxnChg chg="add mod">
          <ac:chgData name="Toby Donaldson" userId="2e6e5431-bb17-4c41-9985-d39c50d83c73" providerId="ADAL" clId="{F31BC264-820E-54C4-A6D1-F92AF9CC222E}" dt="2026-06-09T03:55:57.582" v="603" actId="14100"/>
          <ac:cxnSpMkLst>
            <pc:docMk/>
            <pc:sldMk cId="1091161656" sldId="263"/>
            <ac:cxnSpMk id="48" creationId="{EFF77EA9-CFED-3362-B686-888B4A649343}"/>
          </ac:cxnSpMkLst>
        </pc:cxnChg>
      </pc:sldChg>
      <pc:sldChg chg="addSp delSp modSp del mod">
        <pc:chgData name="Toby Donaldson" userId="2e6e5431-bb17-4c41-9985-d39c50d83c73" providerId="ADAL" clId="{F31BC264-820E-54C4-A6D1-F92AF9CC222E}" dt="2026-06-09T03:27:21.325" v="249" actId="2696"/>
        <pc:sldMkLst>
          <pc:docMk/>
          <pc:sldMk cId="1207579823" sldId="263"/>
        </pc:sldMkLst>
      </pc:sldChg>
      <pc:sldChg chg="modSp new mod">
        <pc:chgData name="Toby Donaldson" userId="2e6e5431-bb17-4c41-9985-d39c50d83c73" providerId="ADAL" clId="{F31BC264-820E-54C4-A6D1-F92AF9CC222E}" dt="2026-06-09T04:01:08.669" v="893" actId="20577"/>
        <pc:sldMkLst>
          <pc:docMk/>
          <pc:sldMk cId="2592607096" sldId="264"/>
        </pc:sldMkLst>
        <pc:spChg chg="mod">
          <ac:chgData name="Toby Donaldson" userId="2e6e5431-bb17-4c41-9985-d39c50d83c73" providerId="ADAL" clId="{F31BC264-820E-54C4-A6D1-F92AF9CC222E}" dt="2026-06-09T03:57:34.278" v="643" actId="20577"/>
          <ac:spMkLst>
            <pc:docMk/>
            <pc:sldMk cId="2592607096" sldId="264"/>
            <ac:spMk id="2" creationId="{95DDE172-6A93-95F2-6EF3-3D2DBFE41D86}"/>
          </ac:spMkLst>
        </pc:spChg>
        <pc:spChg chg="mod">
          <ac:chgData name="Toby Donaldson" userId="2e6e5431-bb17-4c41-9985-d39c50d83c73" providerId="ADAL" clId="{F31BC264-820E-54C4-A6D1-F92AF9CC222E}" dt="2026-06-09T04:01:08.669" v="893" actId="20577"/>
          <ac:spMkLst>
            <pc:docMk/>
            <pc:sldMk cId="2592607096" sldId="264"/>
            <ac:spMk id="3" creationId="{51439C22-30C6-2BF5-70B2-93CB1683F8C5}"/>
          </ac:spMkLst>
        </pc:sp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808696199" sldId="265"/>
        </pc:sldMkLst>
      </pc:sldChg>
      <pc:sldChg chg="addSp delSp modSp add mod">
        <pc:chgData name="Toby Donaldson" userId="2e6e5431-bb17-4c41-9985-d39c50d83c73" providerId="ADAL" clId="{F31BC264-820E-54C4-A6D1-F92AF9CC222E}" dt="2026-06-09T04:11:07.472" v="1307" actId="1076"/>
        <pc:sldMkLst>
          <pc:docMk/>
          <pc:sldMk cId="2251480560" sldId="265"/>
        </pc:sldMkLst>
        <pc:spChg chg="mod">
          <ac:chgData name="Toby Donaldson" userId="2e6e5431-bb17-4c41-9985-d39c50d83c73" providerId="ADAL" clId="{F31BC264-820E-54C4-A6D1-F92AF9CC222E}" dt="2026-06-09T04:04:50.649" v="927" actId="27636"/>
          <ac:spMkLst>
            <pc:docMk/>
            <pc:sldMk cId="2251480560" sldId="265"/>
            <ac:spMk id="3" creationId="{F54F7FDB-EEE3-6BA7-0A8A-77E5C6E8299F}"/>
          </ac:spMkLst>
        </pc:spChg>
        <pc:spChg chg="mod">
          <ac:chgData name="Toby Donaldson" userId="2e6e5431-bb17-4c41-9985-d39c50d83c73" providerId="ADAL" clId="{F31BC264-820E-54C4-A6D1-F92AF9CC222E}" dt="2026-06-09T04:02:07.090" v="906" actId="20577"/>
          <ac:spMkLst>
            <pc:docMk/>
            <pc:sldMk cId="2251480560" sldId="265"/>
            <ac:spMk id="18" creationId="{8A197D70-F0C5-A310-DDBC-894669B7AFA4}"/>
          </ac:spMkLst>
        </pc:spChg>
        <pc:spChg chg="mod">
          <ac:chgData name="Toby Donaldson" userId="2e6e5431-bb17-4c41-9985-d39c50d83c73" providerId="ADAL" clId="{F31BC264-820E-54C4-A6D1-F92AF9CC222E}" dt="2026-06-09T04:01:47.775" v="900"/>
          <ac:spMkLst>
            <pc:docMk/>
            <pc:sldMk cId="2251480560" sldId="265"/>
            <ac:spMk id="19" creationId="{7ECE3FE5-0DB5-2B54-51E1-AA0A155D1DB1}"/>
          </ac:spMkLst>
        </pc:spChg>
        <pc:spChg chg="mod">
          <ac:chgData name="Toby Donaldson" userId="2e6e5431-bb17-4c41-9985-d39c50d83c73" providerId="ADAL" clId="{F31BC264-820E-54C4-A6D1-F92AF9CC222E}" dt="2026-06-09T04:02:09.689" v="907" actId="20577"/>
          <ac:spMkLst>
            <pc:docMk/>
            <pc:sldMk cId="2251480560" sldId="265"/>
            <ac:spMk id="20" creationId="{A27C13BC-A0B2-65DB-30D0-768A99A9BD00}"/>
          </ac:spMkLst>
        </pc:spChg>
        <pc:spChg chg="mod">
          <ac:chgData name="Toby Donaldson" userId="2e6e5431-bb17-4c41-9985-d39c50d83c73" providerId="ADAL" clId="{F31BC264-820E-54C4-A6D1-F92AF9CC222E}" dt="2026-06-09T04:02:03.345" v="905" actId="20577"/>
          <ac:spMkLst>
            <pc:docMk/>
            <pc:sldMk cId="2251480560" sldId="265"/>
            <ac:spMk id="22" creationId="{01347192-FB5B-B928-8B09-0D1E7E3E83CE}"/>
          </ac:spMkLst>
        </pc:spChg>
        <pc:spChg chg="mod">
          <ac:chgData name="Toby Donaldson" userId="2e6e5431-bb17-4c41-9985-d39c50d83c73" providerId="ADAL" clId="{F31BC264-820E-54C4-A6D1-F92AF9CC222E}" dt="2026-06-09T04:02:00.329" v="904" actId="20577"/>
          <ac:spMkLst>
            <pc:docMk/>
            <pc:sldMk cId="2251480560" sldId="265"/>
            <ac:spMk id="24" creationId="{47AE7CB2-BD4A-A1CA-A1F4-C6F0143739C7}"/>
          </ac:spMkLst>
        </pc:spChg>
        <pc:spChg chg="mod">
          <ac:chgData name="Toby Donaldson" userId="2e6e5431-bb17-4c41-9985-d39c50d83c73" providerId="ADAL" clId="{F31BC264-820E-54C4-A6D1-F92AF9CC222E}" dt="2026-06-09T04:01:47.775" v="900"/>
          <ac:spMkLst>
            <pc:docMk/>
            <pc:sldMk cId="2251480560" sldId="265"/>
            <ac:spMk id="25" creationId="{6D8F9ADF-0173-11BC-49D1-6869932F27BC}"/>
          </ac:spMkLst>
        </pc:spChg>
        <pc:spChg chg="mod">
          <ac:chgData name="Toby Donaldson" userId="2e6e5431-bb17-4c41-9985-d39c50d83c73" providerId="ADAL" clId="{F31BC264-820E-54C4-A6D1-F92AF9CC222E}" dt="2026-06-09T04:01:57.046" v="903" actId="20577"/>
          <ac:spMkLst>
            <pc:docMk/>
            <pc:sldMk cId="2251480560" sldId="265"/>
            <ac:spMk id="26" creationId="{5CE38307-E4BE-0FFF-F8BD-44407F7D6441}"/>
          </ac:spMkLst>
        </pc:spChg>
        <pc:spChg chg="mod">
          <ac:chgData name="Toby Donaldson" userId="2e6e5431-bb17-4c41-9985-d39c50d83c73" providerId="ADAL" clId="{F31BC264-820E-54C4-A6D1-F92AF9CC222E}" dt="2026-06-09T04:01:47.775" v="900"/>
          <ac:spMkLst>
            <pc:docMk/>
            <pc:sldMk cId="2251480560" sldId="265"/>
            <ac:spMk id="27" creationId="{A5DB1145-94A5-B377-6B67-9F46DB21BB66}"/>
          </ac:spMkLst>
        </pc:spChg>
        <pc:spChg chg="mod">
          <ac:chgData name="Toby Donaldson" userId="2e6e5431-bb17-4c41-9985-d39c50d83c73" providerId="ADAL" clId="{F31BC264-820E-54C4-A6D1-F92AF9CC222E}" dt="2026-06-09T04:01:54.510" v="902" actId="20577"/>
          <ac:spMkLst>
            <pc:docMk/>
            <pc:sldMk cId="2251480560" sldId="265"/>
            <ac:spMk id="28" creationId="{F4A53BE0-6BEE-B5DE-5919-9D429AE27158}"/>
          </ac:spMkLst>
        </pc:spChg>
        <pc:spChg chg="mod">
          <ac:chgData name="Toby Donaldson" userId="2e6e5431-bb17-4c41-9985-d39c50d83c73" providerId="ADAL" clId="{F31BC264-820E-54C4-A6D1-F92AF9CC222E}" dt="2026-06-09T04:01:47.775" v="900"/>
          <ac:spMkLst>
            <pc:docMk/>
            <pc:sldMk cId="2251480560" sldId="265"/>
            <ac:spMk id="29" creationId="{9B7540ED-F758-6CE2-46E7-1B9A2CADC8FC}"/>
          </ac:spMkLst>
        </pc:spChg>
        <pc:spChg chg="mod">
          <ac:chgData name="Toby Donaldson" userId="2e6e5431-bb17-4c41-9985-d39c50d83c73" providerId="ADAL" clId="{F31BC264-820E-54C4-A6D1-F92AF9CC222E}" dt="2026-06-09T04:01:51.819" v="901" actId="20577"/>
          <ac:spMkLst>
            <pc:docMk/>
            <pc:sldMk cId="2251480560" sldId="265"/>
            <ac:spMk id="30" creationId="{D1F496CE-7283-36EE-717B-0FACE5745DA5}"/>
          </ac:spMkLst>
        </pc:spChg>
        <pc:spChg chg="mod">
          <ac:chgData name="Toby Donaldson" userId="2e6e5431-bb17-4c41-9985-d39c50d83c73" providerId="ADAL" clId="{F31BC264-820E-54C4-A6D1-F92AF9CC222E}" dt="2026-06-09T04:01:47.775" v="900"/>
          <ac:spMkLst>
            <pc:docMk/>
            <pc:sldMk cId="2251480560" sldId="265"/>
            <ac:spMk id="31" creationId="{7D6B67CC-7F59-D2D8-B304-78F9BE4ABF71}"/>
          </ac:spMkLst>
        </pc:spChg>
        <pc:spChg chg="add mod">
          <ac:chgData name="Toby Donaldson" userId="2e6e5431-bb17-4c41-9985-d39c50d83c73" providerId="ADAL" clId="{F31BC264-820E-54C4-A6D1-F92AF9CC222E}" dt="2026-06-09T04:07:24.245" v="1069" actId="1076"/>
          <ac:spMkLst>
            <pc:docMk/>
            <pc:sldMk cId="2251480560" sldId="265"/>
            <ac:spMk id="38" creationId="{66ACE52F-A26C-4AA1-99AB-3E092A1F361B}"/>
          </ac:spMkLst>
        </pc:spChg>
        <pc:spChg chg="add mod">
          <ac:chgData name="Toby Donaldson" userId="2e6e5431-bb17-4c41-9985-d39c50d83c73" providerId="ADAL" clId="{F31BC264-820E-54C4-A6D1-F92AF9CC222E}" dt="2026-06-09T04:11:07.472" v="1307" actId="1076"/>
          <ac:spMkLst>
            <pc:docMk/>
            <pc:sldMk cId="2251480560" sldId="265"/>
            <ac:spMk id="39" creationId="{E8190F06-F42E-3310-463F-A1CE58A22D2A}"/>
          </ac:spMkLst>
        </pc:spChg>
        <pc:spChg chg="add mod">
          <ac:chgData name="Toby Donaldson" userId="2e6e5431-bb17-4c41-9985-d39c50d83c73" providerId="ADAL" clId="{F31BC264-820E-54C4-A6D1-F92AF9CC222E}" dt="2026-06-09T04:10:08.945" v="1271" actId="1076"/>
          <ac:spMkLst>
            <pc:docMk/>
            <pc:sldMk cId="2251480560" sldId="265"/>
            <ac:spMk id="40" creationId="{7D86CAD0-20AB-4000-6D5E-2BA8B4E03423}"/>
          </ac:spMkLst>
        </pc:spChg>
        <pc:grpChg chg="del">
          <ac:chgData name="Toby Donaldson" userId="2e6e5431-bb17-4c41-9985-d39c50d83c73" providerId="ADAL" clId="{F31BC264-820E-54C4-A6D1-F92AF9CC222E}" dt="2026-06-09T04:02:29.374" v="908" actId="165"/>
          <ac:grpSpMkLst>
            <pc:docMk/>
            <pc:sldMk cId="2251480560" sldId="265"/>
            <ac:grpSpMk id="4" creationId="{D44EA82B-5A69-2E3B-95A7-3D74193D8973}"/>
          </ac:grpSpMkLst>
        </pc:grpChg>
        <pc:grpChg chg="mod topLvl">
          <ac:chgData name="Toby Donaldson" userId="2e6e5431-bb17-4c41-9985-d39c50d83c73" providerId="ADAL" clId="{F31BC264-820E-54C4-A6D1-F92AF9CC222E}" dt="2026-06-09T04:04:27.913" v="922" actId="1076"/>
          <ac:grpSpMkLst>
            <pc:docMk/>
            <pc:sldMk cId="2251480560" sldId="265"/>
            <ac:grpSpMk id="5" creationId="{B9BEBB7B-92FD-DFCF-661B-52C6BDA4E54E}"/>
          </ac:grpSpMkLst>
        </pc:grpChg>
        <pc:grpChg chg="mod topLvl">
          <ac:chgData name="Toby Donaldson" userId="2e6e5431-bb17-4c41-9985-d39c50d83c73" providerId="ADAL" clId="{F31BC264-820E-54C4-A6D1-F92AF9CC222E}" dt="2026-06-09T04:04:27.913" v="922" actId="1076"/>
          <ac:grpSpMkLst>
            <pc:docMk/>
            <pc:sldMk cId="2251480560" sldId="265"/>
            <ac:grpSpMk id="6" creationId="{872FCCF4-9E86-23FA-4B75-8BABF2AA0E63}"/>
          </ac:grpSpMkLst>
        </pc:grpChg>
        <pc:grpChg chg="mod topLvl">
          <ac:chgData name="Toby Donaldson" userId="2e6e5431-bb17-4c41-9985-d39c50d83c73" providerId="ADAL" clId="{F31BC264-820E-54C4-A6D1-F92AF9CC222E}" dt="2026-06-09T04:04:27.913" v="922" actId="1076"/>
          <ac:grpSpMkLst>
            <pc:docMk/>
            <pc:sldMk cId="2251480560" sldId="265"/>
            <ac:grpSpMk id="7" creationId="{EFFCA7D7-FF39-5876-FA10-D7E26087DDE7}"/>
          </ac:grpSpMkLst>
        </pc:grpChg>
        <pc:grpChg chg="mod topLvl">
          <ac:chgData name="Toby Donaldson" userId="2e6e5431-bb17-4c41-9985-d39c50d83c73" providerId="ADAL" clId="{F31BC264-820E-54C4-A6D1-F92AF9CC222E}" dt="2026-06-09T04:04:27.913" v="922" actId="1076"/>
          <ac:grpSpMkLst>
            <pc:docMk/>
            <pc:sldMk cId="2251480560" sldId="265"/>
            <ac:grpSpMk id="8" creationId="{858FCC5B-4A18-19FD-B51E-4A5631316E63}"/>
          </ac:grpSpMkLst>
        </pc:grpChg>
        <pc:grpChg chg="mod topLvl">
          <ac:chgData name="Toby Donaldson" userId="2e6e5431-bb17-4c41-9985-d39c50d83c73" providerId="ADAL" clId="{F31BC264-820E-54C4-A6D1-F92AF9CC222E}" dt="2026-06-09T04:04:27.913" v="922" actId="1076"/>
          <ac:grpSpMkLst>
            <pc:docMk/>
            <pc:sldMk cId="2251480560" sldId="265"/>
            <ac:grpSpMk id="9" creationId="{59548799-E164-BD3B-A54C-7C4F6D4533C0}"/>
          </ac:grpSpMkLst>
        </pc:grpChg>
        <pc:grpChg chg="mod topLvl">
          <ac:chgData name="Toby Donaldson" userId="2e6e5431-bb17-4c41-9985-d39c50d83c73" providerId="ADAL" clId="{F31BC264-820E-54C4-A6D1-F92AF9CC222E}" dt="2026-06-09T04:04:27.913" v="922" actId="1076"/>
          <ac:grpSpMkLst>
            <pc:docMk/>
            <pc:sldMk cId="2251480560" sldId="265"/>
            <ac:grpSpMk id="10" creationId="{260585BC-99B0-3174-A323-5692DA03FB5A}"/>
          </ac:grpSpMkLst>
        </pc:grpChg>
        <pc:grpChg chg="mod topLvl">
          <ac:chgData name="Toby Donaldson" userId="2e6e5431-bb17-4c41-9985-d39c50d83c73" providerId="ADAL" clId="{F31BC264-820E-54C4-A6D1-F92AF9CC222E}" dt="2026-06-09T04:04:27.913" v="922" actId="1076"/>
          <ac:grpSpMkLst>
            <pc:docMk/>
            <pc:sldMk cId="2251480560" sldId="265"/>
            <ac:grpSpMk id="11" creationId="{CD7795B2-CA73-EDAC-B269-BF033799D23E}"/>
          </ac:grpSpMkLst>
        </pc:grpChg>
        <pc:grpChg chg="add mod">
          <ac:chgData name="Toby Donaldson" userId="2e6e5431-bb17-4c41-9985-d39c50d83c73" providerId="ADAL" clId="{F31BC264-820E-54C4-A6D1-F92AF9CC222E}" dt="2026-06-09T04:04:47.375" v="925" actId="1076"/>
          <ac:grpSpMkLst>
            <pc:docMk/>
            <pc:sldMk cId="2251480560" sldId="265"/>
            <ac:grpSpMk id="37" creationId="{DFCA06D3-EB82-C13B-A675-86CEB104E923}"/>
          </ac:grpSpMkLst>
        </pc:grpChg>
        <pc:cxnChg chg="mod">
          <ac:chgData name="Toby Donaldson" userId="2e6e5431-bb17-4c41-9985-d39c50d83c73" providerId="ADAL" clId="{F31BC264-820E-54C4-A6D1-F92AF9CC222E}" dt="2026-06-09T04:04:27.913" v="922" actId="1076"/>
          <ac:cxnSpMkLst>
            <pc:docMk/>
            <pc:sldMk cId="2251480560" sldId="265"/>
            <ac:cxnSpMk id="12" creationId="{5D25576D-B1B3-FF47-8961-68BF99CB82AC}"/>
          </ac:cxnSpMkLst>
        </pc:cxnChg>
        <pc:cxnChg chg="mod topLvl">
          <ac:chgData name="Toby Donaldson" userId="2e6e5431-bb17-4c41-9985-d39c50d83c73" providerId="ADAL" clId="{F31BC264-820E-54C4-A6D1-F92AF9CC222E}" dt="2026-06-09T04:04:27.913" v="922" actId="1076"/>
          <ac:cxnSpMkLst>
            <pc:docMk/>
            <pc:sldMk cId="2251480560" sldId="265"/>
            <ac:cxnSpMk id="13" creationId="{E80FDD87-9BF4-81B4-E30A-4AD0597B3C29}"/>
          </ac:cxnSpMkLst>
        </pc:cxnChg>
        <pc:cxnChg chg="mod">
          <ac:chgData name="Toby Donaldson" userId="2e6e5431-bb17-4c41-9985-d39c50d83c73" providerId="ADAL" clId="{F31BC264-820E-54C4-A6D1-F92AF9CC222E}" dt="2026-06-09T04:03:23.763" v="918" actId="14100"/>
          <ac:cxnSpMkLst>
            <pc:docMk/>
            <pc:sldMk cId="2251480560" sldId="265"/>
            <ac:cxnSpMk id="14" creationId="{66421DA2-3259-2693-B082-BC11748F3B9C}"/>
          </ac:cxnSpMkLst>
        </pc:cxnChg>
        <pc:cxnChg chg="mod">
          <ac:chgData name="Toby Donaldson" userId="2e6e5431-bb17-4c41-9985-d39c50d83c73" providerId="ADAL" clId="{F31BC264-820E-54C4-A6D1-F92AF9CC222E}" dt="2026-06-09T04:03:08.973" v="915" actId="12788"/>
          <ac:cxnSpMkLst>
            <pc:docMk/>
            <pc:sldMk cId="2251480560" sldId="265"/>
            <ac:cxnSpMk id="16" creationId="{0CE46D74-C590-F3B6-235E-9665FF417CD3}"/>
          </ac:cxnSpMkLst>
        </pc:cxnChg>
        <pc:cxnChg chg="mod topLvl">
          <ac:chgData name="Toby Donaldson" userId="2e6e5431-bb17-4c41-9985-d39c50d83c73" providerId="ADAL" clId="{F31BC264-820E-54C4-A6D1-F92AF9CC222E}" dt="2026-06-09T04:04:27.913" v="922" actId="1076"/>
          <ac:cxnSpMkLst>
            <pc:docMk/>
            <pc:sldMk cId="2251480560" sldId="265"/>
            <ac:cxnSpMk id="17" creationId="{3A796FAC-BCA0-D13D-C9A8-B575F05C8DAA}"/>
          </ac:cxnSpMkLst>
        </pc:cxn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83429740" sldId="266"/>
        </pc:sldMkLst>
      </pc:sldChg>
      <pc:sldChg chg="addSp delSp modSp add mod ord">
        <pc:chgData name="Toby Donaldson" userId="2e6e5431-bb17-4c41-9985-d39c50d83c73" providerId="ADAL" clId="{F31BC264-820E-54C4-A6D1-F92AF9CC222E}" dt="2026-06-09T04:14:18.012" v="1433" actId="20578"/>
        <pc:sldMkLst>
          <pc:docMk/>
          <pc:sldMk cId="564830593" sldId="266"/>
        </pc:sldMkLst>
        <pc:spChg chg="mod">
          <ac:chgData name="Toby Donaldson" userId="2e6e5431-bb17-4c41-9985-d39c50d83c73" providerId="ADAL" clId="{F31BC264-820E-54C4-A6D1-F92AF9CC222E}" dt="2026-06-09T04:12:05.061" v="1335" actId="20578"/>
          <ac:spMkLst>
            <pc:docMk/>
            <pc:sldMk cId="564830593" sldId="266"/>
            <ac:spMk id="3" creationId="{74B7E22E-A9A4-7914-BB92-AECA5EF204E8}"/>
          </ac:spMkLst>
        </pc:spChg>
        <pc:spChg chg="add del mod">
          <ac:chgData name="Toby Donaldson" userId="2e6e5431-bb17-4c41-9985-d39c50d83c73" providerId="ADAL" clId="{F31BC264-820E-54C4-A6D1-F92AF9CC222E}" dt="2026-06-09T04:12:54.102" v="1426" actId="21"/>
          <ac:spMkLst>
            <pc:docMk/>
            <pc:sldMk cId="564830593" sldId="266"/>
            <ac:spMk id="4" creationId="{CDF1BE14-38C8-8434-B9B4-A8F190A9C9E3}"/>
          </ac:spMkLst>
        </pc:spChg>
        <pc:spChg chg="mod">
          <ac:chgData name="Toby Donaldson" userId="2e6e5431-bb17-4c41-9985-d39c50d83c73" providerId="ADAL" clId="{F31BC264-820E-54C4-A6D1-F92AF9CC222E}" dt="2026-06-09T04:11:46.939" v="1331" actId="1076"/>
          <ac:spMkLst>
            <pc:docMk/>
            <pc:sldMk cId="564830593" sldId="266"/>
            <ac:spMk id="38" creationId="{0DCEC58B-1BF4-A3B5-60A2-9FF7E251C438}"/>
          </ac:spMkLst>
        </pc:spChg>
        <pc:spChg chg="del">
          <ac:chgData name="Toby Donaldson" userId="2e6e5431-bb17-4c41-9985-d39c50d83c73" providerId="ADAL" clId="{F31BC264-820E-54C4-A6D1-F92AF9CC222E}" dt="2026-06-09T04:11:28.981" v="1309" actId="21"/>
          <ac:spMkLst>
            <pc:docMk/>
            <pc:sldMk cId="564830593" sldId="266"/>
            <ac:spMk id="39" creationId="{910E4EA8-7C56-F04A-209B-51B2A9B85149}"/>
          </ac:spMkLst>
        </pc:spChg>
        <pc:spChg chg="del">
          <ac:chgData name="Toby Donaldson" userId="2e6e5431-bb17-4c41-9985-d39c50d83c73" providerId="ADAL" clId="{F31BC264-820E-54C4-A6D1-F92AF9CC222E}" dt="2026-06-09T04:11:28.981" v="1309" actId="21"/>
          <ac:spMkLst>
            <pc:docMk/>
            <pc:sldMk cId="564830593" sldId="266"/>
            <ac:spMk id="40" creationId="{6D9B88BF-EE30-B82F-D554-4C44B278139D}"/>
          </ac:spMkLst>
        </pc:spChg>
        <pc:cxnChg chg="del mod">
          <ac:chgData name="Toby Donaldson" userId="2e6e5431-bb17-4c41-9985-d39c50d83c73" providerId="ADAL" clId="{F31BC264-820E-54C4-A6D1-F92AF9CC222E}" dt="2026-06-09T04:11:52.758" v="1332" actId="21"/>
          <ac:cxnSpMkLst>
            <pc:docMk/>
            <pc:sldMk cId="564830593" sldId="266"/>
            <ac:cxnSpMk id="13" creationId="{658A91AE-B80F-A98D-12FF-F3FE1586A2FD}"/>
          </ac:cxnSpMkLst>
        </pc:cxn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940584518" sldId="267"/>
        </pc:sldMkLst>
      </pc:sldChg>
      <pc:sldChg chg="add ord">
        <pc:chgData name="Toby Donaldson" userId="2e6e5431-bb17-4c41-9985-d39c50d83c73" providerId="ADAL" clId="{F31BC264-820E-54C4-A6D1-F92AF9CC222E}" dt="2026-06-09T04:13:27.729" v="1431" actId="20578"/>
        <pc:sldMkLst>
          <pc:docMk/>
          <pc:sldMk cId="3448458330" sldId="267"/>
        </pc:sldMkLst>
      </pc:sldChg>
      <pc:sldChg chg="add del">
        <pc:chgData name="Toby Donaldson" userId="2e6e5431-bb17-4c41-9985-d39c50d83c73" providerId="ADAL" clId="{F31BC264-820E-54C4-A6D1-F92AF9CC222E}" dt="2026-06-09T04:13:10.176" v="1428" actId="2696"/>
        <pc:sldMkLst>
          <pc:docMk/>
          <pc:sldMk cId="416897547" sldId="268"/>
        </pc:sldMkLst>
      </pc:sldChg>
      <pc:sldChg chg="addSp delSp modSp add mod ord">
        <pc:chgData name="Toby Donaldson" userId="2e6e5431-bb17-4c41-9985-d39c50d83c73" providerId="ADAL" clId="{F31BC264-820E-54C4-A6D1-F92AF9CC222E}" dt="2026-06-09T04:15:49.761" v="1512" actId="21"/>
        <pc:sldMkLst>
          <pc:docMk/>
          <pc:sldMk cId="2786486047" sldId="268"/>
        </pc:sldMkLst>
        <pc:spChg chg="add mod">
          <ac:chgData name="Toby Donaldson" userId="2e6e5431-bb17-4c41-9985-d39c50d83c73" providerId="ADAL" clId="{F31BC264-820E-54C4-A6D1-F92AF9CC222E}" dt="2026-06-09T04:14:24.731" v="1434"/>
          <ac:spMkLst>
            <pc:docMk/>
            <pc:sldMk cId="2786486047" sldId="268"/>
            <ac:spMk id="4" creationId="{3EA1B574-4384-1C7A-680D-2A63AF4C36CB}"/>
          </ac:spMkLst>
        </pc:spChg>
        <pc:spChg chg="add del mod">
          <ac:chgData name="Toby Donaldson" userId="2e6e5431-bb17-4c41-9985-d39c50d83c73" providerId="ADAL" clId="{F31BC264-820E-54C4-A6D1-F92AF9CC222E}" dt="2026-06-09T04:15:49.761" v="1512" actId="21"/>
          <ac:spMkLst>
            <pc:docMk/>
            <pc:sldMk cId="2786486047" sldId="268"/>
            <ac:spMk id="32" creationId="{FEE119D0-820A-8049-927C-697EC6B9F786}"/>
          </ac:spMkLst>
        </pc:spChg>
        <pc:spChg chg="del">
          <ac:chgData name="Toby Donaldson" userId="2e6e5431-bb17-4c41-9985-d39c50d83c73" providerId="ADAL" clId="{F31BC264-820E-54C4-A6D1-F92AF9CC222E}" dt="2026-06-09T04:13:35.131" v="1432" actId="21"/>
          <ac:spMkLst>
            <pc:docMk/>
            <pc:sldMk cId="2786486047" sldId="268"/>
            <ac:spMk id="38" creationId="{2858C701-245B-0A9C-849E-DA03F155E52A}"/>
          </ac:spMkLst>
        </pc:spChg>
        <pc:spChg chg="del">
          <ac:chgData name="Toby Donaldson" userId="2e6e5431-bb17-4c41-9985-d39c50d83c73" providerId="ADAL" clId="{F31BC264-820E-54C4-A6D1-F92AF9CC222E}" dt="2026-06-09T04:13:35.131" v="1432" actId="21"/>
          <ac:spMkLst>
            <pc:docMk/>
            <pc:sldMk cId="2786486047" sldId="268"/>
            <ac:spMk id="39" creationId="{224DEC1D-10DA-B00C-9C12-F9A7A2A7D2EC}"/>
          </ac:spMkLst>
        </pc:spChg>
        <pc:spChg chg="del">
          <ac:chgData name="Toby Donaldson" userId="2e6e5431-bb17-4c41-9985-d39c50d83c73" providerId="ADAL" clId="{F31BC264-820E-54C4-A6D1-F92AF9CC222E}" dt="2026-06-09T04:13:35.131" v="1432" actId="21"/>
          <ac:spMkLst>
            <pc:docMk/>
            <pc:sldMk cId="2786486047" sldId="268"/>
            <ac:spMk id="40" creationId="{B134AB46-7D4C-497F-A4AE-EAEFFD21EDB6}"/>
          </ac:spMkLst>
        </pc:spChg>
        <pc:cxnChg chg="mod">
          <ac:chgData name="Toby Donaldson" userId="2e6e5431-bb17-4c41-9985-d39c50d83c73" providerId="ADAL" clId="{F31BC264-820E-54C4-A6D1-F92AF9CC222E}" dt="2026-06-09T04:14:43.488" v="1437" actId="1076"/>
          <ac:cxnSpMkLst>
            <pc:docMk/>
            <pc:sldMk cId="2786486047" sldId="268"/>
            <ac:cxnSpMk id="12" creationId="{040EED7F-E40F-D0C3-05E2-3CDA5B48A40D}"/>
          </ac:cxnSpMkLst>
        </pc:cxnChg>
        <pc:cxnChg chg="add mod">
          <ac:chgData name="Toby Donaldson" userId="2e6e5431-bb17-4c41-9985-d39c50d83c73" providerId="ADAL" clId="{F31BC264-820E-54C4-A6D1-F92AF9CC222E}" dt="2026-06-09T04:14:50.994" v="1440" actId="14100"/>
          <ac:cxnSpMkLst>
            <pc:docMk/>
            <pc:sldMk cId="2786486047" sldId="268"/>
            <ac:cxnSpMk id="33" creationId="{F26699E3-CA5E-3B3A-D68C-74015A67B51B}"/>
          </ac:cxnSpMkLst>
        </pc:cxn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891476017" sldId="268"/>
        </pc:sldMkLst>
      </pc:sldChg>
      <pc:sldChg chg="add">
        <pc:chgData name="Toby Donaldson" userId="2e6e5431-bb17-4c41-9985-d39c50d83c73" providerId="ADAL" clId="{F31BC264-820E-54C4-A6D1-F92AF9CC222E}" dt="2026-06-09T04:15:43.502" v="1511" actId="2890"/>
        <pc:sldMkLst>
          <pc:docMk/>
          <pc:sldMk cId="1775365488" sldId="269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347613437" sldId="269"/>
        </pc:sldMkLst>
      </pc:sldChg>
      <pc:sldChg chg="modSp add del mod">
        <pc:chgData name="Toby Donaldson" userId="2e6e5431-bb17-4c41-9985-d39c50d83c73" providerId="ADAL" clId="{F31BC264-820E-54C4-A6D1-F92AF9CC222E}" dt="2026-06-09T04:17:01.523" v="1589" actId="2696"/>
        <pc:sldMkLst>
          <pc:docMk/>
          <pc:sldMk cId="118295643" sldId="270"/>
        </pc:sldMkLst>
        <pc:spChg chg="mod">
          <ac:chgData name="Toby Donaldson" userId="2e6e5431-bb17-4c41-9985-d39c50d83c73" providerId="ADAL" clId="{F31BC264-820E-54C4-A6D1-F92AF9CC222E}" dt="2026-06-09T04:16:46.564" v="1588" actId="20577"/>
          <ac:spMkLst>
            <pc:docMk/>
            <pc:sldMk cId="118295643" sldId="270"/>
            <ac:spMk id="32" creationId="{4EEC3806-1EB9-D86F-E003-AF639FB89F69}"/>
          </ac:spMkLst>
        </pc:spChg>
        <pc:cxnChg chg="mod">
          <ac:chgData name="Toby Donaldson" userId="2e6e5431-bb17-4c41-9985-d39c50d83c73" providerId="ADAL" clId="{F31BC264-820E-54C4-A6D1-F92AF9CC222E}" dt="2026-06-09T04:16:23.710" v="1517" actId="14100"/>
          <ac:cxnSpMkLst>
            <pc:docMk/>
            <pc:sldMk cId="118295643" sldId="270"/>
            <ac:cxnSpMk id="33" creationId="{87AAE3C2-257B-8294-77EB-EC423CA9A666}"/>
          </ac:cxnSpMkLst>
        </pc:cxn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64488919" sldId="270"/>
        </pc:sldMkLst>
      </pc:sldChg>
      <pc:sldChg chg="addSp modSp add mod">
        <pc:chgData name="Toby Donaldson" userId="2e6e5431-bb17-4c41-9985-d39c50d83c73" providerId="ADAL" clId="{F31BC264-820E-54C4-A6D1-F92AF9CC222E}" dt="2026-06-09T04:20:06.578" v="1659" actId="113"/>
        <pc:sldMkLst>
          <pc:docMk/>
          <pc:sldMk cId="1532730266" sldId="270"/>
        </pc:sldMkLst>
        <pc:spChg chg="add mod">
          <ac:chgData name="Toby Donaldson" userId="2e6e5431-bb17-4c41-9985-d39c50d83c73" providerId="ADAL" clId="{F31BC264-820E-54C4-A6D1-F92AF9CC222E}" dt="2026-06-09T04:18:48.935" v="1598"/>
          <ac:spMkLst>
            <pc:docMk/>
            <pc:sldMk cId="1532730266" sldId="270"/>
            <ac:spMk id="3" creationId="{6CE203EF-44A0-7BFF-F137-D1F793C02F24}"/>
          </ac:spMkLst>
        </pc:spChg>
        <pc:spChg chg="add mod">
          <ac:chgData name="Toby Donaldson" userId="2e6e5431-bb17-4c41-9985-d39c50d83c73" providerId="ADAL" clId="{F31BC264-820E-54C4-A6D1-F92AF9CC222E}" dt="2026-06-09T04:20:06.578" v="1659" actId="113"/>
          <ac:spMkLst>
            <pc:docMk/>
            <pc:sldMk cId="1532730266" sldId="270"/>
            <ac:spMk id="5" creationId="{0598A421-3EF1-4043-A6E0-68931280F01D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6-09T04:24:17.158" v="1775" actId="113"/>
        <pc:sldMkLst>
          <pc:docMk/>
          <pc:sldMk cId="1717266924" sldId="271"/>
        </pc:sldMkLst>
        <pc:spChg chg="del">
          <ac:chgData name="Toby Donaldson" userId="2e6e5431-bb17-4c41-9985-d39c50d83c73" providerId="ADAL" clId="{F31BC264-820E-54C4-A6D1-F92AF9CC222E}" dt="2026-06-09T04:20:27.279" v="1661" actId="21"/>
          <ac:spMkLst>
            <pc:docMk/>
            <pc:sldMk cId="1717266924" sldId="271"/>
            <ac:spMk id="3" creationId="{1C04D1C6-6E15-1841-91B3-31FEAC3AE807}"/>
          </ac:spMkLst>
        </pc:spChg>
        <pc:spChg chg="mod">
          <ac:chgData name="Toby Donaldson" userId="2e6e5431-bb17-4c41-9985-d39c50d83c73" providerId="ADAL" clId="{F31BC264-820E-54C4-A6D1-F92AF9CC222E}" dt="2026-06-09T04:24:17.158" v="1775" actId="113"/>
          <ac:spMkLst>
            <pc:docMk/>
            <pc:sldMk cId="1717266924" sldId="271"/>
            <ac:spMk id="5" creationId="{2CF0A960-160C-157F-B85B-747CB4087ACD}"/>
          </ac:spMkLst>
        </pc:spChg>
        <pc:spChg chg="add del">
          <ac:chgData name="Toby Donaldson" userId="2e6e5431-bb17-4c41-9985-d39c50d83c73" providerId="ADAL" clId="{F31BC264-820E-54C4-A6D1-F92AF9CC222E}" dt="2026-06-09T04:21:28.925" v="1663" actId="21"/>
          <ac:spMkLst>
            <pc:docMk/>
            <pc:sldMk cId="1717266924" sldId="271"/>
            <ac:spMk id="6" creationId="{A29D6B4E-A9CD-CC92-4D1B-C9804A5C8C38}"/>
          </ac:spMkLst>
        </pc:spChg>
        <pc:spChg chg="add mod">
          <ac:chgData name="Toby Donaldson" userId="2e6e5431-bb17-4c41-9985-d39c50d83c73" providerId="ADAL" clId="{F31BC264-820E-54C4-A6D1-F92AF9CC222E}" dt="2026-06-09T04:23:20.706" v="1677" actId="1076"/>
          <ac:spMkLst>
            <pc:docMk/>
            <pc:sldMk cId="1717266924" sldId="271"/>
            <ac:spMk id="7" creationId="{DA215B34-4E1D-7CD9-B8B3-AB702F24705E}"/>
          </ac:spMkLst>
        </pc:spChg>
        <pc:picChg chg="mod">
          <ac:chgData name="Toby Donaldson" userId="2e6e5431-bb17-4c41-9985-d39c50d83c73" providerId="ADAL" clId="{F31BC264-820E-54C4-A6D1-F92AF9CC222E}" dt="2026-06-09T04:22:44.968" v="1673" actId="2085"/>
          <ac:picMkLst>
            <pc:docMk/>
            <pc:sldMk cId="1717266924" sldId="271"/>
            <ac:picMk id="4" creationId="{5EB941F1-4347-7B87-94F4-4B41EFCF8CC3}"/>
          </ac:picMkLst>
        </pc:pic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913241967" sldId="271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338478413" sldId="272"/>
        </pc:sldMkLst>
      </pc:sldChg>
      <pc:sldChg chg="addSp modSp add mod">
        <pc:chgData name="Toby Donaldson" userId="2e6e5431-bb17-4c41-9985-d39c50d83c73" providerId="ADAL" clId="{F31BC264-820E-54C4-A6D1-F92AF9CC222E}" dt="2026-06-09T04:31:41.660" v="2033" actId="20577"/>
        <pc:sldMkLst>
          <pc:docMk/>
          <pc:sldMk cId="1403331413" sldId="272"/>
        </pc:sldMkLst>
        <pc:spChg chg="add mod">
          <ac:chgData name="Toby Donaldson" userId="2e6e5431-bb17-4c41-9985-d39c50d83c73" providerId="ADAL" clId="{F31BC264-820E-54C4-A6D1-F92AF9CC222E}" dt="2026-06-09T04:31:41.660" v="2033" actId="20577"/>
          <ac:spMkLst>
            <pc:docMk/>
            <pc:sldMk cId="1403331413" sldId="272"/>
            <ac:spMk id="3" creationId="{9D384B77-817D-3385-3963-6DD555F816C7}"/>
          </ac:spMkLst>
        </pc:spChg>
        <pc:spChg chg="add mod">
          <ac:chgData name="Toby Donaldson" userId="2e6e5431-bb17-4c41-9985-d39c50d83c73" providerId="ADAL" clId="{F31BC264-820E-54C4-A6D1-F92AF9CC222E}" dt="2026-06-09T04:27:46.791" v="1865" actId="1076"/>
          <ac:spMkLst>
            <pc:docMk/>
            <pc:sldMk cId="1403331413" sldId="272"/>
            <ac:spMk id="5" creationId="{30F2B66D-4FD6-FFA4-1D78-8FA29ADC3BD3}"/>
          </ac:spMkLst>
        </pc:spChg>
        <pc:spChg chg="add mod">
          <ac:chgData name="Toby Donaldson" userId="2e6e5431-bb17-4c41-9985-d39c50d83c73" providerId="ADAL" clId="{F31BC264-820E-54C4-A6D1-F92AF9CC222E}" dt="2026-06-09T04:27:46.791" v="1865" actId="1076"/>
          <ac:spMkLst>
            <pc:docMk/>
            <pc:sldMk cId="1403331413" sldId="272"/>
            <ac:spMk id="6" creationId="{6CBCECE0-A506-7EDF-DF5E-990CA9232C27}"/>
          </ac:spMkLst>
        </pc:spChg>
        <pc:spChg chg="add mod">
          <ac:chgData name="Toby Donaldson" userId="2e6e5431-bb17-4c41-9985-d39c50d83c73" providerId="ADAL" clId="{F31BC264-820E-54C4-A6D1-F92AF9CC222E}" dt="2026-06-09T04:27:50.403" v="1866"/>
          <ac:spMkLst>
            <pc:docMk/>
            <pc:sldMk cId="1403331413" sldId="272"/>
            <ac:spMk id="8" creationId="{E51930BF-0B92-06FC-D918-CF0E7AB8322F}"/>
          </ac:spMkLst>
        </pc:spChg>
        <pc:spChg chg="add mod">
          <ac:chgData name="Toby Donaldson" userId="2e6e5431-bb17-4c41-9985-d39c50d83c73" providerId="ADAL" clId="{F31BC264-820E-54C4-A6D1-F92AF9CC222E}" dt="2026-06-09T04:27:50.403" v="1866"/>
          <ac:spMkLst>
            <pc:docMk/>
            <pc:sldMk cId="1403331413" sldId="272"/>
            <ac:spMk id="9" creationId="{91994030-A06D-F331-E7DC-4E9348020BA7}"/>
          </ac:spMkLst>
        </pc:spChg>
        <pc:spChg chg="add mod">
          <ac:chgData name="Toby Donaldson" userId="2e6e5431-bb17-4c41-9985-d39c50d83c73" providerId="ADAL" clId="{F31BC264-820E-54C4-A6D1-F92AF9CC222E}" dt="2026-06-09T04:27:50.403" v="1866"/>
          <ac:spMkLst>
            <pc:docMk/>
            <pc:sldMk cId="1403331413" sldId="272"/>
            <ac:spMk id="10" creationId="{25B23472-9815-0556-F8B0-2863E59A7754}"/>
          </ac:spMkLst>
        </pc:spChg>
        <pc:spChg chg="add mod">
          <ac:chgData name="Toby Donaldson" userId="2e6e5431-bb17-4c41-9985-d39c50d83c73" providerId="ADAL" clId="{F31BC264-820E-54C4-A6D1-F92AF9CC222E}" dt="2026-06-09T04:27:59.008" v="1867"/>
          <ac:spMkLst>
            <pc:docMk/>
            <pc:sldMk cId="1403331413" sldId="272"/>
            <ac:spMk id="12" creationId="{32099AC1-0B0B-7662-02B5-87811B9A1045}"/>
          </ac:spMkLst>
        </pc:spChg>
        <pc:spChg chg="add mod">
          <ac:chgData name="Toby Donaldson" userId="2e6e5431-bb17-4c41-9985-d39c50d83c73" providerId="ADAL" clId="{F31BC264-820E-54C4-A6D1-F92AF9CC222E}" dt="2026-06-09T04:27:59.008" v="1867"/>
          <ac:spMkLst>
            <pc:docMk/>
            <pc:sldMk cId="1403331413" sldId="272"/>
            <ac:spMk id="13" creationId="{CEEACB2C-CDD0-B121-5E2F-0C3D082FD11B}"/>
          </ac:spMkLst>
        </pc:spChg>
        <pc:spChg chg="add mod">
          <ac:chgData name="Toby Donaldson" userId="2e6e5431-bb17-4c41-9985-d39c50d83c73" providerId="ADAL" clId="{F31BC264-820E-54C4-A6D1-F92AF9CC222E}" dt="2026-06-09T04:27:59.008" v="1867"/>
          <ac:spMkLst>
            <pc:docMk/>
            <pc:sldMk cId="1403331413" sldId="272"/>
            <ac:spMk id="14" creationId="{335BA3BD-52FE-FC1A-0B5E-2A57CC33F676}"/>
          </ac:spMkLst>
        </pc:spChg>
        <pc:spChg chg="add mod">
          <ac:chgData name="Toby Donaldson" userId="2e6e5431-bb17-4c41-9985-d39c50d83c73" providerId="ADAL" clId="{F31BC264-820E-54C4-A6D1-F92AF9CC222E}" dt="2026-06-09T04:31:12.106" v="2028" actId="1076"/>
          <ac:spMkLst>
            <pc:docMk/>
            <pc:sldMk cId="1403331413" sldId="272"/>
            <ac:spMk id="15" creationId="{F427EFB5-AD28-55A9-6289-C245268BA73F}"/>
          </ac:spMkLst>
        </pc:spChg>
        <pc:spChg chg="add mod">
          <ac:chgData name="Toby Donaldson" userId="2e6e5431-bb17-4c41-9985-d39c50d83c73" providerId="ADAL" clId="{F31BC264-820E-54C4-A6D1-F92AF9CC222E}" dt="2026-06-09T04:31:12.106" v="2028" actId="1076"/>
          <ac:spMkLst>
            <pc:docMk/>
            <pc:sldMk cId="1403331413" sldId="272"/>
            <ac:spMk id="16" creationId="{F087C38F-11D0-AC62-4BDA-9EAF28B97680}"/>
          </ac:spMkLst>
        </pc:spChg>
        <pc:picChg chg="mod">
          <ac:chgData name="Toby Donaldson" userId="2e6e5431-bb17-4c41-9985-d39c50d83c73" providerId="ADAL" clId="{F31BC264-820E-54C4-A6D1-F92AF9CC222E}" dt="2026-06-09T04:27:46.791" v="1865" actId="1076"/>
          <ac:picMkLst>
            <pc:docMk/>
            <pc:sldMk cId="1403331413" sldId="272"/>
            <ac:picMk id="4" creationId="{9CE7EF84-C4DA-68B0-7B91-D5ABD826E845}"/>
          </ac:picMkLst>
        </pc:picChg>
        <pc:picChg chg="add mod">
          <ac:chgData name="Toby Donaldson" userId="2e6e5431-bb17-4c41-9985-d39c50d83c73" providerId="ADAL" clId="{F31BC264-820E-54C4-A6D1-F92AF9CC222E}" dt="2026-06-09T04:27:50.403" v="1866"/>
          <ac:picMkLst>
            <pc:docMk/>
            <pc:sldMk cId="1403331413" sldId="272"/>
            <ac:picMk id="7" creationId="{9DBCF49A-88E9-EAD1-926C-E695754AD39D}"/>
          </ac:picMkLst>
        </pc:picChg>
        <pc:picChg chg="add mod">
          <ac:chgData name="Toby Donaldson" userId="2e6e5431-bb17-4c41-9985-d39c50d83c73" providerId="ADAL" clId="{F31BC264-820E-54C4-A6D1-F92AF9CC222E}" dt="2026-06-09T04:27:59.008" v="1867"/>
          <ac:picMkLst>
            <pc:docMk/>
            <pc:sldMk cId="1403331413" sldId="272"/>
            <ac:picMk id="11" creationId="{8CE70EF5-9E5F-3AA5-23C1-75D757D7C089}"/>
          </ac:picMkLst>
        </pc:picChg>
      </pc:sldChg>
      <pc:sldChg chg="addSp delSp modSp add mod">
        <pc:chgData name="Toby Donaldson" userId="2e6e5431-bb17-4c41-9985-d39c50d83c73" providerId="ADAL" clId="{F31BC264-820E-54C4-A6D1-F92AF9CC222E}" dt="2026-06-09T04:36:00.337" v="2233" actId="692"/>
        <pc:sldMkLst>
          <pc:docMk/>
          <pc:sldMk cId="1675940344" sldId="273"/>
        </pc:sldMkLst>
        <pc:spChg chg="add mod">
          <ac:chgData name="Toby Donaldson" userId="2e6e5431-bb17-4c41-9985-d39c50d83c73" providerId="ADAL" clId="{F31BC264-820E-54C4-A6D1-F92AF9CC222E}" dt="2026-06-09T04:34:12.983" v="2150" actId="1076"/>
          <ac:spMkLst>
            <pc:docMk/>
            <pc:sldMk cId="1675940344" sldId="273"/>
            <ac:spMk id="4" creationId="{7695213A-FC15-F2C1-381C-45F8A1916825}"/>
          </ac:spMkLst>
        </pc:spChg>
        <pc:spChg chg="add mod">
          <ac:chgData name="Toby Donaldson" userId="2e6e5431-bb17-4c41-9985-d39c50d83c73" providerId="ADAL" clId="{F31BC264-820E-54C4-A6D1-F92AF9CC222E}" dt="2026-06-09T04:35:01.500" v="2212" actId="1076"/>
          <ac:spMkLst>
            <pc:docMk/>
            <pc:sldMk cId="1675940344" sldId="273"/>
            <ac:spMk id="5" creationId="{4EFC3613-D0F3-5F43-7AE5-A6EE29FA9BC7}"/>
          </ac:spMkLst>
        </pc:spChg>
        <pc:spChg chg="add del">
          <ac:chgData name="Toby Donaldson" userId="2e6e5431-bb17-4c41-9985-d39c50d83c73" providerId="ADAL" clId="{F31BC264-820E-54C4-A6D1-F92AF9CC222E}" dt="2026-06-09T04:35:19.105" v="2214" actId="11529"/>
          <ac:spMkLst>
            <pc:docMk/>
            <pc:sldMk cId="1675940344" sldId="273"/>
            <ac:spMk id="6" creationId="{BC5ED10D-0C04-345B-53F9-FB7397A1C1E8}"/>
          </ac:spMkLst>
        </pc:spChg>
        <pc:spChg chg="add mod">
          <ac:chgData name="Toby Donaldson" userId="2e6e5431-bb17-4c41-9985-d39c50d83c73" providerId="ADAL" clId="{F31BC264-820E-54C4-A6D1-F92AF9CC222E}" dt="2026-06-09T04:36:00.337" v="2233" actId="692"/>
          <ac:spMkLst>
            <pc:docMk/>
            <pc:sldMk cId="1675940344" sldId="273"/>
            <ac:spMk id="7" creationId="{BA79E676-20FC-AB23-80E5-96D8AC34F194}"/>
          </ac:spMkLst>
        </pc:spChg>
        <pc:picChg chg="mod">
          <ac:chgData name="Toby Donaldson" userId="2e6e5431-bb17-4c41-9985-d39c50d83c73" providerId="ADAL" clId="{F31BC264-820E-54C4-A6D1-F92AF9CC222E}" dt="2026-06-09T04:34:01.170" v="2147" actId="1076"/>
          <ac:picMkLst>
            <pc:docMk/>
            <pc:sldMk cId="1675940344" sldId="273"/>
            <ac:picMk id="3" creationId="{C2992BF4-3CB4-2590-02B3-A09C9DA4DDD0}"/>
          </ac:picMkLst>
        </pc:pic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123719014" sldId="273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286729824" sldId="274"/>
        </pc:sldMkLst>
      </pc:sldChg>
      <pc:sldChg chg="add">
        <pc:chgData name="Toby Donaldson" userId="2e6e5431-bb17-4c41-9985-d39c50d83c73" providerId="ADAL" clId="{F31BC264-820E-54C4-A6D1-F92AF9CC222E}" dt="2026-06-09T04:36:57.453" v="2235"/>
        <pc:sldMkLst>
          <pc:docMk/>
          <pc:sldMk cId="2779663032" sldId="274"/>
        </pc:sldMkLst>
      </pc:sldChg>
      <pc:sldChg chg="add del">
        <pc:chgData name="Toby Donaldson" userId="2e6e5431-bb17-4c41-9985-d39c50d83c73" providerId="ADAL" clId="{F31BC264-820E-54C4-A6D1-F92AF9CC222E}" dt="2026-06-09T04:33:19.156" v="2037"/>
        <pc:sldMkLst>
          <pc:docMk/>
          <pc:sldMk cId="3371374990" sldId="274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594134466" sldId="275"/>
        </pc:sldMkLst>
      </pc:sldChg>
      <pc:sldChg chg="addSp modSp new mod">
        <pc:chgData name="Toby Donaldson" userId="2e6e5431-bb17-4c41-9985-d39c50d83c73" providerId="ADAL" clId="{F31BC264-820E-54C4-A6D1-F92AF9CC222E}" dt="2026-06-09T05:05:46.131" v="3414"/>
        <pc:sldMkLst>
          <pc:docMk/>
          <pc:sldMk cId="829582894" sldId="275"/>
        </pc:sldMkLst>
        <pc:spChg chg="mod">
          <ac:chgData name="Toby Donaldson" userId="2e6e5431-bb17-4c41-9985-d39c50d83c73" providerId="ADAL" clId="{F31BC264-820E-54C4-A6D1-F92AF9CC222E}" dt="2026-06-09T04:38:38.404" v="2282" actId="14100"/>
          <ac:spMkLst>
            <pc:docMk/>
            <pc:sldMk cId="829582894" sldId="275"/>
            <ac:spMk id="2" creationId="{0A22EFB2-202B-5287-276B-D85926D2B6AD}"/>
          </ac:spMkLst>
        </pc:spChg>
        <pc:spChg chg="mod">
          <ac:chgData name="Toby Donaldson" userId="2e6e5431-bb17-4c41-9985-d39c50d83c73" providerId="ADAL" clId="{F31BC264-820E-54C4-A6D1-F92AF9CC222E}" dt="2026-06-09T05:05:46.131" v="3414"/>
          <ac:spMkLst>
            <pc:docMk/>
            <pc:sldMk cId="829582894" sldId="275"/>
            <ac:spMk id="3" creationId="{00692817-B0F5-CD28-0D8B-649B9E62DC70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19" creationId="{22010C28-C055-AC6F-4211-12AF050895E1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20" creationId="{1FC4456A-E328-FBDB-1330-3FC8EB777C79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21" creationId="{8F938DA6-7EE9-D5BA-9873-36110F56FF21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23" creationId="{ABAEBF32-10F4-452F-C391-7F57B84E1BBB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24" creationId="{A0506C0E-7919-7326-86C5-4F7E7A9DB604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27" creationId="{5BA7C342-C516-C088-DE49-F7BF84C45298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28" creationId="{05DCB5AE-A24F-E711-0FFC-4C5CB7347608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29" creationId="{CED14EB4-6BFC-DE48-C215-5EA5CFDD7F7A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30" creationId="{2166AE7C-4CA9-95FB-A9CA-6C7EBB321189}"/>
          </ac:spMkLst>
        </pc:spChg>
        <pc:spChg chg="mod">
          <ac:chgData name="Toby Donaldson" userId="2e6e5431-bb17-4c41-9985-d39c50d83c73" providerId="ADAL" clId="{F31BC264-820E-54C4-A6D1-F92AF9CC222E}" dt="2026-06-09T04:38:04.568" v="2253"/>
          <ac:spMkLst>
            <pc:docMk/>
            <pc:sldMk cId="829582894" sldId="275"/>
            <ac:spMk id="31" creationId="{0F6429F8-8FE8-4DB2-E6F4-CF0AEFC23C65}"/>
          </ac:spMkLst>
        </pc:spChg>
        <pc:grpChg chg="mod">
          <ac:chgData name="Toby Donaldson" userId="2e6e5431-bb17-4c41-9985-d39c50d83c73" providerId="ADAL" clId="{F31BC264-820E-54C4-A6D1-F92AF9CC222E}" dt="2026-06-09T04:38:14.766" v="2255" actId="1076"/>
          <ac:grpSpMkLst>
            <pc:docMk/>
            <pc:sldMk cId="829582894" sldId="275"/>
            <ac:grpSpMk id="4" creationId="{4A9C4A4E-1118-1AD3-9D41-9C3B64870900}"/>
          </ac:grpSpMkLst>
        </pc:grpChg>
      </pc:sldChg>
      <pc:sldChg chg="addSp delSp modSp add mod">
        <pc:chgData name="Toby Donaldson" userId="2e6e5431-bb17-4c41-9985-d39c50d83c73" providerId="ADAL" clId="{F31BC264-820E-54C4-A6D1-F92AF9CC222E}" dt="2026-06-09T05:05:25.320" v="3412" actId="20577"/>
        <pc:sldMkLst>
          <pc:docMk/>
          <pc:sldMk cId="1525370219" sldId="276"/>
        </pc:sldMkLst>
        <pc:spChg chg="mod">
          <ac:chgData name="Toby Donaldson" userId="2e6e5431-bb17-4c41-9985-d39c50d83c73" providerId="ADAL" clId="{F31BC264-820E-54C4-A6D1-F92AF9CC222E}" dt="2026-06-09T05:05:25.320" v="3412" actId="20577"/>
          <ac:spMkLst>
            <pc:docMk/>
            <pc:sldMk cId="1525370219" sldId="276"/>
            <ac:spMk id="3" creationId="{1DD7C42D-DAF0-51AD-CBBC-FEDA41164DCE}"/>
          </ac:spMkLst>
        </pc:spChg>
        <pc:spChg chg="add mod">
          <ac:chgData name="Toby Donaldson" userId="2e6e5431-bb17-4c41-9985-d39c50d83c73" providerId="ADAL" clId="{F31BC264-820E-54C4-A6D1-F92AF9CC222E}" dt="2026-06-09T04:45:30.629" v="2628" actId="20577"/>
          <ac:spMkLst>
            <pc:docMk/>
            <pc:sldMk cId="1525370219" sldId="276"/>
            <ac:spMk id="33" creationId="{D8086557-AB19-55C8-821F-C7D4796ADA19}"/>
          </ac:spMkLst>
        </pc:spChg>
        <pc:spChg chg="add mod">
          <ac:chgData name="Toby Donaldson" userId="2e6e5431-bb17-4c41-9985-d39c50d83c73" providerId="ADAL" clId="{F31BC264-820E-54C4-A6D1-F92AF9CC222E}" dt="2026-06-09T04:48:32.502" v="2639" actId="171"/>
          <ac:spMkLst>
            <pc:docMk/>
            <pc:sldMk cId="1525370219" sldId="276"/>
            <ac:spMk id="34" creationId="{76D58B7C-29B1-A23D-907F-338DCF4E67AD}"/>
          </ac:spMkLst>
        </pc:spChg>
        <pc:spChg chg="add mod">
          <ac:chgData name="Toby Donaldson" userId="2e6e5431-bb17-4c41-9985-d39c50d83c73" providerId="ADAL" clId="{F31BC264-820E-54C4-A6D1-F92AF9CC222E}" dt="2026-06-09T04:48:25.204" v="2638" actId="692"/>
          <ac:spMkLst>
            <pc:docMk/>
            <pc:sldMk cId="1525370219" sldId="276"/>
            <ac:spMk id="35" creationId="{976DDA84-2191-A221-4853-B0CEDB3199DD}"/>
          </ac:spMkLst>
        </pc:spChg>
        <pc:spChg chg="add mod">
          <ac:chgData name="Toby Donaldson" userId="2e6e5431-bb17-4c41-9985-d39c50d83c73" providerId="ADAL" clId="{F31BC264-820E-54C4-A6D1-F92AF9CC222E}" dt="2026-06-09T04:48:52.790" v="2642" actId="20577"/>
          <ac:spMkLst>
            <pc:docMk/>
            <pc:sldMk cId="1525370219" sldId="276"/>
            <ac:spMk id="36" creationId="{638AAF04-E856-D02A-2448-F89E14754B90}"/>
          </ac:spMkLst>
        </pc:spChg>
        <pc:spChg chg="add mod">
          <ac:chgData name="Toby Donaldson" userId="2e6e5431-bb17-4c41-9985-d39c50d83c73" providerId="ADAL" clId="{F31BC264-820E-54C4-A6D1-F92AF9CC222E}" dt="2026-06-09T04:49:05.068" v="2645" actId="1076"/>
          <ac:spMkLst>
            <pc:docMk/>
            <pc:sldMk cId="1525370219" sldId="276"/>
            <ac:spMk id="37" creationId="{C702BC2C-4E3A-6F03-DCD5-D491843E0187}"/>
          </ac:spMkLst>
        </pc:spChg>
        <pc:spChg chg="add mod">
          <ac:chgData name="Toby Donaldson" userId="2e6e5431-bb17-4c41-9985-d39c50d83c73" providerId="ADAL" clId="{F31BC264-820E-54C4-A6D1-F92AF9CC222E}" dt="2026-06-09T04:50:01.529" v="2747" actId="313"/>
          <ac:spMkLst>
            <pc:docMk/>
            <pc:sldMk cId="1525370219" sldId="276"/>
            <ac:spMk id="38" creationId="{B8A1893C-6419-F004-DECA-B0F2663C8C25}"/>
          </ac:spMkLst>
        </pc:spChg>
        <pc:spChg chg="add mod">
          <ac:chgData name="Toby Donaldson" userId="2e6e5431-bb17-4c41-9985-d39c50d83c73" providerId="ADAL" clId="{F31BC264-820E-54C4-A6D1-F92AF9CC222E}" dt="2026-06-09T04:51:26.886" v="2844" actId="207"/>
          <ac:spMkLst>
            <pc:docMk/>
            <pc:sldMk cId="1525370219" sldId="276"/>
            <ac:spMk id="39" creationId="{C85B7EA3-C443-DB97-569D-1CEFC58223E9}"/>
          </ac:spMkLst>
        </pc:spChg>
        <pc:grpChg chg="del mod">
          <ac:chgData name="Toby Donaldson" userId="2e6e5431-bb17-4c41-9985-d39c50d83c73" providerId="ADAL" clId="{F31BC264-820E-54C4-A6D1-F92AF9CC222E}" dt="2026-06-09T04:42:57.573" v="2491" actId="21"/>
          <ac:grpSpMkLst>
            <pc:docMk/>
            <pc:sldMk cId="1525370219" sldId="276"/>
            <ac:grpSpMk id="4" creationId="{EF5EED8C-83AE-D984-E254-985A45C27609}"/>
          </ac:grpSpMkLst>
        </pc:grpChg>
        <pc:picChg chg="add mod">
          <ac:chgData name="Toby Donaldson" userId="2e6e5431-bb17-4c41-9985-d39c50d83c73" providerId="ADAL" clId="{F31BC264-820E-54C4-A6D1-F92AF9CC222E}" dt="2026-06-09T04:46:46.802" v="2630" actId="1076"/>
          <ac:picMkLst>
            <pc:docMk/>
            <pc:sldMk cId="1525370219" sldId="276"/>
            <ac:picMk id="32" creationId="{C0AE5C66-7B5D-4A8D-C761-8ACC320855E8}"/>
          </ac:picMkLst>
        </pc:picChg>
        <pc:cxnChg chg="mod">
          <ac:chgData name="Toby Donaldson" userId="2e6e5431-bb17-4c41-9985-d39c50d83c73" providerId="ADAL" clId="{F31BC264-820E-54C4-A6D1-F92AF9CC222E}" dt="2026-06-09T04:42:57.573" v="2491" actId="21"/>
          <ac:cxnSpMkLst>
            <pc:docMk/>
            <pc:sldMk cId="1525370219" sldId="276"/>
            <ac:cxnSpMk id="12" creationId="{89CDADD9-8033-3378-9F75-87673DE2F0C5}"/>
          </ac:cxnSpMkLst>
        </pc:cxnChg>
        <pc:cxnChg chg="mod">
          <ac:chgData name="Toby Donaldson" userId="2e6e5431-bb17-4c41-9985-d39c50d83c73" providerId="ADAL" clId="{F31BC264-820E-54C4-A6D1-F92AF9CC222E}" dt="2026-06-09T04:42:57.573" v="2491" actId="21"/>
          <ac:cxnSpMkLst>
            <pc:docMk/>
            <pc:sldMk cId="1525370219" sldId="276"/>
            <ac:cxnSpMk id="13" creationId="{9085773A-FA8B-4E65-05A6-9E12033073CF}"/>
          </ac:cxnSpMkLst>
        </pc:cxnChg>
        <pc:cxnChg chg="mod">
          <ac:chgData name="Toby Donaldson" userId="2e6e5431-bb17-4c41-9985-d39c50d83c73" providerId="ADAL" clId="{F31BC264-820E-54C4-A6D1-F92AF9CC222E}" dt="2026-06-09T04:42:57.573" v="2491" actId="21"/>
          <ac:cxnSpMkLst>
            <pc:docMk/>
            <pc:sldMk cId="1525370219" sldId="276"/>
            <ac:cxnSpMk id="14" creationId="{1B4323E2-7293-0211-45B0-75F8EF834A76}"/>
          </ac:cxnSpMkLst>
        </pc:cxnChg>
        <pc:cxnChg chg="mod">
          <ac:chgData name="Toby Donaldson" userId="2e6e5431-bb17-4c41-9985-d39c50d83c73" providerId="ADAL" clId="{F31BC264-820E-54C4-A6D1-F92AF9CC222E}" dt="2026-06-09T04:42:57.573" v="2491" actId="21"/>
          <ac:cxnSpMkLst>
            <pc:docMk/>
            <pc:sldMk cId="1525370219" sldId="276"/>
            <ac:cxnSpMk id="15" creationId="{8B3541AB-CA40-2022-5298-16BAC5B832EF}"/>
          </ac:cxnSpMkLst>
        </pc:cxnChg>
        <pc:cxnChg chg="mod">
          <ac:chgData name="Toby Donaldson" userId="2e6e5431-bb17-4c41-9985-d39c50d83c73" providerId="ADAL" clId="{F31BC264-820E-54C4-A6D1-F92AF9CC222E}" dt="2026-06-09T04:42:57.573" v="2491" actId="21"/>
          <ac:cxnSpMkLst>
            <pc:docMk/>
            <pc:sldMk cId="1525370219" sldId="276"/>
            <ac:cxnSpMk id="16" creationId="{A2F01C9C-E73F-06BC-937F-B2B84D96D793}"/>
          </ac:cxnSpMkLst>
        </pc:cxnChg>
        <pc:cxnChg chg="mod">
          <ac:chgData name="Toby Donaldson" userId="2e6e5431-bb17-4c41-9985-d39c50d83c73" providerId="ADAL" clId="{F31BC264-820E-54C4-A6D1-F92AF9CC222E}" dt="2026-06-09T04:42:57.573" v="2491" actId="21"/>
          <ac:cxnSpMkLst>
            <pc:docMk/>
            <pc:sldMk cId="1525370219" sldId="276"/>
            <ac:cxnSpMk id="17" creationId="{53B8ACEE-64F2-31CB-F421-361FE8891286}"/>
          </ac:cxnSpMkLst>
        </pc:cxn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770763274" sldId="276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386869099" sldId="277"/>
        </pc:sldMkLst>
      </pc:sldChg>
      <pc:sldChg chg="modSp add">
        <pc:chgData name="Toby Donaldson" userId="2e6e5431-bb17-4c41-9985-d39c50d83c73" providerId="ADAL" clId="{F31BC264-820E-54C4-A6D1-F92AF9CC222E}" dt="2026-06-09T05:05:31.877" v="3413"/>
        <pc:sldMkLst>
          <pc:docMk/>
          <pc:sldMk cId="4251538934" sldId="277"/>
        </pc:sldMkLst>
        <pc:spChg chg="mod">
          <ac:chgData name="Toby Donaldson" userId="2e6e5431-bb17-4c41-9985-d39c50d83c73" providerId="ADAL" clId="{F31BC264-820E-54C4-A6D1-F92AF9CC222E}" dt="2026-06-09T05:05:31.877" v="3413"/>
          <ac:spMkLst>
            <pc:docMk/>
            <pc:sldMk cId="4251538934" sldId="277"/>
            <ac:spMk id="3" creationId="{13D2A35C-B3F9-A5EE-5A52-29E991973E23}"/>
          </ac:spMkLst>
        </pc:sp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918093263" sldId="278"/>
        </pc:sldMkLst>
      </pc:sldChg>
      <pc:sldChg chg="addSp delSp modSp add mod">
        <pc:chgData name="Toby Donaldson" userId="2e6e5431-bb17-4c41-9985-d39c50d83c73" providerId="ADAL" clId="{F31BC264-820E-54C4-A6D1-F92AF9CC222E}" dt="2026-06-09T04:58:30.368" v="3049" actId="207"/>
        <pc:sldMkLst>
          <pc:docMk/>
          <pc:sldMk cId="2979288468" sldId="278"/>
        </pc:sldMkLst>
        <pc:spChg chg="mod">
          <ac:chgData name="Toby Donaldson" userId="2e6e5431-bb17-4c41-9985-d39c50d83c73" providerId="ADAL" clId="{F31BC264-820E-54C4-A6D1-F92AF9CC222E}" dt="2026-06-09T04:58:11.907" v="3048" actId="27636"/>
          <ac:spMkLst>
            <pc:docMk/>
            <pc:sldMk cId="2979288468" sldId="278"/>
            <ac:spMk id="3" creationId="{D0D51199-1A68-187B-5A3A-C8311E6BA63A}"/>
          </ac:spMkLst>
        </pc:spChg>
        <pc:spChg chg="add mod">
          <ac:chgData name="Toby Donaldson" userId="2e6e5431-bb17-4c41-9985-d39c50d83c73" providerId="ADAL" clId="{F31BC264-820E-54C4-A6D1-F92AF9CC222E}" dt="2026-06-09T04:54:28.868" v="2941" actId="1076"/>
          <ac:spMkLst>
            <pc:docMk/>
            <pc:sldMk cId="2979288468" sldId="278"/>
            <ac:spMk id="5" creationId="{87DEC08B-12B6-2AA2-061F-942186E50345}"/>
          </ac:spMkLst>
        </pc:spChg>
        <pc:spChg chg="add mod">
          <ac:chgData name="Toby Donaldson" userId="2e6e5431-bb17-4c41-9985-d39c50d83c73" providerId="ADAL" clId="{F31BC264-820E-54C4-A6D1-F92AF9CC222E}" dt="2026-06-09T04:54:30.700" v="2942" actId="1076"/>
          <ac:spMkLst>
            <pc:docMk/>
            <pc:sldMk cId="2979288468" sldId="278"/>
            <ac:spMk id="6" creationId="{11154DCE-10BB-E6EE-BADB-2A80B869C9A8}"/>
          </ac:spMkLst>
        </pc:spChg>
        <pc:spChg chg="add mod">
          <ac:chgData name="Toby Donaldson" userId="2e6e5431-bb17-4c41-9985-d39c50d83c73" providerId="ADAL" clId="{F31BC264-820E-54C4-A6D1-F92AF9CC222E}" dt="2026-06-09T04:54:33.629" v="2943" actId="1076"/>
          <ac:spMkLst>
            <pc:docMk/>
            <pc:sldMk cId="2979288468" sldId="278"/>
            <ac:spMk id="7" creationId="{014E1FCE-4D73-B4EF-D8D9-B0D47507C2EB}"/>
          </ac:spMkLst>
        </pc:spChg>
        <pc:spChg chg="add mod">
          <ac:chgData name="Toby Donaldson" userId="2e6e5431-bb17-4c41-9985-d39c50d83c73" providerId="ADAL" clId="{F31BC264-820E-54C4-A6D1-F92AF9CC222E}" dt="2026-06-09T04:54:36.701" v="2944" actId="1076"/>
          <ac:spMkLst>
            <pc:docMk/>
            <pc:sldMk cId="2979288468" sldId="278"/>
            <ac:spMk id="8" creationId="{E0436F36-5C8F-76B2-0B58-519EFD5E31EA}"/>
          </ac:spMkLst>
        </pc:spChg>
        <pc:spChg chg="add mod">
          <ac:chgData name="Toby Donaldson" userId="2e6e5431-bb17-4c41-9985-d39c50d83c73" providerId="ADAL" clId="{F31BC264-820E-54C4-A6D1-F92AF9CC222E}" dt="2026-06-09T04:54:40.532" v="2945" actId="1076"/>
          <ac:spMkLst>
            <pc:docMk/>
            <pc:sldMk cId="2979288468" sldId="278"/>
            <ac:spMk id="9" creationId="{CF86DC66-A239-6E2D-5817-C39B6FC61BA1}"/>
          </ac:spMkLst>
        </pc:spChg>
        <pc:spChg chg="add mod">
          <ac:chgData name="Toby Donaldson" userId="2e6e5431-bb17-4c41-9985-d39c50d83c73" providerId="ADAL" clId="{F31BC264-820E-54C4-A6D1-F92AF9CC222E}" dt="2026-06-09T04:57:06.384" v="3006" actId="1076"/>
          <ac:spMkLst>
            <pc:docMk/>
            <pc:sldMk cId="2979288468" sldId="278"/>
            <ac:spMk id="21" creationId="{BE1DB34E-6F5F-A98A-B048-64C594545767}"/>
          </ac:spMkLst>
        </pc:spChg>
        <pc:spChg chg="add mod">
          <ac:chgData name="Toby Donaldson" userId="2e6e5431-bb17-4c41-9985-d39c50d83c73" providerId="ADAL" clId="{F31BC264-820E-54C4-A6D1-F92AF9CC222E}" dt="2026-06-09T04:56:40.445" v="3002" actId="1076"/>
          <ac:spMkLst>
            <pc:docMk/>
            <pc:sldMk cId="2979288468" sldId="278"/>
            <ac:spMk id="22" creationId="{F6890AC5-1E3A-6E04-16D0-61B7072E712D}"/>
          </ac:spMkLst>
        </pc:spChg>
        <pc:spChg chg="add mod">
          <ac:chgData name="Toby Donaldson" userId="2e6e5431-bb17-4c41-9985-d39c50d83c73" providerId="ADAL" clId="{F31BC264-820E-54C4-A6D1-F92AF9CC222E}" dt="2026-06-09T04:56:46.184" v="3003" actId="1076"/>
          <ac:spMkLst>
            <pc:docMk/>
            <pc:sldMk cId="2979288468" sldId="278"/>
            <ac:spMk id="23" creationId="{24F50D50-8A74-40D2-FC8F-912C045634F9}"/>
          </ac:spMkLst>
        </pc:spChg>
        <pc:spChg chg="add mod">
          <ac:chgData name="Toby Donaldson" userId="2e6e5431-bb17-4c41-9985-d39c50d83c73" providerId="ADAL" clId="{F31BC264-820E-54C4-A6D1-F92AF9CC222E}" dt="2026-06-09T04:56:52.430" v="3004" actId="14100"/>
          <ac:spMkLst>
            <pc:docMk/>
            <pc:sldMk cId="2979288468" sldId="278"/>
            <ac:spMk id="24" creationId="{A646AA04-AA3E-E401-B692-C5C397A4B395}"/>
          </ac:spMkLst>
        </pc:spChg>
        <pc:spChg chg="add mod">
          <ac:chgData name="Toby Donaldson" userId="2e6e5431-bb17-4c41-9985-d39c50d83c73" providerId="ADAL" clId="{F31BC264-820E-54C4-A6D1-F92AF9CC222E}" dt="2026-06-09T04:57:00.329" v="3005" actId="1076"/>
          <ac:spMkLst>
            <pc:docMk/>
            <pc:sldMk cId="2979288468" sldId="278"/>
            <ac:spMk id="25" creationId="{FFD6F5B6-E8E1-8C40-FE6F-AD1C8CCC93F4}"/>
          </ac:spMkLst>
        </pc:spChg>
        <pc:spChg chg="add mod">
          <ac:chgData name="Toby Donaldson" userId="2e6e5431-bb17-4c41-9985-d39c50d83c73" providerId="ADAL" clId="{F31BC264-820E-54C4-A6D1-F92AF9CC222E}" dt="2026-06-09T04:57:58.447" v="3043" actId="20577"/>
          <ac:spMkLst>
            <pc:docMk/>
            <pc:sldMk cId="2979288468" sldId="278"/>
            <ac:spMk id="26" creationId="{9D1FD7EE-3A84-2DA9-7AA2-C601F08E82FD}"/>
          </ac:spMkLst>
        </pc:spChg>
        <pc:spChg chg="del">
          <ac:chgData name="Toby Donaldson" userId="2e6e5431-bb17-4c41-9985-d39c50d83c73" providerId="ADAL" clId="{F31BC264-820E-54C4-A6D1-F92AF9CC222E}" dt="2026-06-09T04:52:41.160" v="2847" actId="21"/>
          <ac:spMkLst>
            <pc:docMk/>
            <pc:sldMk cId="2979288468" sldId="278"/>
            <ac:spMk id="34" creationId="{FD258299-5DBD-C1FB-A72A-7BAFCEA677B8}"/>
          </ac:spMkLst>
        </pc:spChg>
        <pc:spChg chg="del">
          <ac:chgData name="Toby Donaldson" userId="2e6e5431-bb17-4c41-9985-d39c50d83c73" providerId="ADAL" clId="{F31BC264-820E-54C4-A6D1-F92AF9CC222E}" dt="2026-06-09T04:52:44.100" v="2848" actId="21"/>
          <ac:spMkLst>
            <pc:docMk/>
            <pc:sldMk cId="2979288468" sldId="278"/>
            <ac:spMk id="35" creationId="{F9A4400B-DB79-8563-F3FA-0B53DA2A656B}"/>
          </ac:spMkLst>
        </pc:spChg>
        <pc:spChg chg="del">
          <ac:chgData name="Toby Donaldson" userId="2e6e5431-bb17-4c41-9985-d39c50d83c73" providerId="ADAL" clId="{F31BC264-820E-54C4-A6D1-F92AF9CC222E}" dt="2026-06-09T04:52:44.100" v="2848" actId="21"/>
          <ac:spMkLst>
            <pc:docMk/>
            <pc:sldMk cId="2979288468" sldId="278"/>
            <ac:spMk id="37" creationId="{D1E49FD8-F572-9CC9-E2CE-709DF81DC023}"/>
          </ac:spMkLst>
        </pc:spChg>
        <pc:spChg chg="mod">
          <ac:chgData name="Toby Donaldson" userId="2e6e5431-bb17-4c41-9985-d39c50d83c73" providerId="ADAL" clId="{F31BC264-820E-54C4-A6D1-F92AF9CC222E}" dt="2026-06-09T04:53:11.752" v="2926" actId="113"/>
          <ac:spMkLst>
            <pc:docMk/>
            <pc:sldMk cId="2979288468" sldId="278"/>
            <ac:spMk id="38" creationId="{4AE12607-E304-AA51-16B1-BD962240E161}"/>
          </ac:spMkLst>
        </pc:spChg>
        <pc:spChg chg="mod">
          <ac:chgData name="Toby Donaldson" userId="2e6e5431-bb17-4c41-9985-d39c50d83c73" providerId="ADAL" clId="{F31BC264-820E-54C4-A6D1-F92AF9CC222E}" dt="2026-06-09T04:58:30.368" v="3049" actId="207"/>
          <ac:spMkLst>
            <pc:docMk/>
            <pc:sldMk cId="2979288468" sldId="278"/>
            <ac:spMk id="39" creationId="{2BBCA046-0041-314C-5E4F-3CDCB26A6EE2}"/>
          </ac:spMkLst>
        </pc:spChg>
        <pc:picChg chg="add mod">
          <ac:chgData name="Toby Donaldson" userId="2e6e5431-bb17-4c41-9985-d39c50d83c73" providerId="ADAL" clId="{F31BC264-820E-54C4-A6D1-F92AF9CC222E}" dt="2026-06-09T04:53:35.212" v="2927"/>
          <ac:picMkLst>
            <pc:docMk/>
            <pc:sldMk cId="2979288468" sldId="278"/>
            <ac:picMk id="4" creationId="{95636737-7AB0-DD5F-48F5-6C18AAF99358}"/>
          </ac:picMkLst>
        </pc:picChg>
        <pc:picChg chg="del">
          <ac:chgData name="Toby Donaldson" userId="2e6e5431-bb17-4c41-9985-d39c50d83c73" providerId="ADAL" clId="{F31BC264-820E-54C4-A6D1-F92AF9CC222E}" dt="2026-06-09T04:52:38.119" v="2846" actId="21"/>
          <ac:picMkLst>
            <pc:docMk/>
            <pc:sldMk cId="2979288468" sldId="278"/>
            <ac:picMk id="32" creationId="{DAC79E39-A0F0-72BC-2D6A-A40A366219AF}"/>
          </ac:picMkLst>
        </pc:picChg>
        <pc:cxnChg chg="add">
          <ac:chgData name="Toby Donaldson" userId="2e6e5431-bb17-4c41-9985-d39c50d83c73" providerId="ADAL" clId="{F31BC264-820E-54C4-A6D1-F92AF9CC222E}" dt="2026-06-09T04:54:47.519" v="2946" actId="11529"/>
          <ac:cxnSpMkLst>
            <pc:docMk/>
            <pc:sldMk cId="2979288468" sldId="278"/>
            <ac:cxnSpMk id="11" creationId="{23F383EC-6BE8-1C89-5EA8-D1A78E83873E}"/>
          </ac:cxnSpMkLst>
        </pc:cxnChg>
        <pc:cxnChg chg="add">
          <ac:chgData name="Toby Donaldson" userId="2e6e5431-bb17-4c41-9985-d39c50d83c73" providerId="ADAL" clId="{F31BC264-820E-54C4-A6D1-F92AF9CC222E}" dt="2026-06-09T04:54:53.869" v="2947" actId="11529"/>
          <ac:cxnSpMkLst>
            <pc:docMk/>
            <pc:sldMk cId="2979288468" sldId="278"/>
            <ac:cxnSpMk id="13" creationId="{9D58E781-3211-D0B4-E734-04FBD06C7259}"/>
          </ac:cxnSpMkLst>
        </pc:cxnChg>
        <pc:cxnChg chg="add mod">
          <ac:chgData name="Toby Donaldson" userId="2e6e5431-bb17-4c41-9985-d39c50d83c73" providerId="ADAL" clId="{F31BC264-820E-54C4-A6D1-F92AF9CC222E}" dt="2026-06-09T04:55:03.851" v="2949" actId="14100"/>
          <ac:cxnSpMkLst>
            <pc:docMk/>
            <pc:sldMk cId="2979288468" sldId="278"/>
            <ac:cxnSpMk id="15" creationId="{8E805267-925F-17CD-03D5-6F297D3143E2}"/>
          </ac:cxnSpMkLst>
        </pc:cxnChg>
        <pc:cxnChg chg="add del mod">
          <ac:chgData name="Toby Donaldson" userId="2e6e5431-bb17-4c41-9985-d39c50d83c73" providerId="ADAL" clId="{F31BC264-820E-54C4-A6D1-F92AF9CC222E}" dt="2026-06-09T04:55:15.447" v="2951" actId="21"/>
          <ac:cxnSpMkLst>
            <pc:docMk/>
            <pc:sldMk cId="2979288468" sldId="278"/>
            <ac:cxnSpMk id="18" creationId="{DAD0F4ED-1578-2AB8-F018-5DFF99C4F105}"/>
          </ac:cxnSpMkLst>
        </pc:cxnChg>
        <pc:cxnChg chg="add">
          <ac:chgData name="Toby Donaldson" userId="2e6e5431-bb17-4c41-9985-d39c50d83c73" providerId="ADAL" clId="{F31BC264-820E-54C4-A6D1-F92AF9CC222E}" dt="2026-06-09T04:55:28.971" v="2952" actId="11529"/>
          <ac:cxnSpMkLst>
            <pc:docMk/>
            <pc:sldMk cId="2979288468" sldId="278"/>
            <ac:cxnSpMk id="20" creationId="{C597CEF0-B439-B1AF-A027-EA57A57AD42D}"/>
          </ac:cxnSpMkLst>
        </pc:cxn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039424125" sldId="279"/>
        </pc:sldMkLst>
      </pc:sldChg>
      <pc:sldChg chg="delSp modSp add mod ord">
        <pc:chgData name="Toby Donaldson" userId="2e6e5431-bb17-4c41-9985-d39c50d83c73" providerId="ADAL" clId="{F31BC264-820E-54C4-A6D1-F92AF9CC222E}" dt="2026-06-09T04:58:57.869" v="3057" actId="20578"/>
        <pc:sldMkLst>
          <pc:docMk/>
          <pc:sldMk cId="3867704620" sldId="279"/>
        </pc:sldMkLst>
        <pc:spChg chg="del">
          <ac:chgData name="Toby Donaldson" userId="2e6e5431-bb17-4c41-9985-d39c50d83c73" providerId="ADAL" clId="{F31BC264-820E-54C4-A6D1-F92AF9CC222E}" dt="2026-06-09T04:58:47.009" v="3052" actId="21"/>
          <ac:spMkLst>
            <pc:docMk/>
            <pc:sldMk cId="3867704620" sldId="279"/>
            <ac:spMk id="21" creationId="{A1109FE0-922F-D82D-C047-232AF75FFE2B}"/>
          </ac:spMkLst>
        </pc:spChg>
        <pc:spChg chg="del">
          <ac:chgData name="Toby Donaldson" userId="2e6e5431-bb17-4c41-9985-d39c50d83c73" providerId="ADAL" clId="{F31BC264-820E-54C4-A6D1-F92AF9CC222E}" dt="2026-06-09T04:58:47.009" v="3052" actId="21"/>
          <ac:spMkLst>
            <pc:docMk/>
            <pc:sldMk cId="3867704620" sldId="279"/>
            <ac:spMk id="22" creationId="{4F3B946B-1CDB-C4E7-27E0-23E3E4891586}"/>
          </ac:spMkLst>
        </pc:spChg>
        <pc:spChg chg="del">
          <ac:chgData name="Toby Donaldson" userId="2e6e5431-bb17-4c41-9985-d39c50d83c73" providerId="ADAL" clId="{F31BC264-820E-54C4-A6D1-F92AF9CC222E}" dt="2026-06-09T04:58:47.009" v="3052" actId="21"/>
          <ac:spMkLst>
            <pc:docMk/>
            <pc:sldMk cId="3867704620" sldId="279"/>
            <ac:spMk id="23" creationId="{118D37D8-6B2E-2A97-FB51-205C26FE2F63}"/>
          </ac:spMkLst>
        </pc:spChg>
        <pc:spChg chg="del">
          <ac:chgData name="Toby Donaldson" userId="2e6e5431-bb17-4c41-9985-d39c50d83c73" providerId="ADAL" clId="{F31BC264-820E-54C4-A6D1-F92AF9CC222E}" dt="2026-06-09T04:58:41.992" v="3051" actId="21"/>
          <ac:spMkLst>
            <pc:docMk/>
            <pc:sldMk cId="3867704620" sldId="279"/>
            <ac:spMk id="24" creationId="{CB2AA3B9-741F-D3C0-2898-E0EDE679D183}"/>
          </ac:spMkLst>
        </pc:spChg>
        <pc:spChg chg="del">
          <ac:chgData name="Toby Donaldson" userId="2e6e5431-bb17-4c41-9985-d39c50d83c73" providerId="ADAL" clId="{F31BC264-820E-54C4-A6D1-F92AF9CC222E}" dt="2026-06-09T04:58:47.009" v="3052" actId="21"/>
          <ac:spMkLst>
            <pc:docMk/>
            <pc:sldMk cId="3867704620" sldId="279"/>
            <ac:spMk id="25" creationId="{0343E19F-3DE2-306E-3623-FD5EF5E80453}"/>
          </ac:spMkLst>
        </pc:spChg>
        <pc:spChg chg="del">
          <ac:chgData name="Toby Donaldson" userId="2e6e5431-bb17-4c41-9985-d39c50d83c73" providerId="ADAL" clId="{F31BC264-820E-54C4-A6D1-F92AF9CC222E}" dt="2026-06-09T04:58:41.992" v="3051" actId="21"/>
          <ac:spMkLst>
            <pc:docMk/>
            <pc:sldMk cId="3867704620" sldId="279"/>
            <ac:spMk id="26" creationId="{79F68514-A5BA-C4B9-069C-DCB27E724F19}"/>
          </ac:spMkLst>
        </pc:spChg>
        <pc:spChg chg="mod">
          <ac:chgData name="Toby Donaldson" userId="2e6e5431-bb17-4c41-9985-d39c50d83c73" providerId="ADAL" clId="{F31BC264-820E-54C4-A6D1-F92AF9CC222E}" dt="2026-06-09T04:58:53.313" v="3056" actId="20577"/>
          <ac:spMkLst>
            <pc:docMk/>
            <pc:sldMk cId="3867704620" sldId="279"/>
            <ac:spMk id="39" creationId="{7B43E780-571A-2A94-C657-A0D6BF801814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6-09T05:08:46.690" v="3630" actId="21"/>
        <pc:sldMkLst>
          <pc:docMk/>
          <pc:sldMk cId="2002583262" sldId="280"/>
        </pc:sldMkLst>
        <pc:spChg chg="mod">
          <ac:chgData name="Toby Donaldson" userId="2e6e5431-bb17-4c41-9985-d39c50d83c73" providerId="ADAL" clId="{F31BC264-820E-54C4-A6D1-F92AF9CC222E}" dt="2026-06-09T05:01:39.182" v="3264" actId="14100"/>
          <ac:spMkLst>
            <pc:docMk/>
            <pc:sldMk cId="2002583262" sldId="280"/>
            <ac:spMk id="2" creationId="{71A8E9E0-7611-3966-5477-63E0E34A356F}"/>
          </ac:spMkLst>
        </pc:spChg>
        <pc:spChg chg="mod">
          <ac:chgData name="Toby Donaldson" userId="2e6e5431-bb17-4c41-9985-d39c50d83c73" providerId="ADAL" clId="{F31BC264-820E-54C4-A6D1-F92AF9CC222E}" dt="2026-06-09T05:06:47.924" v="3439" actId="114"/>
          <ac:spMkLst>
            <pc:docMk/>
            <pc:sldMk cId="2002583262" sldId="280"/>
            <ac:spMk id="3" creationId="{E462ED36-42F1-DF71-3BB3-924F2FF54709}"/>
          </ac:spMkLst>
        </pc:spChg>
        <pc:spChg chg="add mod">
          <ac:chgData name="Toby Donaldson" userId="2e6e5431-bb17-4c41-9985-d39c50d83c73" providerId="ADAL" clId="{F31BC264-820E-54C4-A6D1-F92AF9CC222E}" dt="2026-06-09T05:03:58.060" v="3369" actId="1076"/>
          <ac:spMkLst>
            <pc:docMk/>
            <pc:sldMk cId="2002583262" sldId="280"/>
            <ac:spMk id="4" creationId="{5B97B1BB-D9FC-1A46-5922-563B6AB676AA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19" creationId="{11D8183E-3F5E-93BC-99B7-990A2191D314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0" creationId="{55B297CE-E05B-3D0C-B9D9-D954EC6BF315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1" creationId="{C2CA33E5-00D2-02FA-34E3-E16A0CD9A4BA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2" creationId="{D23F9CFD-8EC2-7BF1-E5CB-11A39174B807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3" creationId="{32F522AE-5464-E25F-CEDB-84B7B4413FCD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4" creationId="{C1DE1362-5F30-CBF8-FD64-7359FC0C39C6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5" creationId="{515CB5F9-C3A7-7096-0B42-8400B9528E30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6" creationId="{F380E9A9-8552-D5D4-5577-3215EC4512A9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7" creationId="{D33E1DDA-11FA-4EA8-DBE2-DEEED808B323}"/>
          </ac:spMkLst>
        </pc:spChg>
        <pc:spChg chg="mod">
          <ac:chgData name="Toby Donaldson" userId="2e6e5431-bb17-4c41-9985-d39c50d83c73" providerId="ADAL" clId="{F31BC264-820E-54C4-A6D1-F92AF9CC222E}" dt="2026-06-09T05:03:27.505" v="3364"/>
          <ac:spMkLst>
            <pc:docMk/>
            <pc:sldMk cId="2002583262" sldId="280"/>
            <ac:spMk id="28" creationId="{B5651C18-D74B-A8AA-C3A9-DD169606A934}"/>
          </ac:spMkLst>
        </pc:spChg>
        <pc:spChg chg="add del mod">
          <ac:chgData name="Toby Donaldson" userId="2e6e5431-bb17-4c41-9985-d39c50d83c73" providerId="ADAL" clId="{F31BC264-820E-54C4-A6D1-F92AF9CC222E}" dt="2026-06-09T05:07:07.163" v="3441" actId="21"/>
          <ac:spMkLst>
            <pc:docMk/>
            <pc:sldMk cId="2002583262" sldId="280"/>
            <ac:spMk id="33" creationId="{DEE2FD50-B879-3D31-2DE7-FDB7D03399D1}"/>
          </ac:spMkLst>
        </pc:spChg>
        <pc:spChg chg="add del mod">
          <ac:chgData name="Toby Donaldson" userId="2e6e5431-bb17-4c41-9985-d39c50d83c73" providerId="ADAL" clId="{F31BC264-820E-54C4-A6D1-F92AF9CC222E}" dt="2026-06-09T05:06:59.401" v="3440" actId="21"/>
          <ac:spMkLst>
            <pc:docMk/>
            <pc:sldMk cId="2002583262" sldId="280"/>
            <ac:spMk id="34" creationId="{3758D166-C4C8-95C6-0CAF-F2BF5F96D43A}"/>
          </ac:spMkLst>
        </pc:spChg>
        <pc:spChg chg="add del mod">
          <ac:chgData name="Toby Donaldson" userId="2e6e5431-bb17-4c41-9985-d39c50d83c73" providerId="ADAL" clId="{F31BC264-820E-54C4-A6D1-F92AF9CC222E}" dt="2026-06-09T05:07:31.725" v="3446" actId="21"/>
          <ac:spMkLst>
            <pc:docMk/>
            <pc:sldMk cId="2002583262" sldId="280"/>
            <ac:spMk id="35" creationId="{7920657E-423A-D362-E4AA-055AA55825FD}"/>
          </ac:spMkLst>
        </pc:spChg>
        <pc:spChg chg="add del mod">
          <ac:chgData name="Toby Donaldson" userId="2e6e5431-bb17-4c41-9985-d39c50d83c73" providerId="ADAL" clId="{F31BC264-820E-54C4-A6D1-F92AF9CC222E}" dt="2026-06-09T05:08:46.690" v="3630" actId="21"/>
          <ac:spMkLst>
            <pc:docMk/>
            <pc:sldMk cId="2002583262" sldId="280"/>
            <ac:spMk id="36" creationId="{EF785FCF-0CB9-A7D4-3397-EB0F0797448F}"/>
          </ac:spMkLst>
        </pc:spChg>
        <pc:grpChg chg="mod">
          <ac:chgData name="Toby Donaldson" userId="2e6e5431-bb17-4c41-9985-d39c50d83c73" providerId="ADAL" clId="{F31BC264-820E-54C4-A6D1-F92AF9CC222E}" dt="2026-06-09T05:04:02.881" v="3370" actId="1076"/>
          <ac:grpSpMkLst>
            <pc:docMk/>
            <pc:sldMk cId="2002583262" sldId="280"/>
            <ac:grpSpMk id="5" creationId="{9CD418E9-AE5C-8D18-B0A2-BA13BEC6C924}"/>
          </ac:grpSpMkLst>
        </pc:grp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639072880" sldId="280"/>
        </pc:sldMkLst>
      </pc:sldChg>
      <pc:sldChg chg="addSp delSp modSp add mod">
        <pc:chgData name="Toby Donaldson" userId="2e6e5431-bb17-4c41-9985-d39c50d83c73" providerId="ADAL" clId="{F31BC264-820E-54C4-A6D1-F92AF9CC222E}" dt="2026-06-09T05:09:50.132" v="3642" actId="1076"/>
        <pc:sldMkLst>
          <pc:docMk/>
          <pc:sldMk cId="851915149" sldId="281"/>
        </pc:sldMkLst>
        <pc:spChg chg="del">
          <ac:chgData name="Toby Donaldson" userId="2e6e5431-bb17-4c41-9985-d39c50d83c73" providerId="ADAL" clId="{F31BC264-820E-54C4-A6D1-F92AF9CC222E}" dt="2026-06-09T05:08:56.799" v="3631" actId="21"/>
          <ac:spMkLst>
            <pc:docMk/>
            <pc:sldMk cId="851915149" sldId="281"/>
            <ac:spMk id="4" creationId="{92C124E0-45DB-DEE5-5FF6-55D0A15FE9E2}"/>
          </ac:spMkLst>
        </pc:spChg>
        <pc:spChg chg="add mod">
          <ac:chgData name="Toby Donaldson" userId="2e6e5431-bb17-4c41-9985-d39c50d83c73" providerId="ADAL" clId="{F31BC264-820E-54C4-A6D1-F92AF9CC222E}" dt="2026-06-09T05:09:41.364" v="3640" actId="1076"/>
          <ac:spMkLst>
            <pc:docMk/>
            <pc:sldMk cId="851915149" sldId="281"/>
            <ac:spMk id="33" creationId="{F7A413AA-8960-D051-88CC-4986D3C72A39}"/>
          </ac:spMkLst>
        </pc:spChg>
        <pc:spChg chg="add mod">
          <ac:chgData name="Toby Donaldson" userId="2e6e5431-bb17-4c41-9985-d39c50d83c73" providerId="ADAL" clId="{F31BC264-820E-54C4-A6D1-F92AF9CC222E}" dt="2026-06-09T05:09:24.282" v="3637" actId="1076"/>
          <ac:spMkLst>
            <pc:docMk/>
            <pc:sldMk cId="851915149" sldId="281"/>
            <ac:spMk id="34" creationId="{F710EF83-3D53-9742-F1F5-0C043E51B498}"/>
          </ac:spMkLst>
        </pc:spChg>
        <pc:spChg chg="add mod">
          <ac:chgData name="Toby Donaldson" userId="2e6e5431-bb17-4c41-9985-d39c50d83c73" providerId="ADAL" clId="{F31BC264-820E-54C4-A6D1-F92AF9CC222E}" dt="2026-06-09T05:09:35.948" v="3639" actId="1076"/>
          <ac:spMkLst>
            <pc:docMk/>
            <pc:sldMk cId="851915149" sldId="281"/>
            <ac:spMk id="35" creationId="{3B1B8032-803C-105F-0EA9-4A8BD4FAA894}"/>
          </ac:spMkLst>
        </pc:spChg>
        <pc:spChg chg="add mod">
          <ac:chgData name="Toby Donaldson" userId="2e6e5431-bb17-4c41-9985-d39c50d83c73" providerId="ADAL" clId="{F31BC264-820E-54C4-A6D1-F92AF9CC222E}" dt="2026-06-09T05:09:50.132" v="3642" actId="1076"/>
          <ac:spMkLst>
            <pc:docMk/>
            <pc:sldMk cId="851915149" sldId="281"/>
            <ac:spMk id="37" creationId="{FED4B989-29B0-8A31-595F-35B0C4813A18}"/>
          </ac:spMkLst>
        </pc:sp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4083257196" sldId="281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063321410" sldId="282"/>
        </pc:sldMkLst>
      </pc:sldChg>
      <pc:sldChg chg="addSp modSp add mod">
        <pc:chgData name="Toby Donaldson" userId="2e6e5431-bb17-4c41-9985-d39c50d83c73" providerId="ADAL" clId="{F31BC264-820E-54C4-A6D1-F92AF9CC222E}" dt="2026-06-09T05:10:15.273" v="3646" actId="20577"/>
        <pc:sldMkLst>
          <pc:docMk/>
          <pc:sldMk cId="3641487090" sldId="282"/>
        </pc:sldMkLst>
        <pc:spChg chg="add mod">
          <ac:chgData name="Toby Donaldson" userId="2e6e5431-bb17-4c41-9985-d39c50d83c73" providerId="ADAL" clId="{F31BC264-820E-54C4-A6D1-F92AF9CC222E}" dt="2026-06-09T05:10:15.273" v="3646" actId="20577"/>
          <ac:spMkLst>
            <pc:docMk/>
            <pc:sldMk cId="3641487090" sldId="282"/>
            <ac:spMk id="4" creationId="{7D3ECEBB-029F-42CF-D799-D3DF8272003C}"/>
          </ac:spMkLst>
        </pc:sp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534491349" sldId="283"/>
        </pc:sldMkLst>
      </pc:sldChg>
      <pc:sldChg chg="addSp modSp add mod">
        <pc:chgData name="Toby Donaldson" userId="2e6e5431-bb17-4c41-9985-d39c50d83c73" providerId="ADAL" clId="{F31BC264-820E-54C4-A6D1-F92AF9CC222E}" dt="2026-06-09T05:11:12.092" v="3676" actId="20577"/>
        <pc:sldMkLst>
          <pc:docMk/>
          <pc:sldMk cId="2637133452" sldId="283"/>
        </pc:sldMkLst>
        <pc:spChg chg="add mod">
          <ac:chgData name="Toby Donaldson" userId="2e6e5431-bb17-4c41-9985-d39c50d83c73" providerId="ADAL" clId="{F31BC264-820E-54C4-A6D1-F92AF9CC222E}" dt="2026-06-09T05:10:42.905" v="3650" actId="20577"/>
          <ac:spMkLst>
            <pc:docMk/>
            <pc:sldMk cId="2637133452" sldId="283"/>
            <ac:spMk id="38" creationId="{3D6AB84F-8A40-6CE2-2D39-E78EA60FC97E}"/>
          </ac:spMkLst>
        </pc:spChg>
        <pc:spChg chg="add mod">
          <ac:chgData name="Toby Donaldson" userId="2e6e5431-bb17-4c41-9985-d39c50d83c73" providerId="ADAL" clId="{F31BC264-820E-54C4-A6D1-F92AF9CC222E}" dt="2026-06-09T05:11:12.092" v="3676" actId="20577"/>
          <ac:spMkLst>
            <pc:docMk/>
            <pc:sldMk cId="2637133452" sldId="283"/>
            <ac:spMk id="39" creationId="{51DB53DC-6CB5-C7E1-FA14-4461F2A0A708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6-09T05:21:57.657" v="3999" actId="21"/>
        <pc:sldMkLst>
          <pc:docMk/>
          <pc:sldMk cId="4229251929" sldId="284"/>
        </pc:sldMkLst>
        <pc:spChg chg="del">
          <ac:chgData name="Toby Donaldson" userId="2e6e5431-bb17-4c41-9985-d39c50d83c73" providerId="ADAL" clId="{F31BC264-820E-54C4-A6D1-F92AF9CC222E}" dt="2026-06-09T05:21:57.657" v="3999" actId="21"/>
          <ac:spMkLst>
            <pc:docMk/>
            <pc:sldMk cId="4229251929" sldId="284"/>
            <ac:spMk id="4" creationId="{BEDDF5F6-73A5-B988-E6BE-0C48C703B27F}"/>
          </ac:spMkLst>
        </pc:spChg>
        <pc:spChg chg="add mod">
          <ac:chgData name="Toby Donaldson" userId="2e6e5431-bb17-4c41-9985-d39c50d83c73" providerId="ADAL" clId="{F31BC264-820E-54C4-A6D1-F92AF9CC222E}" dt="2026-06-09T05:16:24.414" v="3848" actId="1076"/>
          <ac:spMkLst>
            <pc:docMk/>
            <pc:sldMk cId="4229251929" sldId="284"/>
            <ac:spMk id="33" creationId="{30918EC5-577C-75EF-AF4C-5C172C580556}"/>
          </ac:spMkLst>
        </pc:spChg>
        <pc:spChg chg="add mod">
          <ac:chgData name="Toby Donaldson" userId="2e6e5431-bb17-4c41-9985-d39c50d83c73" providerId="ADAL" clId="{F31BC264-820E-54C4-A6D1-F92AF9CC222E}" dt="2026-06-09T05:21:50.493" v="3998" actId="113"/>
          <ac:spMkLst>
            <pc:docMk/>
            <pc:sldMk cId="4229251929" sldId="284"/>
            <ac:spMk id="35" creationId="{EAD940CB-0151-39AA-99CA-E9ED8C097992}"/>
          </ac:spMkLst>
        </pc:spChg>
        <pc:grpChg chg="del">
          <ac:chgData name="Toby Donaldson" userId="2e6e5431-bb17-4c41-9985-d39c50d83c73" providerId="ADAL" clId="{F31BC264-820E-54C4-A6D1-F92AF9CC222E}" dt="2026-06-09T05:12:36.900" v="3678" actId="21"/>
          <ac:grpSpMkLst>
            <pc:docMk/>
            <pc:sldMk cId="4229251929" sldId="284"/>
            <ac:grpSpMk id="5" creationId="{CBF52386-D77B-D6A1-6D56-DEF6D9FD27A4}"/>
          </ac:grpSpMkLst>
        </pc:grpChg>
        <pc:picChg chg="add mod">
          <ac:chgData name="Toby Donaldson" userId="2e6e5431-bb17-4c41-9985-d39c50d83c73" providerId="ADAL" clId="{F31BC264-820E-54C4-A6D1-F92AF9CC222E}" dt="2026-06-09T05:16:39.515" v="3850" actId="1076"/>
          <ac:picMkLst>
            <pc:docMk/>
            <pc:sldMk cId="4229251929" sldId="284"/>
            <ac:picMk id="34" creationId="{1401EE15-3FE8-96FF-B8FA-0F94C28C58EB}"/>
          </ac:picMkLst>
        </pc:picChg>
        <pc:cxnChg chg="mod">
          <ac:chgData name="Toby Donaldson" userId="2e6e5431-bb17-4c41-9985-d39c50d83c73" providerId="ADAL" clId="{F31BC264-820E-54C4-A6D1-F92AF9CC222E}" dt="2026-06-09T05:12:36.900" v="3678" actId="21"/>
          <ac:cxnSpMkLst>
            <pc:docMk/>
            <pc:sldMk cId="4229251929" sldId="284"/>
            <ac:cxnSpMk id="13" creationId="{5C2ACB0A-AE47-1469-2EE5-6B67DCDC3F49}"/>
          </ac:cxnSpMkLst>
        </pc:cxnChg>
        <pc:cxnChg chg="mod">
          <ac:chgData name="Toby Donaldson" userId="2e6e5431-bb17-4c41-9985-d39c50d83c73" providerId="ADAL" clId="{F31BC264-820E-54C4-A6D1-F92AF9CC222E}" dt="2026-06-09T05:12:36.900" v="3678" actId="21"/>
          <ac:cxnSpMkLst>
            <pc:docMk/>
            <pc:sldMk cId="4229251929" sldId="284"/>
            <ac:cxnSpMk id="14" creationId="{66D8143F-8681-A2C4-F5FB-119E0E713CE0}"/>
          </ac:cxnSpMkLst>
        </pc:cxnChg>
        <pc:cxnChg chg="mod">
          <ac:chgData name="Toby Donaldson" userId="2e6e5431-bb17-4c41-9985-d39c50d83c73" providerId="ADAL" clId="{F31BC264-820E-54C4-A6D1-F92AF9CC222E}" dt="2026-06-09T05:12:36.900" v="3678" actId="21"/>
          <ac:cxnSpMkLst>
            <pc:docMk/>
            <pc:sldMk cId="4229251929" sldId="284"/>
            <ac:cxnSpMk id="15" creationId="{E2BD8C73-A7AD-65F5-C2E5-CB9E3FE7BD95}"/>
          </ac:cxnSpMkLst>
        </pc:cxnChg>
        <pc:cxnChg chg="mod">
          <ac:chgData name="Toby Donaldson" userId="2e6e5431-bb17-4c41-9985-d39c50d83c73" providerId="ADAL" clId="{F31BC264-820E-54C4-A6D1-F92AF9CC222E}" dt="2026-06-09T05:12:36.900" v="3678" actId="21"/>
          <ac:cxnSpMkLst>
            <pc:docMk/>
            <pc:sldMk cId="4229251929" sldId="284"/>
            <ac:cxnSpMk id="16" creationId="{9EB2B756-637C-39CF-93BF-F9C09AC05C03}"/>
          </ac:cxnSpMkLst>
        </pc:cxnChg>
        <pc:cxnChg chg="mod">
          <ac:chgData name="Toby Donaldson" userId="2e6e5431-bb17-4c41-9985-d39c50d83c73" providerId="ADAL" clId="{F31BC264-820E-54C4-A6D1-F92AF9CC222E}" dt="2026-06-09T05:12:36.900" v="3678" actId="21"/>
          <ac:cxnSpMkLst>
            <pc:docMk/>
            <pc:sldMk cId="4229251929" sldId="284"/>
            <ac:cxnSpMk id="17" creationId="{98773A24-E73F-7D69-15E6-94E79C22DEF3}"/>
          </ac:cxnSpMkLst>
        </pc:cxnChg>
        <pc:cxnChg chg="mod">
          <ac:chgData name="Toby Donaldson" userId="2e6e5431-bb17-4c41-9985-d39c50d83c73" providerId="ADAL" clId="{F31BC264-820E-54C4-A6D1-F92AF9CC222E}" dt="2026-06-09T05:12:36.900" v="3678" actId="21"/>
          <ac:cxnSpMkLst>
            <pc:docMk/>
            <pc:sldMk cId="4229251929" sldId="284"/>
            <ac:cxnSpMk id="18" creationId="{07897EC6-E6CB-7A13-24A6-F76909299728}"/>
          </ac:cxnSpMkLst>
        </pc:cxnChg>
      </pc:sldChg>
      <pc:sldChg chg="modSp add mod ord">
        <pc:chgData name="Toby Donaldson" userId="2e6e5431-bb17-4c41-9985-d39c50d83c73" providerId="ADAL" clId="{F31BC264-820E-54C4-A6D1-F92AF9CC222E}" dt="2026-06-09T05:22:19.230" v="4004" actId="20578"/>
        <pc:sldMkLst>
          <pc:docMk/>
          <pc:sldMk cId="1603748545" sldId="285"/>
        </pc:sldMkLst>
        <pc:spChg chg="mod">
          <ac:chgData name="Toby Donaldson" userId="2e6e5431-bb17-4c41-9985-d39c50d83c73" providerId="ADAL" clId="{F31BC264-820E-54C4-A6D1-F92AF9CC222E}" dt="2026-06-09T05:22:14.545" v="4003" actId="20577"/>
          <ac:spMkLst>
            <pc:docMk/>
            <pc:sldMk cId="1603748545" sldId="285"/>
            <ac:spMk id="35" creationId="{7802EC82-E412-2FAF-41BF-51A38B539E7F}"/>
          </ac:spMkLst>
        </pc:spChg>
      </pc:sldChg>
      <pc:sldChg chg="addSp modSp new mod">
        <pc:chgData name="Toby Donaldson" userId="2e6e5431-bb17-4c41-9985-d39c50d83c73" providerId="ADAL" clId="{F31BC264-820E-54C4-A6D1-F92AF9CC222E}" dt="2026-06-09T05:37:30.070" v="4644" actId="14"/>
        <pc:sldMkLst>
          <pc:docMk/>
          <pc:sldMk cId="1809626557" sldId="286"/>
        </pc:sldMkLst>
        <pc:spChg chg="mod">
          <ac:chgData name="Toby Donaldson" userId="2e6e5431-bb17-4c41-9985-d39c50d83c73" providerId="ADAL" clId="{F31BC264-820E-54C4-A6D1-F92AF9CC222E}" dt="2026-06-09T05:29:55.054" v="4019" actId="20577"/>
          <ac:spMkLst>
            <pc:docMk/>
            <pc:sldMk cId="1809626557" sldId="286"/>
            <ac:spMk id="2" creationId="{81625BFB-29F9-4F25-025A-CB42AE5D13FF}"/>
          </ac:spMkLst>
        </pc:spChg>
        <pc:spChg chg="mod">
          <ac:chgData name="Toby Donaldson" userId="2e6e5431-bb17-4c41-9985-d39c50d83c73" providerId="ADAL" clId="{F31BC264-820E-54C4-A6D1-F92AF9CC222E}" dt="2026-06-09T05:37:30.070" v="4644" actId="14"/>
          <ac:spMkLst>
            <pc:docMk/>
            <pc:sldMk cId="1809626557" sldId="286"/>
            <ac:spMk id="3" creationId="{06D16893-CDF4-2AA6-BC4C-1BC87F60153B}"/>
          </ac:spMkLst>
        </pc:spChg>
        <pc:picChg chg="add mod">
          <ac:chgData name="Toby Donaldson" userId="2e6e5431-bb17-4c41-9985-d39c50d83c73" providerId="ADAL" clId="{F31BC264-820E-54C4-A6D1-F92AF9CC222E}" dt="2026-06-09T05:34:18.210" v="4425" actId="1076"/>
          <ac:picMkLst>
            <pc:docMk/>
            <pc:sldMk cId="1809626557" sldId="286"/>
            <ac:picMk id="4" creationId="{55007378-0E01-706E-8AAB-A51BFA57BF4B}"/>
          </ac:picMkLst>
        </pc:pic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793532074" sldId="286"/>
        </pc:sldMkLst>
      </pc:sldChg>
      <pc:sldChg chg="addSp modSp add mod">
        <pc:chgData name="Toby Donaldson" userId="2e6e5431-bb17-4c41-9985-d39c50d83c73" providerId="ADAL" clId="{F31BC264-820E-54C4-A6D1-F92AF9CC222E}" dt="2026-06-09T05:37:22.111" v="4643" actId="14"/>
        <pc:sldMkLst>
          <pc:docMk/>
          <pc:sldMk cId="2038838820" sldId="287"/>
        </pc:sldMkLst>
        <pc:spChg chg="mod">
          <ac:chgData name="Toby Donaldson" userId="2e6e5431-bb17-4c41-9985-d39c50d83c73" providerId="ADAL" clId="{F31BC264-820E-54C4-A6D1-F92AF9CC222E}" dt="2026-06-09T05:37:22.111" v="4643" actId="14"/>
          <ac:spMkLst>
            <pc:docMk/>
            <pc:sldMk cId="2038838820" sldId="287"/>
            <ac:spMk id="3" creationId="{FDF5322F-7727-B11D-3149-F3BF13638E4D}"/>
          </ac:spMkLst>
        </pc:spChg>
        <pc:spChg chg="add mod">
          <ac:chgData name="Toby Donaldson" userId="2e6e5431-bb17-4c41-9985-d39c50d83c73" providerId="ADAL" clId="{F31BC264-820E-54C4-A6D1-F92AF9CC222E}" dt="2026-06-09T05:37:01.406" v="4642" actId="122"/>
          <ac:spMkLst>
            <pc:docMk/>
            <pc:sldMk cId="2038838820" sldId="287"/>
            <ac:spMk id="5" creationId="{B29D8392-4E1C-E993-46D5-2670763CD59C}"/>
          </ac:spMkLst>
        </pc:spChg>
        <pc:picChg chg="mod">
          <ac:chgData name="Toby Donaldson" userId="2e6e5431-bb17-4c41-9985-d39c50d83c73" providerId="ADAL" clId="{F31BC264-820E-54C4-A6D1-F92AF9CC222E}" dt="2026-06-09T05:34:59.859" v="4428" actId="1076"/>
          <ac:picMkLst>
            <pc:docMk/>
            <pc:sldMk cId="2038838820" sldId="287"/>
            <ac:picMk id="4" creationId="{E789445C-9B5E-4F10-1762-342201564576}"/>
          </ac:picMkLst>
        </pc:pic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380164597" sldId="287"/>
        </pc:sldMkLst>
      </pc:sldChg>
      <pc:sldChg chg="addSp delSp modSp new mod">
        <pc:chgData name="Toby Donaldson" userId="2e6e5431-bb17-4c41-9985-d39c50d83c73" providerId="ADAL" clId="{F31BC264-820E-54C4-A6D1-F92AF9CC222E}" dt="2026-06-09T05:46:23.605" v="5061" actId="1076"/>
        <pc:sldMkLst>
          <pc:docMk/>
          <pc:sldMk cId="455429676" sldId="288"/>
        </pc:sldMkLst>
        <pc:spChg chg="mod">
          <ac:chgData name="Toby Donaldson" userId="2e6e5431-bb17-4c41-9985-d39c50d83c73" providerId="ADAL" clId="{F31BC264-820E-54C4-A6D1-F92AF9CC222E}" dt="2026-06-09T05:40:29.919" v="4657" actId="20577"/>
          <ac:spMkLst>
            <pc:docMk/>
            <pc:sldMk cId="455429676" sldId="288"/>
            <ac:spMk id="2" creationId="{4A8FCD32-1672-7D5F-FA4E-921A8A06739C}"/>
          </ac:spMkLst>
        </pc:spChg>
        <pc:spChg chg="mod">
          <ac:chgData name="Toby Donaldson" userId="2e6e5431-bb17-4c41-9985-d39c50d83c73" providerId="ADAL" clId="{F31BC264-820E-54C4-A6D1-F92AF9CC222E}" dt="2026-06-09T05:45:02.288" v="4926" actId="20577"/>
          <ac:spMkLst>
            <pc:docMk/>
            <pc:sldMk cId="455429676" sldId="288"/>
            <ac:spMk id="3" creationId="{CD3AF14E-264E-689E-2A8F-3CFC24B27E14}"/>
          </ac:spMkLst>
        </pc:spChg>
        <pc:spChg chg="add del mod">
          <ac:chgData name="Toby Donaldson" userId="2e6e5431-bb17-4c41-9985-d39c50d83c73" providerId="ADAL" clId="{F31BC264-820E-54C4-A6D1-F92AF9CC222E}" dt="2026-06-09T05:44:08.194" v="4883" actId="21"/>
          <ac:spMkLst>
            <pc:docMk/>
            <pc:sldMk cId="455429676" sldId="288"/>
            <ac:spMk id="4" creationId="{8E198091-6BF8-0A4D-9543-C51256D46E14}"/>
          </ac:spMkLst>
        </pc:spChg>
        <pc:spChg chg="add mod">
          <ac:chgData name="Toby Donaldson" userId="2e6e5431-bb17-4c41-9985-d39c50d83c73" providerId="ADAL" clId="{F31BC264-820E-54C4-A6D1-F92AF9CC222E}" dt="2026-06-09T05:46:23.605" v="5061" actId="1076"/>
          <ac:spMkLst>
            <pc:docMk/>
            <pc:sldMk cId="455429676" sldId="288"/>
            <ac:spMk id="6" creationId="{84C9D6C0-FF3A-46EF-5183-141BACBBB4BE}"/>
          </ac:spMkLst>
        </pc:spChg>
        <pc:picChg chg="add mod">
          <ac:chgData name="Toby Donaldson" userId="2e6e5431-bb17-4c41-9985-d39c50d83c73" providerId="ADAL" clId="{F31BC264-820E-54C4-A6D1-F92AF9CC222E}" dt="2026-06-09T05:44:51.651" v="4910" actId="14100"/>
          <ac:picMkLst>
            <pc:docMk/>
            <pc:sldMk cId="455429676" sldId="288"/>
            <ac:picMk id="5" creationId="{22EF6ED8-CCF2-6126-E21E-A6556573F811}"/>
          </ac:picMkLst>
        </pc:picChg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227732428" sldId="288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484083101" sldId="289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609491912" sldId="290"/>
        </pc:sldMkLst>
      </pc:sldChg>
      <pc:sldChg chg="modSp del mod">
        <pc:chgData name="Toby Donaldson" userId="2e6e5431-bb17-4c41-9985-d39c50d83c73" providerId="ADAL" clId="{F31BC264-820E-54C4-A6D1-F92AF9CC222E}" dt="2026-06-09T03:27:15.290" v="248" actId="2696"/>
        <pc:sldMkLst>
          <pc:docMk/>
          <pc:sldMk cId="4086174843" sldId="292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629156923" sldId="293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957830208" sldId="294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524802182" sldId="295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701392879" sldId="296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382837325" sldId="297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057144973" sldId="298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910315310" sldId="299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695117310" sldId="300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872223574" sldId="301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662432706" sldId="302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016989900" sldId="303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912738942" sldId="304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364763837" sldId="305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3397604499" sldId="306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45551948" sldId="307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782430822" sldId="308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206279283" sldId="309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559814096" sldId="310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111329952" sldId="311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227623225" sldId="312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599179371" sldId="313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2168196056" sldId="314"/>
        </pc:sldMkLst>
      </pc:sldChg>
      <pc:sldChg chg="del">
        <pc:chgData name="Toby Donaldson" userId="2e6e5431-bb17-4c41-9985-d39c50d83c73" providerId="ADAL" clId="{F31BC264-820E-54C4-A6D1-F92AF9CC222E}" dt="2026-06-09T03:27:15.290" v="248" actId="2696"/>
        <pc:sldMkLst>
          <pc:docMk/>
          <pc:sldMk cId="140079861" sldId="315"/>
        </pc:sldMkLst>
      </pc:sldChg>
      <pc:sldChg chg="modSp del mod">
        <pc:chgData name="Toby Donaldson" userId="2e6e5431-bb17-4c41-9985-d39c50d83c73" providerId="ADAL" clId="{F31BC264-820E-54C4-A6D1-F92AF9CC222E}" dt="2026-06-09T03:27:15.290" v="248" actId="2696"/>
        <pc:sldMkLst>
          <pc:docMk/>
          <pc:sldMk cId="1726942880" sldId="316"/>
        </pc:sldMkLst>
      </pc:sldChg>
      <pc:sldChg chg="add del">
        <pc:chgData name="Toby Donaldson" userId="2e6e5431-bb17-4c41-9985-d39c50d83c73" providerId="ADAL" clId="{F31BC264-820E-54C4-A6D1-F92AF9CC222E}" dt="2026-06-09T03:27:25.246" v="250" actId="2696"/>
        <pc:sldMkLst>
          <pc:docMk/>
          <pc:sldMk cId="3544150045" sldId="317"/>
        </pc:sldMkLst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">
      <pc:chgData name="Toby Donaldson" userId="2e6e5431-bb17-4c41-9985-d39c50d83c73" providerId="ADAL" clId="{7F9681A8-EEE2-56F4-9B39-ECCBEE0471AC}" dt="2026-06-04T08:00:34.549" v="19288" actId="20577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03EF-79C8-55AD-08D0-C88D1F127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C18ED-98A4-48F4-FD7B-2E7703435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7</a:t>
            </a:r>
            <a:br>
              <a:rPr lang="en-US" dirty="0"/>
            </a:br>
            <a:r>
              <a:rPr lang="en-US" dirty="0"/>
              <a:t>Sections 7.1, 7.7, 7.3</a:t>
            </a:r>
          </a:p>
        </p:txBody>
      </p:sp>
    </p:spTree>
    <p:extLst>
      <p:ext uri="{BB962C8B-B14F-4D97-AF65-F5344CB8AC3E}">
        <p14:creationId xmlns:p14="http://schemas.microsoft.com/office/powerpoint/2010/main" val="953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7B2A17-B18E-79DA-655C-2726E906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65" y="535027"/>
            <a:ext cx="9240043" cy="57879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2F0E47-4721-635A-BDEF-4F1DBFB2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20851" cy="1325563"/>
          </a:xfrm>
        </p:spPr>
        <p:txBody>
          <a:bodyPr/>
          <a:lstStyle/>
          <a:p>
            <a:r>
              <a:rPr lang="en-US" dirty="0"/>
              <a:t>Family Tree</a:t>
            </a:r>
          </a:p>
        </p:txBody>
      </p:sp>
    </p:spTree>
    <p:extLst>
      <p:ext uri="{BB962C8B-B14F-4D97-AF65-F5344CB8AC3E}">
        <p14:creationId xmlns:p14="http://schemas.microsoft.com/office/powerpoint/2010/main" val="214197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5CB4E-A1A5-C088-6BB3-73798A36C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F60146-163C-3151-FA02-439FC10CC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42" y="729851"/>
            <a:ext cx="9116309" cy="55302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96E4B7-8068-662C-32B6-822E8BF1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62978" cy="1325563"/>
          </a:xfrm>
        </p:spPr>
        <p:txBody>
          <a:bodyPr/>
          <a:lstStyle/>
          <a:p>
            <a:r>
              <a:rPr lang="en-US" dirty="0"/>
              <a:t>Organizational Structure</a:t>
            </a:r>
          </a:p>
        </p:txBody>
      </p:sp>
    </p:spTree>
    <p:extLst>
      <p:ext uri="{BB962C8B-B14F-4D97-AF65-F5344CB8AC3E}">
        <p14:creationId xmlns:p14="http://schemas.microsoft.com/office/powerpoint/2010/main" val="84044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CBB6-8575-F765-157A-809512F8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475AFE-0821-3829-8FAE-3AD5C8233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89" y="502020"/>
            <a:ext cx="8611437" cy="59435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F5C6F7-3FA8-8C5C-ED13-52E0126BB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20851" cy="1325563"/>
          </a:xfrm>
        </p:spPr>
        <p:txBody>
          <a:bodyPr/>
          <a:lstStyle/>
          <a:p>
            <a:r>
              <a:rPr lang="en-US" dirty="0"/>
              <a:t>File System</a:t>
            </a:r>
          </a:p>
        </p:txBody>
      </p:sp>
    </p:spTree>
    <p:extLst>
      <p:ext uri="{BB962C8B-B14F-4D97-AF65-F5344CB8AC3E}">
        <p14:creationId xmlns:p14="http://schemas.microsoft.com/office/powerpoint/2010/main" val="3263256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0AA2-EC4A-1C52-2322-81BA57D1B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3EE6-7A9D-ED20-881A-337FEA6F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4266363" cy="1325563"/>
          </a:xfrm>
        </p:spPr>
        <p:txBody>
          <a:bodyPr/>
          <a:lstStyle/>
          <a:p>
            <a:r>
              <a:rPr lang="en-US" dirty="0"/>
              <a:t>Book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C13234-1BF8-7305-47B1-F804BC85C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43" y="1367105"/>
            <a:ext cx="10241117" cy="498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26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1A328-A0F6-DFCE-78C9-3C0013C0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ecision tree graphic">
            <a:extLst>
              <a:ext uri="{FF2B5EF4-FFF2-40B4-BE49-F238E27FC236}">
                <a16:creationId xmlns:a16="http://schemas.microsoft.com/office/drawing/2014/main" id="{B0335EB4-E47C-3247-030D-FF98C0AF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18" y="896381"/>
            <a:ext cx="10049200" cy="5961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571F9E-7C55-9334-3CF7-5D64FE37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237806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E2494-D50D-2B23-196A-B000A4D3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ED16D5-B650-FCE9-B222-6BCA2EB64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0E52A-453C-E632-2F8B-AD12C359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Parse Tree</a:t>
            </a:r>
          </a:p>
        </p:txBody>
      </p:sp>
      <p:pic>
        <p:nvPicPr>
          <p:cNvPr id="4" name="Picture 3" descr="8. Analyzing Sentence Structure">
            <a:extLst>
              <a:ext uri="{FF2B5EF4-FFF2-40B4-BE49-F238E27FC236}">
                <a16:creationId xmlns:a16="http://schemas.microsoft.com/office/drawing/2014/main" id="{0B7685D6-ED4A-244B-2F65-89AB71C1C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487" y="1744434"/>
            <a:ext cx="9712747" cy="485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75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0ED12-4729-E615-C4CC-574FE31C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3F5B88-73AD-F833-197B-D5F433DB5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D00D3-B6B0-9C0F-BE90-8C43CBFE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39406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Parse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47520-1A2A-1E91-597E-94720957604F}"/>
              </a:ext>
            </a:extLst>
          </p:cNvPr>
          <p:cNvSpPr txBox="1"/>
          <p:nvPr/>
        </p:nvSpPr>
        <p:spPr>
          <a:xfrm>
            <a:off x="930207" y="2893926"/>
            <a:ext cx="4416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3 + (5 + 9) * 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DA2F83-8214-E0CC-6F30-89920F4ECC0B}"/>
              </a:ext>
            </a:extLst>
          </p:cNvPr>
          <p:cNvGrpSpPr/>
          <p:nvPr/>
        </p:nvGrpSpPr>
        <p:grpSpPr>
          <a:xfrm>
            <a:off x="6845201" y="723913"/>
            <a:ext cx="4387328" cy="5047911"/>
            <a:chOff x="7511424" y="1497204"/>
            <a:chExt cx="4387328" cy="504791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5219D3A-D24C-0805-2BFB-2AA17D75B10E}"/>
                </a:ext>
              </a:extLst>
            </p:cNvPr>
            <p:cNvGrpSpPr/>
            <p:nvPr/>
          </p:nvGrpSpPr>
          <p:grpSpPr>
            <a:xfrm>
              <a:off x="8711921" y="1497204"/>
              <a:ext cx="783771" cy="728321"/>
              <a:chOff x="8711921" y="1497204"/>
              <a:chExt cx="783771" cy="72832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7FBC7B-26C9-8870-7DF0-C575F69E9488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9AB903C-A7F1-BF08-1F3D-4D87095CBEF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9ED951-A518-97DF-E2F3-A18F73DD99CF}"/>
                </a:ext>
              </a:extLst>
            </p:cNvPr>
            <p:cNvGrpSpPr/>
            <p:nvPr/>
          </p:nvGrpSpPr>
          <p:grpSpPr>
            <a:xfrm>
              <a:off x="7511425" y="2700679"/>
              <a:ext cx="783771" cy="728321"/>
              <a:chOff x="8711921" y="1497204"/>
              <a:chExt cx="783771" cy="728321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A4E523-0A88-486D-4897-F7699CEFFFCB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B828573-C616-997B-4C98-DDB4C99B06A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BE47FB-68DF-5BEF-E35C-5336FF8ECBB1}"/>
                </a:ext>
              </a:extLst>
            </p:cNvPr>
            <p:cNvGrpSpPr/>
            <p:nvPr/>
          </p:nvGrpSpPr>
          <p:grpSpPr>
            <a:xfrm>
              <a:off x="9850188" y="2699043"/>
              <a:ext cx="783771" cy="728321"/>
              <a:chOff x="8711921" y="1497204"/>
              <a:chExt cx="783771" cy="72832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2404E3-9AA4-6B82-1146-EF15DF13BF8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481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*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02CA2C4-7FFC-6144-C01D-B48A6BB984B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93633F1-5713-8506-61A8-C1304420C41B}"/>
                </a:ext>
              </a:extLst>
            </p:cNvPr>
            <p:cNvGrpSpPr/>
            <p:nvPr/>
          </p:nvGrpSpPr>
          <p:grpSpPr>
            <a:xfrm>
              <a:off x="8711921" y="4083885"/>
              <a:ext cx="783771" cy="728321"/>
              <a:chOff x="8711921" y="1497204"/>
              <a:chExt cx="783771" cy="72832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8FB23B-5349-4209-262A-2D7AD5323F6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C62FC07-3A9D-4F9B-DAAA-5A218F8C301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F153C53-7951-C911-C2F5-FEF023D466C3}"/>
                </a:ext>
              </a:extLst>
            </p:cNvPr>
            <p:cNvGrpSpPr/>
            <p:nvPr/>
          </p:nvGrpSpPr>
          <p:grpSpPr>
            <a:xfrm>
              <a:off x="11114981" y="4083885"/>
              <a:ext cx="783771" cy="728321"/>
              <a:chOff x="8711921" y="1497204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A03F50-AD96-6A5B-D16C-6FD61892D75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F081D0E-D116-9265-A247-53A1F181765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A01CCC-639F-C589-DE51-1049378AB65D}"/>
                </a:ext>
              </a:extLst>
            </p:cNvPr>
            <p:cNvGrpSpPr/>
            <p:nvPr/>
          </p:nvGrpSpPr>
          <p:grpSpPr>
            <a:xfrm>
              <a:off x="9888177" y="5816793"/>
              <a:ext cx="783771" cy="728321"/>
              <a:chOff x="8711921" y="1497204"/>
              <a:chExt cx="783771" cy="72832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C13D579-2B1A-1D28-4605-F4BADB3525A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9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FE254BE-13BB-2011-E4DA-1B67D1631752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96E80EF-9402-ACD4-C626-E4E03811A840}"/>
                </a:ext>
              </a:extLst>
            </p:cNvPr>
            <p:cNvGrpSpPr/>
            <p:nvPr/>
          </p:nvGrpSpPr>
          <p:grpSpPr>
            <a:xfrm>
              <a:off x="7511424" y="5816794"/>
              <a:ext cx="783771" cy="728321"/>
              <a:chOff x="8711921" y="1497204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E16BA69-98E7-F92B-2EB8-9C3E1D31F29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B535CFF-DDCD-B96B-F528-619E93C5F53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835375B-BC79-5349-1A5F-FE3B17783EE8}"/>
                </a:ext>
              </a:extLst>
            </p:cNvPr>
            <p:cNvCxnSpPr>
              <a:cxnSpLocks/>
              <a:stCxn id="7" idx="3"/>
              <a:endCxn id="14" idx="0"/>
            </p:cNvCxnSpPr>
            <p:nvPr/>
          </p:nvCxnSpPr>
          <p:spPr>
            <a:xfrm flipH="1">
              <a:off x="7903311" y="2118865"/>
              <a:ext cx="923391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3B0DF1-B1AB-807F-0017-4F389C4D9625}"/>
                </a:ext>
              </a:extLst>
            </p:cNvPr>
            <p:cNvCxnSpPr>
              <a:cxnSpLocks/>
              <a:stCxn id="7" idx="5"/>
              <a:endCxn id="17" idx="0"/>
            </p:cNvCxnSpPr>
            <p:nvPr/>
          </p:nvCxnSpPr>
          <p:spPr>
            <a:xfrm>
              <a:off x="9380911" y="2118865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D1DB103-E382-F9F3-16EB-309111B9733B}"/>
                </a:ext>
              </a:extLst>
            </p:cNvPr>
            <p:cNvCxnSpPr>
              <a:cxnSpLocks/>
              <a:stCxn id="17" idx="3"/>
              <a:endCxn id="20" idx="0"/>
            </p:cNvCxnSpPr>
            <p:nvPr/>
          </p:nvCxnSpPr>
          <p:spPr>
            <a:xfrm flipH="1">
              <a:off x="9103807" y="3320704"/>
              <a:ext cx="861162" cy="7631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A36A213-0284-71F4-EB3F-604BFCF46236}"/>
                </a:ext>
              </a:extLst>
            </p:cNvPr>
            <p:cNvCxnSpPr>
              <a:cxnSpLocks/>
              <a:stCxn id="17" idx="5"/>
              <a:endCxn id="23" idx="1"/>
            </p:cNvCxnSpPr>
            <p:nvPr/>
          </p:nvCxnSpPr>
          <p:spPr>
            <a:xfrm>
              <a:off x="10519178" y="3320704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5046CBE-193E-F046-FC66-DC3D9958A2D9}"/>
                </a:ext>
              </a:extLst>
            </p:cNvPr>
            <p:cNvCxnSpPr>
              <a:cxnSpLocks/>
              <a:stCxn id="20" idx="3"/>
              <a:endCxn id="29" idx="0"/>
            </p:cNvCxnSpPr>
            <p:nvPr/>
          </p:nvCxnSpPr>
          <p:spPr>
            <a:xfrm flipH="1">
              <a:off x="7903310" y="4705546"/>
              <a:ext cx="923392" cy="11112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FF77EA9-CFED-3362-B686-888B4A649343}"/>
                </a:ext>
              </a:extLst>
            </p:cNvPr>
            <p:cNvCxnSpPr>
              <a:cxnSpLocks/>
              <a:stCxn id="20" idx="5"/>
              <a:endCxn id="26" idx="0"/>
            </p:cNvCxnSpPr>
            <p:nvPr/>
          </p:nvCxnSpPr>
          <p:spPr>
            <a:xfrm>
              <a:off x="9380911" y="4705546"/>
              <a:ext cx="899152" cy="11112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116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E172-6A93-95F2-6EF3-3D2DBFE4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9C22-30C6-2BF5-70B2-93CB1683F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on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</p:spTree>
    <p:extLst>
      <p:ext uri="{BB962C8B-B14F-4D97-AF65-F5344CB8AC3E}">
        <p14:creationId xmlns:p14="http://schemas.microsoft.com/office/powerpoint/2010/main" val="2592607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1185-CD1F-0C64-F8E9-3A9C63C3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646E-E2E8-52AF-1F18-CA79ED1F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7FDB-EEE3-6BA7-0A8A-77E5C6E82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70129" cy="4776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on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FCA06D3-EB82-C13B-A675-86CEB104E923}"/>
              </a:ext>
            </a:extLst>
          </p:cNvPr>
          <p:cNvGrpSpPr/>
          <p:nvPr/>
        </p:nvGrpSpPr>
        <p:grpSpPr>
          <a:xfrm>
            <a:off x="7585433" y="1482994"/>
            <a:ext cx="4381316" cy="3435704"/>
            <a:chOff x="7103112" y="1472945"/>
            <a:chExt cx="4381316" cy="343570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BEBB7B-92FD-DFCF-661B-52C6BDA4E54E}"/>
                </a:ext>
              </a:extLst>
            </p:cNvPr>
            <p:cNvGrpSpPr/>
            <p:nvPr/>
          </p:nvGrpSpPr>
          <p:grpSpPr>
            <a:xfrm>
              <a:off x="8297597" y="1472945"/>
              <a:ext cx="783771" cy="728321"/>
              <a:chOff x="8711921" y="1497204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F496CE-7283-36EE-717B-0FACE5745DA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D6B67CC-7F59-D2D8-B304-78F9BE4ABF7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72FCCF4-9E86-23FA-4B75-8BABF2AA0E63}"/>
                </a:ext>
              </a:extLst>
            </p:cNvPr>
            <p:cNvGrpSpPr/>
            <p:nvPr/>
          </p:nvGrpSpPr>
          <p:grpSpPr>
            <a:xfrm>
              <a:off x="7103112" y="2676420"/>
              <a:ext cx="783771" cy="728321"/>
              <a:chOff x="8711921" y="1497204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A53BE0-6BEE-B5DE-5919-9D429AE27158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010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B7540ED-F758-6CE2-46E7-1B9A2CADC8F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FFCA7D7-FF39-5876-FA10-D7E26087DDE7}"/>
                </a:ext>
              </a:extLst>
            </p:cNvPr>
            <p:cNvGrpSpPr/>
            <p:nvPr/>
          </p:nvGrpSpPr>
          <p:grpSpPr>
            <a:xfrm>
              <a:off x="9435864" y="2674784"/>
              <a:ext cx="783771" cy="728321"/>
              <a:chOff x="8711921" y="1497204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E38307-E4BE-0FFF-F8BD-44407F7D644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31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5DB1145-94A5-B377-6B67-9F46DB21BB66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58FCC5B-4A18-19FD-B51E-4A5631316E63}"/>
                </a:ext>
              </a:extLst>
            </p:cNvPr>
            <p:cNvGrpSpPr/>
            <p:nvPr/>
          </p:nvGrpSpPr>
          <p:grpSpPr>
            <a:xfrm>
              <a:off x="8266482" y="2674784"/>
              <a:ext cx="783771" cy="728321"/>
              <a:chOff x="8711921" y="1497204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7AE7CB2-BD4A-A1CA-A1F4-C6F0143739C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15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D8F9ADF-0173-11BC-49D1-6869932F27B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548799-E164-BD3B-A54C-7C4F6D4533C0}"/>
                </a:ext>
              </a:extLst>
            </p:cNvPr>
            <p:cNvGrpSpPr/>
            <p:nvPr/>
          </p:nvGrpSpPr>
          <p:grpSpPr>
            <a:xfrm>
              <a:off x="10700657" y="4059626"/>
              <a:ext cx="783771" cy="728321"/>
              <a:chOff x="8711921" y="1497204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347192-FB5B-B928-8B09-0D1E7E3E83C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42098AB-4758-98CD-EEEC-394218C3E4A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60585BC-99B0-3174-A323-5692DA03FB5A}"/>
                </a:ext>
              </a:extLst>
            </p:cNvPr>
            <p:cNvGrpSpPr/>
            <p:nvPr/>
          </p:nvGrpSpPr>
          <p:grpSpPr>
            <a:xfrm>
              <a:off x="8865975" y="4160684"/>
              <a:ext cx="783771" cy="728321"/>
              <a:chOff x="8711921" y="1497204"/>
              <a:chExt cx="783771" cy="72832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7C13BC-A0B2-65DB-30D0-768A99A9BD0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95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1A911B-16DC-166A-0523-7782A5DF159B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D7795B2-CA73-EDAC-B269-BF033799D23E}"/>
                </a:ext>
              </a:extLst>
            </p:cNvPr>
            <p:cNvGrpSpPr/>
            <p:nvPr/>
          </p:nvGrpSpPr>
          <p:grpSpPr>
            <a:xfrm>
              <a:off x="7103112" y="4180328"/>
              <a:ext cx="783771" cy="728321"/>
              <a:chOff x="8711921" y="1497204"/>
              <a:chExt cx="783771" cy="72832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197D70-F0C5-A310-DDBC-894669B7AFA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ECE3FE5-0DB5-2B54-51E1-AA0A155D1DB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D25576D-B1B3-FF47-8961-68BF99CB82AC}"/>
                </a:ext>
              </a:extLst>
            </p:cNvPr>
            <p:cNvCxnSpPr>
              <a:cxnSpLocks/>
              <a:stCxn id="31" idx="3"/>
              <a:endCxn id="29" idx="0"/>
            </p:cNvCxnSpPr>
            <p:nvPr/>
          </p:nvCxnSpPr>
          <p:spPr>
            <a:xfrm flipH="1">
              <a:off x="7494998" y="2094606"/>
              <a:ext cx="917380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0FDD87-9BF4-81B4-E30A-4AD0597B3C29}"/>
                </a:ext>
              </a:extLst>
            </p:cNvPr>
            <p:cNvCxnSpPr>
              <a:cxnSpLocks/>
              <a:stCxn id="31" idx="5"/>
              <a:endCxn id="27" idx="0"/>
            </p:cNvCxnSpPr>
            <p:nvPr/>
          </p:nvCxnSpPr>
          <p:spPr>
            <a:xfrm>
              <a:off x="8966587" y="2094606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6421DA2-3259-2693-B082-BC11748F3B9C}"/>
                </a:ext>
              </a:extLst>
            </p:cNvPr>
            <p:cNvCxnSpPr>
              <a:cxnSpLocks/>
              <a:stCxn id="31" idx="4"/>
              <a:endCxn id="25" idx="0"/>
            </p:cNvCxnSpPr>
            <p:nvPr/>
          </p:nvCxnSpPr>
          <p:spPr>
            <a:xfrm flipH="1">
              <a:off x="8658368" y="2201266"/>
              <a:ext cx="31115" cy="4735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10E4CD-9E5E-459B-46DB-5CB66FC66664}"/>
                </a:ext>
              </a:extLst>
            </p:cNvPr>
            <p:cNvCxnSpPr>
              <a:cxnSpLocks/>
              <a:stCxn id="27" idx="5"/>
              <a:endCxn id="23" idx="1"/>
            </p:cNvCxnSpPr>
            <p:nvPr/>
          </p:nvCxnSpPr>
          <p:spPr>
            <a:xfrm>
              <a:off x="10104854" y="3296445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CE46D74-C590-F3B6-235E-9665FF417CD3}"/>
                </a:ext>
              </a:extLst>
            </p:cNvPr>
            <p:cNvCxnSpPr>
              <a:cxnSpLocks/>
              <a:stCxn id="29" idx="4"/>
              <a:endCxn id="19" idx="0"/>
            </p:cNvCxnSpPr>
            <p:nvPr/>
          </p:nvCxnSpPr>
          <p:spPr>
            <a:xfrm>
              <a:off x="7494998" y="3404741"/>
              <a:ext cx="0" cy="7755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796FAC-BCA0-D13D-C9A8-B575F05C8DAA}"/>
                </a:ext>
              </a:extLst>
            </p:cNvPr>
            <p:cNvCxnSpPr>
              <a:cxnSpLocks/>
              <a:stCxn id="27" idx="3"/>
              <a:endCxn id="21" idx="0"/>
            </p:cNvCxnSpPr>
            <p:nvPr/>
          </p:nvCxnSpPr>
          <p:spPr>
            <a:xfrm flipH="1">
              <a:off x="9257861" y="3296445"/>
              <a:ext cx="292784" cy="8642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6ACE52F-A26C-4AA1-99AB-3E092A1F361B}"/>
              </a:ext>
            </a:extLst>
          </p:cNvPr>
          <p:cNvSpPr txBox="1"/>
          <p:nvPr/>
        </p:nvSpPr>
        <p:spPr>
          <a:xfrm>
            <a:off x="7228659" y="1422099"/>
            <a:ext cx="136712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Root</a:t>
            </a:r>
            <a:r>
              <a:rPr lang="en-US" dirty="0"/>
              <a:t> node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190F06-F42E-3310-463F-A1CE58A22D2A}"/>
              </a:ext>
            </a:extLst>
          </p:cNvPr>
          <p:cNvSpPr txBox="1"/>
          <p:nvPr/>
        </p:nvSpPr>
        <p:spPr>
          <a:xfrm>
            <a:off x="9083765" y="148456"/>
            <a:ext cx="294184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is the </a:t>
            </a:r>
            <a:r>
              <a:rPr lang="en-US" b="1" dirty="0"/>
              <a:t>parent</a:t>
            </a:r>
            <a:r>
              <a:rPr lang="en-US" dirty="0"/>
              <a:t> of B, D,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B, D, C are </a:t>
            </a:r>
            <a:r>
              <a:rPr lang="en-US" b="1" dirty="0"/>
              <a:t>children</a:t>
            </a:r>
            <a:r>
              <a:rPr lang="en-US" dirty="0"/>
              <a:t> of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B, D, C are </a:t>
            </a:r>
            <a:r>
              <a:rPr lang="en-US" b="1" dirty="0"/>
              <a:t>siblings </a:t>
            </a:r>
            <a:r>
              <a:rPr lang="en-US" dirty="0"/>
              <a:t>(have the same parent)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86CAD0-20AB-4000-6D5E-2BA8B4E03423}"/>
              </a:ext>
            </a:extLst>
          </p:cNvPr>
          <p:cNvSpPr txBox="1"/>
          <p:nvPr/>
        </p:nvSpPr>
        <p:spPr>
          <a:xfrm>
            <a:off x="6637627" y="5227925"/>
            <a:ext cx="544536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external</a:t>
            </a:r>
            <a:r>
              <a:rPr lang="en-US" dirty="0"/>
              <a:t> node is a node with no children.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nodes are also call </a:t>
            </a:r>
            <a:r>
              <a:rPr lang="en-US" b="1" dirty="0"/>
              <a:t>leaves</a:t>
            </a:r>
            <a:r>
              <a:rPr lang="en-US" dirty="0"/>
              <a:t>, or </a:t>
            </a:r>
            <a:r>
              <a:rPr lang="en-US" b="1" dirty="0"/>
              <a:t>leaf</a:t>
            </a:r>
            <a:r>
              <a:rPr lang="en-US" dirty="0"/>
              <a:t> nodes.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internal</a:t>
            </a:r>
            <a:r>
              <a:rPr lang="en-US" dirty="0"/>
              <a:t> node has 1 or more children.</a:t>
            </a:r>
          </a:p>
        </p:txBody>
      </p:sp>
    </p:spTree>
    <p:extLst>
      <p:ext uri="{BB962C8B-B14F-4D97-AF65-F5344CB8AC3E}">
        <p14:creationId xmlns:p14="http://schemas.microsoft.com/office/powerpoint/2010/main" val="225148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FA7D-0A3D-681B-3CE1-E15A7891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2514-2C36-445B-0A66-AE4418CF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E22E-A9A4-7914-BB92-AECA5EF20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70129" cy="4776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on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3BB41AE-564F-7005-124D-588886ED78D2}"/>
              </a:ext>
            </a:extLst>
          </p:cNvPr>
          <p:cNvGrpSpPr/>
          <p:nvPr/>
        </p:nvGrpSpPr>
        <p:grpSpPr>
          <a:xfrm>
            <a:off x="7585433" y="1482994"/>
            <a:ext cx="4381316" cy="3435704"/>
            <a:chOff x="7103112" y="1472945"/>
            <a:chExt cx="4381316" cy="343570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DE466DF-0BDA-C16F-8BA0-F8266DC104BA}"/>
                </a:ext>
              </a:extLst>
            </p:cNvPr>
            <p:cNvGrpSpPr/>
            <p:nvPr/>
          </p:nvGrpSpPr>
          <p:grpSpPr>
            <a:xfrm>
              <a:off x="8297597" y="1472945"/>
              <a:ext cx="783771" cy="728321"/>
              <a:chOff x="8711921" y="1497204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D2C08B-6F9A-CB4F-C914-3B9ABF76804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B3821A6-EC58-653D-B509-52AA8C21A07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4768EC3-88CE-90E3-7468-8E8157279E39}"/>
                </a:ext>
              </a:extLst>
            </p:cNvPr>
            <p:cNvGrpSpPr/>
            <p:nvPr/>
          </p:nvGrpSpPr>
          <p:grpSpPr>
            <a:xfrm>
              <a:off x="7103112" y="2676420"/>
              <a:ext cx="783771" cy="728321"/>
              <a:chOff x="8711921" y="1497204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272982-0B74-8A90-4ECD-BA3BB2B19602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010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3A9C4B9-902C-853C-0335-E79396D5E0F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FF57709-D090-4DC8-7A38-24A731A4A596}"/>
                </a:ext>
              </a:extLst>
            </p:cNvPr>
            <p:cNvGrpSpPr/>
            <p:nvPr/>
          </p:nvGrpSpPr>
          <p:grpSpPr>
            <a:xfrm>
              <a:off x="9435864" y="2674784"/>
              <a:ext cx="783771" cy="728321"/>
              <a:chOff x="8711921" y="1497204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8D2427-8455-0EA4-7C33-B2F1D9B5C03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31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25F6CE9-00B3-3700-7A4C-41A439722E6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59BF06D-04E9-3978-7F75-3CA27B1BCA09}"/>
                </a:ext>
              </a:extLst>
            </p:cNvPr>
            <p:cNvGrpSpPr/>
            <p:nvPr/>
          </p:nvGrpSpPr>
          <p:grpSpPr>
            <a:xfrm>
              <a:off x="8266482" y="2674784"/>
              <a:ext cx="783771" cy="728321"/>
              <a:chOff x="8711921" y="1497204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D8A064-B7FB-099B-D43C-1037CF0519D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15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7B43FB4-232E-7E0D-7969-73997D5A980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357A3F1-FD09-05BC-E9C8-81A76924BC09}"/>
                </a:ext>
              </a:extLst>
            </p:cNvPr>
            <p:cNvGrpSpPr/>
            <p:nvPr/>
          </p:nvGrpSpPr>
          <p:grpSpPr>
            <a:xfrm>
              <a:off x="10700657" y="4059626"/>
              <a:ext cx="783771" cy="728321"/>
              <a:chOff x="8711921" y="1497204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88CA04-EA7A-4325-A808-2FB32671AC3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306008-AD5F-26AB-1E1D-A187EB4AB9E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6A36A8-7EF9-E951-A44F-6A1B177A78F6}"/>
                </a:ext>
              </a:extLst>
            </p:cNvPr>
            <p:cNvGrpSpPr/>
            <p:nvPr/>
          </p:nvGrpSpPr>
          <p:grpSpPr>
            <a:xfrm>
              <a:off x="8865975" y="4160684"/>
              <a:ext cx="783771" cy="728321"/>
              <a:chOff x="8711921" y="1497204"/>
              <a:chExt cx="783771" cy="72832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E94C92-8CC4-58BE-F517-B2EFC649F94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95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7EA7536-ED1F-6DBB-5DCC-F92C5BF4DB6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8FCDC8-592D-F0B3-FB64-07DC8B28592C}"/>
                </a:ext>
              </a:extLst>
            </p:cNvPr>
            <p:cNvGrpSpPr/>
            <p:nvPr/>
          </p:nvGrpSpPr>
          <p:grpSpPr>
            <a:xfrm>
              <a:off x="7103112" y="4180328"/>
              <a:ext cx="783771" cy="728321"/>
              <a:chOff x="8711921" y="1497204"/>
              <a:chExt cx="783771" cy="72832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622859-38CF-6C80-ECD1-2532602F23D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2D322FA-A2A1-C9AC-4DDE-C6EC6303BAC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5ABE8A-32C0-0472-FD3E-7754CEAF34EB}"/>
                </a:ext>
              </a:extLst>
            </p:cNvPr>
            <p:cNvCxnSpPr>
              <a:cxnSpLocks/>
              <a:stCxn id="31" idx="3"/>
              <a:endCxn id="29" idx="0"/>
            </p:cNvCxnSpPr>
            <p:nvPr/>
          </p:nvCxnSpPr>
          <p:spPr>
            <a:xfrm flipH="1">
              <a:off x="7494998" y="2094606"/>
              <a:ext cx="917380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6D6373C-9DA9-7561-23CB-B096AE8BE29D}"/>
                </a:ext>
              </a:extLst>
            </p:cNvPr>
            <p:cNvCxnSpPr>
              <a:cxnSpLocks/>
              <a:stCxn id="31" idx="4"/>
              <a:endCxn id="25" idx="0"/>
            </p:cNvCxnSpPr>
            <p:nvPr/>
          </p:nvCxnSpPr>
          <p:spPr>
            <a:xfrm flipH="1">
              <a:off x="8658368" y="2201266"/>
              <a:ext cx="31115" cy="4735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2603B2C-CDD6-DC83-34B7-3783BEA252F0}"/>
                </a:ext>
              </a:extLst>
            </p:cNvPr>
            <p:cNvCxnSpPr>
              <a:cxnSpLocks/>
              <a:stCxn id="27" idx="5"/>
              <a:endCxn id="23" idx="1"/>
            </p:cNvCxnSpPr>
            <p:nvPr/>
          </p:nvCxnSpPr>
          <p:spPr>
            <a:xfrm>
              <a:off x="10104854" y="3296445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B494BB-1C04-C8E9-959C-FB1B1A712EA6}"/>
                </a:ext>
              </a:extLst>
            </p:cNvPr>
            <p:cNvCxnSpPr>
              <a:cxnSpLocks/>
              <a:stCxn id="29" idx="4"/>
              <a:endCxn id="19" idx="0"/>
            </p:cNvCxnSpPr>
            <p:nvPr/>
          </p:nvCxnSpPr>
          <p:spPr>
            <a:xfrm>
              <a:off x="7494998" y="3404741"/>
              <a:ext cx="0" cy="7755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54D9142-D645-9490-7BB4-066770A96155}"/>
                </a:ext>
              </a:extLst>
            </p:cNvPr>
            <p:cNvCxnSpPr>
              <a:cxnSpLocks/>
              <a:stCxn id="27" idx="3"/>
              <a:endCxn id="21" idx="0"/>
            </p:cNvCxnSpPr>
            <p:nvPr/>
          </p:nvCxnSpPr>
          <p:spPr>
            <a:xfrm flipH="1">
              <a:off x="9257861" y="3296445"/>
              <a:ext cx="292784" cy="8642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DCEC58B-1BF4-A3B5-60A2-9FF7E251C438}"/>
              </a:ext>
            </a:extLst>
          </p:cNvPr>
          <p:cNvSpPr txBox="1"/>
          <p:nvPr/>
        </p:nvSpPr>
        <p:spPr>
          <a:xfrm>
            <a:off x="8228652" y="555378"/>
            <a:ext cx="168953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this a tree?</a:t>
            </a:r>
          </a:p>
        </p:txBody>
      </p:sp>
    </p:spTree>
    <p:extLst>
      <p:ext uri="{BB962C8B-B14F-4D97-AF65-F5344CB8AC3E}">
        <p14:creationId xmlns:p14="http://schemas.microsoft.com/office/powerpoint/2010/main" val="56483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9DD8F-AAC6-40E4-7638-0CE6F35A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4051-51BD-BA70-655A-7C9025F1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D591-12B3-3C9F-AAE3-D1556D4F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70129" cy="4776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on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FB217E-47F9-CB90-F2A7-8CE6D633021B}"/>
              </a:ext>
            </a:extLst>
          </p:cNvPr>
          <p:cNvGrpSpPr/>
          <p:nvPr/>
        </p:nvGrpSpPr>
        <p:grpSpPr>
          <a:xfrm>
            <a:off x="7585433" y="1482994"/>
            <a:ext cx="4381316" cy="3435704"/>
            <a:chOff x="7103112" y="1472945"/>
            <a:chExt cx="4381316" cy="343570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3D6C1E-3940-613E-E7BE-58E1D5602002}"/>
                </a:ext>
              </a:extLst>
            </p:cNvPr>
            <p:cNvGrpSpPr/>
            <p:nvPr/>
          </p:nvGrpSpPr>
          <p:grpSpPr>
            <a:xfrm>
              <a:off x="8297597" y="1472945"/>
              <a:ext cx="783771" cy="728321"/>
              <a:chOff x="8711921" y="1497204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CA69E6-727C-C50F-E185-8BF81C444DC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8FE7468-089E-D62E-F68C-119634F42E2D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67B1C5A-E766-E037-4D1C-D6B9AA4162B1}"/>
                </a:ext>
              </a:extLst>
            </p:cNvPr>
            <p:cNvGrpSpPr/>
            <p:nvPr/>
          </p:nvGrpSpPr>
          <p:grpSpPr>
            <a:xfrm>
              <a:off x="7103112" y="2676420"/>
              <a:ext cx="783771" cy="728321"/>
              <a:chOff x="8711921" y="1497204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1B1B83-0309-F4E7-2083-C49D751555B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010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1744000-49BA-F03A-EB2A-44F3C7E54C7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BE8F8A7-763A-0DA2-5DC4-22D367798EAA}"/>
                </a:ext>
              </a:extLst>
            </p:cNvPr>
            <p:cNvGrpSpPr/>
            <p:nvPr/>
          </p:nvGrpSpPr>
          <p:grpSpPr>
            <a:xfrm>
              <a:off x="9435864" y="2674784"/>
              <a:ext cx="783771" cy="728321"/>
              <a:chOff x="8711921" y="1497204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9E63AF-652A-EB8E-F420-D61CC82AE6F3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31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90D6609-BCEB-BCE9-9A6E-80C85A20B38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88F7D09-0ED7-A6BB-4723-76C6CA7B7FAE}"/>
                </a:ext>
              </a:extLst>
            </p:cNvPr>
            <p:cNvGrpSpPr/>
            <p:nvPr/>
          </p:nvGrpSpPr>
          <p:grpSpPr>
            <a:xfrm>
              <a:off x="8266482" y="2674784"/>
              <a:ext cx="783771" cy="728321"/>
              <a:chOff x="8711921" y="1497204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8338EE-78C5-9EBE-4182-2D1D18C56BA2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15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5F08798-5D0E-A71E-B709-C898240EE37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32148D-E529-4CA6-2E44-3F7EDAAE9A37}"/>
                </a:ext>
              </a:extLst>
            </p:cNvPr>
            <p:cNvGrpSpPr/>
            <p:nvPr/>
          </p:nvGrpSpPr>
          <p:grpSpPr>
            <a:xfrm>
              <a:off x="10700657" y="4059626"/>
              <a:ext cx="783771" cy="728321"/>
              <a:chOff x="8711921" y="1497204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DAB57B-B1C8-3943-B471-AF676ED6CAA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BA2811E-6C5E-FAFA-E878-0738E62C5A5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44FAF6F-A9E5-9F93-B4A8-E5A0CBBF206A}"/>
                </a:ext>
              </a:extLst>
            </p:cNvPr>
            <p:cNvGrpSpPr/>
            <p:nvPr/>
          </p:nvGrpSpPr>
          <p:grpSpPr>
            <a:xfrm>
              <a:off x="8865975" y="4160684"/>
              <a:ext cx="783771" cy="728321"/>
              <a:chOff x="8711921" y="1497204"/>
              <a:chExt cx="783771" cy="72832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B7DA2C-320E-3D04-D2FF-8E27947B39DD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95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1F7152F-A82B-B0CA-1A16-0D7D7631E2C2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CDB64D9-93B0-2C3F-9806-E03E0583CFE9}"/>
                </a:ext>
              </a:extLst>
            </p:cNvPr>
            <p:cNvGrpSpPr/>
            <p:nvPr/>
          </p:nvGrpSpPr>
          <p:grpSpPr>
            <a:xfrm>
              <a:off x="7103112" y="4180328"/>
              <a:ext cx="783771" cy="728321"/>
              <a:chOff x="8711921" y="1497204"/>
              <a:chExt cx="783771" cy="72832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681731-AD4B-1D5D-54B1-C8B3172599B2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134CB71-92FD-9375-5DF2-3BB30E9F4E6B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3723F0B-01A2-C08E-C083-E5FD82897AF5}"/>
                </a:ext>
              </a:extLst>
            </p:cNvPr>
            <p:cNvCxnSpPr>
              <a:cxnSpLocks/>
              <a:stCxn id="31" idx="3"/>
              <a:endCxn id="29" idx="0"/>
            </p:cNvCxnSpPr>
            <p:nvPr/>
          </p:nvCxnSpPr>
          <p:spPr>
            <a:xfrm flipH="1">
              <a:off x="7494998" y="2094606"/>
              <a:ext cx="917380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090C72B-C1DC-ADF3-DD1F-0CAE706CB1D0}"/>
                </a:ext>
              </a:extLst>
            </p:cNvPr>
            <p:cNvCxnSpPr>
              <a:cxnSpLocks/>
              <a:stCxn id="31" idx="4"/>
              <a:endCxn id="25" idx="0"/>
            </p:cNvCxnSpPr>
            <p:nvPr/>
          </p:nvCxnSpPr>
          <p:spPr>
            <a:xfrm flipH="1">
              <a:off x="8658368" y="2201266"/>
              <a:ext cx="31115" cy="4735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316592-08D2-C296-9A57-284C6B6B9E30}"/>
                </a:ext>
              </a:extLst>
            </p:cNvPr>
            <p:cNvCxnSpPr>
              <a:cxnSpLocks/>
              <a:stCxn id="27" idx="5"/>
              <a:endCxn id="23" idx="1"/>
            </p:cNvCxnSpPr>
            <p:nvPr/>
          </p:nvCxnSpPr>
          <p:spPr>
            <a:xfrm>
              <a:off x="10104854" y="3296445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D86A658-B098-97B8-031A-DB600216E95F}"/>
                </a:ext>
              </a:extLst>
            </p:cNvPr>
            <p:cNvCxnSpPr>
              <a:cxnSpLocks/>
              <a:stCxn id="29" idx="4"/>
              <a:endCxn id="19" idx="0"/>
            </p:cNvCxnSpPr>
            <p:nvPr/>
          </p:nvCxnSpPr>
          <p:spPr>
            <a:xfrm>
              <a:off x="7494998" y="3404741"/>
              <a:ext cx="0" cy="7755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10D35A-2DB1-A1D4-7741-A2515A0D1926}"/>
                </a:ext>
              </a:extLst>
            </p:cNvPr>
            <p:cNvCxnSpPr>
              <a:cxnSpLocks/>
              <a:stCxn id="27" idx="3"/>
              <a:endCxn id="21" idx="0"/>
            </p:cNvCxnSpPr>
            <p:nvPr/>
          </p:nvCxnSpPr>
          <p:spPr>
            <a:xfrm flipH="1">
              <a:off x="9257861" y="3296445"/>
              <a:ext cx="292784" cy="8642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D818465-D140-52D8-18B3-D442A1D0B342}"/>
              </a:ext>
            </a:extLst>
          </p:cNvPr>
          <p:cNvSpPr txBox="1"/>
          <p:nvPr/>
        </p:nvSpPr>
        <p:spPr>
          <a:xfrm>
            <a:off x="8228652" y="555378"/>
            <a:ext cx="168953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this a tree?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ECB5D-9F86-81A1-FEA4-4C872F818255}"/>
              </a:ext>
            </a:extLst>
          </p:cNvPr>
          <p:cNvSpPr txBox="1"/>
          <p:nvPr/>
        </p:nvSpPr>
        <p:spPr>
          <a:xfrm>
            <a:off x="7465502" y="5656633"/>
            <a:ext cx="4092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 a tree</a:t>
            </a:r>
            <a:r>
              <a:rPr lang="en-US" dirty="0"/>
              <a:t>: C does not have a parent; a tree can have only one root.</a:t>
            </a:r>
          </a:p>
        </p:txBody>
      </p:sp>
    </p:spTree>
    <p:extLst>
      <p:ext uri="{BB962C8B-B14F-4D97-AF65-F5344CB8AC3E}">
        <p14:creationId xmlns:p14="http://schemas.microsoft.com/office/powerpoint/2010/main" val="3448458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7D6A5-1D60-3647-0C6B-5351FBE2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BF0C-03B5-7502-591B-C661DFBA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D9AE9-79E0-1186-E6B7-97095AF76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70129" cy="4776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on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38D7A3-43C9-1BAF-236A-13878A9B5E7C}"/>
              </a:ext>
            </a:extLst>
          </p:cNvPr>
          <p:cNvGrpSpPr/>
          <p:nvPr/>
        </p:nvGrpSpPr>
        <p:grpSpPr>
          <a:xfrm>
            <a:off x="7585433" y="1482994"/>
            <a:ext cx="4381316" cy="3435704"/>
            <a:chOff x="7103112" y="1472945"/>
            <a:chExt cx="4381316" cy="343570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DEF67F-AEBD-8B5C-8E40-FE20D2F12D0C}"/>
                </a:ext>
              </a:extLst>
            </p:cNvPr>
            <p:cNvGrpSpPr/>
            <p:nvPr/>
          </p:nvGrpSpPr>
          <p:grpSpPr>
            <a:xfrm>
              <a:off x="8297597" y="1472945"/>
              <a:ext cx="783771" cy="728321"/>
              <a:chOff x="8711921" y="1497204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E033066-FFDB-2AB4-1E48-DA2FF56A80A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774150A-BDBB-975F-A249-B8E13D17364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F158813-2DB4-4AA0-09B6-E51C91FB0289}"/>
                </a:ext>
              </a:extLst>
            </p:cNvPr>
            <p:cNvGrpSpPr/>
            <p:nvPr/>
          </p:nvGrpSpPr>
          <p:grpSpPr>
            <a:xfrm>
              <a:off x="7103112" y="2676420"/>
              <a:ext cx="783771" cy="728321"/>
              <a:chOff x="8711921" y="1497204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02A2A9-3204-8B22-4E14-ED57EC0EA4A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010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BFCF294-7DB4-E3CA-DAE3-EC66FA24CED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1503F0-E962-E798-8B7F-9E060EA5DC10}"/>
                </a:ext>
              </a:extLst>
            </p:cNvPr>
            <p:cNvGrpSpPr/>
            <p:nvPr/>
          </p:nvGrpSpPr>
          <p:grpSpPr>
            <a:xfrm>
              <a:off x="9435864" y="2674784"/>
              <a:ext cx="783771" cy="728321"/>
              <a:chOff x="8711921" y="1497204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B038BC-8929-57B4-008F-56D38B6485A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31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1EBBEC9-73BF-6F7D-872D-3760FCB23565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A31197D-BFD8-042C-4EF5-52993232502F}"/>
                </a:ext>
              </a:extLst>
            </p:cNvPr>
            <p:cNvGrpSpPr/>
            <p:nvPr/>
          </p:nvGrpSpPr>
          <p:grpSpPr>
            <a:xfrm>
              <a:off x="8266482" y="2674784"/>
              <a:ext cx="783771" cy="728321"/>
              <a:chOff x="8711921" y="1497204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E7750D-D7ED-A52B-7946-854B35827A7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15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948C9A9-5684-6F90-A517-E432E5700EB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D91C79A-DC64-CF03-9770-7D41D4B316D8}"/>
                </a:ext>
              </a:extLst>
            </p:cNvPr>
            <p:cNvGrpSpPr/>
            <p:nvPr/>
          </p:nvGrpSpPr>
          <p:grpSpPr>
            <a:xfrm>
              <a:off x="10700657" y="4059626"/>
              <a:ext cx="783771" cy="728321"/>
              <a:chOff x="8711921" y="1497204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A977D2-6C69-2665-6247-9BB30346FE3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5392A35-B635-3B2D-E99B-B3DD17E0BB7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6203118-5D4A-5BBD-BE44-20F8F3D4C670}"/>
                </a:ext>
              </a:extLst>
            </p:cNvPr>
            <p:cNvGrpSpPr/>
            <p:nvPr/>
          </p:nvGrpSpPr>
          <p:grpSpPr>
            <a:xfrm>
              <a:off x="8865975" y="4160684"/>
              <a:ext cx="783771" cy="728321"/>
              <a:chOff x="8711921" y="1497204"/>
              <a:chExt cx="783771" cy="72832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2F23CBF-321E-5DD4-5279-CC81792DB66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95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60EF887-0B47-7D48-4192-BB08D9ABCA4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1873E74-9482-146C-2BB8-294B195E69B4}"/>
                </a:ext>
              </a:extLst>
            </p:cNvPr>
            <p:cNvGrpSpPr/>
            <p:nvPr/>
          </p:nvGrpSpPr>
          <p:grpSpPr>
            <a:xfrm>
              <a:off x="7103112" y="4180328"/>
              <a:ext cx="783771" cy="728321"/>
              <a:chOff x="8711921" y="1497204"/>
              <a:chExt cx="783771" cy="72832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B0E48C-0534-AF80-E47B-FF137734363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D797DD1-F40C-7A0C-38E3-E3A12B9E0BC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0EED7F-E40F-D0C3-05E2-3CDA5B48A40D}"/>
                </a:ext>
              </a:extLst>
            </p:cNvPr>
            <p:cNvCxnSpPr>
              <a:cxnSpLocks/>
              <a:stCxn id="31" idx="3"/>
              <a:endCxn id="29" idx="0"/>
            </p:cNvCxnSpPr>
            <p:nvPr/>
          </p:nvCxnSpPr>
          <p:spPr>
            <a:xfrm flipH="1">
              <a:off x="7494998" y="2094606"/>
              <a:ext cx="917380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F72AD4-322B-405A-0BA2-83E6E34AECF5}"/>
                </a:ext>
              </a:extLst>
            </p:cNvPr>
            <p:cNvCxnSpPr>
              <a:cxnSpLocks/>
              <a:stCxn id="31" idx="5"/>
              <a:endCxn id="27" idx="0"/>
            </p:cNvCxnSpPr>
            <p:nvPr/>
          </p:nvCxnSpPr>
          <p:spPr>
            <a:xfrm>
              <a:off x="8966587" y="2094606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62FF774-59B2-9702-2DB1-7C4704CD091B}"/>
                </a:ext>
              </a:extLst>
            </p:cNvPr>
            <p:cNvCxnSpPr>
              <a:cxnSpLocks/>
              <a:stCxn id="31" idx="4"/>
              <a:endCxn id="25" idx="0"/>
            </p:cNvCxnSpPr>
            <p:nvPr/>
          </p:nvCxnSpPr>
          <p:spPr>
            <a:xfrm flipH="1">
              <a:off x="8658368" y="2201266"/>
              <a:ext cx="31115" cy="4735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E74700F-EF17-F42D-153D-1828F5D49D86}"/>
                </a:ext>
              </a:extLst>
            </p:cNvPr>
            <p:cNvCxnSpPr>
              <a:cxnSpLocks/>
              <a:stCxn id="27" idx="5"/>
              <a:endCxn id="23" idx="1"/>
            </p:cNvCxnSpPr>
            <p:nvPr/>
          </p:nvCxnSpPr>
          <p:spPr>
            <a:xfrm>
              <a:off x="10104854" y="3296445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F1B3E8B-FA1E-BEEA-AFE0-43118618B98D}"/>
                </a:ext>
              </a:extLst>
            </p:cNvPr>
            <p:cNvCxnSpPr>
              <a:cxnSpLocks/>
              <a:stCxn id="29" idx="4"/>
              <a:endCxn id="19" idx="0"/>
            </p:cNvCxnSpPr>
            <p:nvPr/>
          </p:nvCxnSpPr>
          <p:spPr>
            <a:xfrm>
              <a:off x="7494998" y="3404741"/>
              <a:ext cx="0" cy="7755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E54437-98B1-99C6-F4E2-D372ABA15723}"/>
                </a:ext>
              </a:extLst>
            </p:cNvPr>
            <p:cNvCxnSpPr>
              <a:cxnSpLocks/>
              <a:stCxn id="27" idx="3"/>
              <a:endCxn id="21" idx="0"/>
            </p:cNvCxnSpPr>
            <p:nvPr/>
          </p:nvCxnSpPr>
          <p:spPr>
            <a:xfrm flipH="1">
              <a:off x="9257861" y="3296445"/>
              <a:ext cx="292784" cy="8642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A1B574-4384-1C7A-680D-2A63AF4C36CB}"/>
              </a:ext>
            </a:extLst>
          </p:cNvPr>
          <p:cNvSpPr txBox="1"/>
          <p:nvPr/>
        </p:nvSpPr>
        <p:spPr>
          <a:xfrm>
            <a:off x="8228652" y="555378"/>
            <a:ext cx="168953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this a tree?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6699E3-CA5E-3B3A-D68C-74015A67B51B}"/>
              </a:ext>
            </a:extLst>
          </p:cNvPr>
          <p:cNvCxnSpPr>
            <a:cxnSpLocks/>
            <a:stCxn id="21" idx="1"/>
            <a:endCxn id="29" idx="5"/>
          </p:cNvCxnSpPr>
          <p:nvPr/>
        </p:nvCxnSpPr>
        <p:spPr>
          <a:xfrm flipH="1" flipV="1">
            <a:off x="8254423" y="3308130"/>
            <a:ext cx="1208654" cy="969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48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D843-E0EF-A7C9-1C15-9F11A5F4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605E-65C3-58EB-C716-CADFFD3D9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45519-6982-9393-66E0-4A925CD82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70129" cy="4776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on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5DAFED-C410-79AA-49D7-D9E22D423221}"/>
              </a:ext>
            </a:extLst>
          </p:cNvPr>
          <p:cNvGrpSpPr/>
          <p:nvPr/>
        </p:nvGrpSpPr>
        <p:grpSpPr>
          <a:xfrm>
            <a:off x="7585433" y="1482994"/>
            <a:ext cx="4381316" cy="3435704"/>
            <a:chOff x="7103112" y="1472945"/>
            <a:chExt cx="4381316" cy="343570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5B5C67-DD59-0873-9FA4-CA4A1E1D091A}"/>
                </a:ext>
              </a:extLst>
            </p:cNvPr>
            <p:cNvGrpSpPr/>
            <p:nvPr/>
          </p:nvGrpSpPr>
          <p:grpSpPr>
            <a:xfrm>
              <a:off x="8297597" y="1472945"/>
              <a:ext cx="783771" cy="728321"/>
              <a:chOff x="8711921" y="1497204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EAB282-CE52-9A33-3F56-002F6F5F76CF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E2E1534-4C9B-F7A2-1FDF-956E4996E50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DDD70C8-530D-4884-C217-D80C8F7240DC}"/>
                </a:ext>
              </a:extLst>
            </p:cNvPr>
            <p:cNvGrpSpPr/>
            <p:nvPr/>
          </p:nvGrpSpPr>
          <p:grpSpPr>
            <a:xfrm>
              <a:off x="7103112" y="2676420"/>
              <a:ext cx="783771" cy="728321"/>
              <a:chOff x="8711921" y="1497204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59C476-E708-C8C3-7BEF-83088A2A43B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010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FD67DA9-41B4-468B-A53F-5F468A379FA2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594487-BA6B-A522-8EFD-F933EF79307B}"/>
                </a:ext>
              </a:extLst>
            </p:cNvPr>
            <p:cNvGrpSpPr/>
            <p:nvPr/>
          </p:nvGrpSpPr>
          <p:grpSpPr>
            <a:xfrm>
              <a:off x="9435864" y="2674784"/>
              <a:ext cx="783771" cy="728321"/>
              <a:chOff x="8711921" y="1497204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1563A1-8859-6EEB-999E-349D8AEE2BA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31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92F7809-8D19-4BF9-BB7E-956E2EAAA986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D8AE1A1-332F-5243-B1E4-8F96141D84F1}"/>
                </a:ext>
              </a:extLst>
            </p:cNvPr>
            <p:cNvGrpSpPr/>
            <p:nvPr/>
          </p:nvGrpSpPr>
          <p:grpSpPr>
            <a:xfrm>
              <a:off x="8266482" y="2674784"/>
              <a:ext cx="783771" cy="728321"/>
              <a:chOff x="8711921" y="1497204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BD716C-D8D0-F01B-8236-9123700569E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15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80B78D0-57B4-A10C-D4BA-4FB9DB67289D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78D43D6-12A2-B623-CAFE-123B6AF09A98}"/>
                </a:ext>
              </a:extLst>
            </p:cNvPr>
            <p:cNvGrpSpPr/>
            <p:nvPr/>
          </p:nvGrpSpPr>
          <p:grpSpPr>
            <a:xfrm>
              <a:off x="10700657" y="4059626"/>
              <a:ext cx="783771" cy="728321"/>
              <a:chOff x="8711921" y="1497204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021E4A-485B-D4CE-B0D7-73113134523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987BA43-63B6-92D1-219C-00ABFB6B7A9D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2E3CB-2AF8-9882-105A-6D72AF437026}"/>
                </a:ext>
              </a:extLst>
            </p:cNvPr>
            <p:cNvGrpSpPr/>
            <p:nvPr/>
          </p:nvGrpSpPr>
          <p:grpSpPr>
            <a:xfrm>
              <a:off x="8865975" y="4160684"/>
              <a:ext cx="783771" cy="728321"/>
              <a:chOff x="8711921" y="1497204"/>
              <a:chExt cx="783771" cy="72832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2D8DD5-6CF3-F2BF-0628-7563D3D97CAF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4395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D6E696B-19AD-4DC1-640D-F5C714F7547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61F12F6-1B90-81EB-F998-D800D8FB3F1E}"/>
                </a:ext>
              </a:extLst>
            </p:cNvPr>
            <p:cNvGrpSpPr/>
            <p:nvPr/>
          </p:nvGrpSpPr>
          <p:grpSpPr>
            <a:xfrm>
              <a:off x="7103112" y="4180328"/>
              <a:ext cx="783771" cy="728321"/>
              <a:chOff x="8711921" y="1497204"/>
              <a:chExt cx="783771" cy="72832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54706A-1B8B-DB10-7C64-59461B99196D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B435209-DC66-5773-0834-A9F625CC01E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D660B54-F319-7CF6-4C0F-F4F5A194E553}"/>
                </a:ext>
              </a:extLst>
            </p:cNvPr>
            <p:cNvCxnSpPr>
              <a:cxnSpLocks/>
              <a:stCxn id="31" idx="3"/>
              <a:endCxn id="29" idx="0"/>
            </p:cNvCxnSpPr>
            <p:nvPr/>
          </p:nvCxnSpPr>
          <p:spPr>
            <a:xfrm flipH="1">
              <a:off x="7494998" y="2094606"/>
              <a:ext cx="917380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94F448-E78D-AB33-62E2-0901177DC0B5}"/>
                </a:ext>
              </a:extLst>
            </p:cNvPr>
            <p:cNvCxnSpPr>
              <a:cxnSpLocks/>
              <a:stCxn id="31" idx="5"/>
              <a:endCxn id="27" idx="0"/>
            </p:cNvCxnSpPr>
            <p:nvPr/>
          </p:nvCxnSpPr>
          <p:spPr>
            <a:xfrm>
              <a:off x="8966587" y="2094606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62B800-48CD-E991-13E8-0A8C02944D11}"/>
                </a:ext>
              </a:extLst>
            </p:cNvPr>
            <p:cNvCxnSpPr>
              <a:cxnSpLocks/>
              <a:stCxn id="31" idx="4"/>
              <a:endCxn id="25" idx="0"/>
            </p:cNvCxnSpPr>
            <p:nvPr/>
          </p:nvCxnSpPr>
          <p:spPr>
            <a:xfrm flipH="1">
              <a:off x="8658368" y="2201266"/>
              <a:ext cx="31115" cy="4735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96DE06-0CD2-70B2-37D6-FDAE777DAAB3}"/>
                </a:ext>
              </a:extLst>
            </p:cNvPr>
            <p:cNvCxnSpPr>
              <a:cxnSpLocks/>
              <a:stCxn id="27" idx="5"/>
              <a:endCxn id="23" idx="1"/>
            </p:cNvCxnSpPr>
            <p:nvPr/>
          </p:nvCxnSpPr>
          <p:spPr>
            <a:xfrm>
              <a:off x="10104854" y="3296445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B6D08E-1892-C068-0EEE-01C1EF8F19BB}"/>
                </a:ext>
              </a:extLst>
            </p:cNvPr>
            <p:cNvCxnSpPr>
              <a:cxnSpLocks/>
              <a:stCxn id="29" idx="4"/>
              <a:endCxn id="19" idx="0"/>
            </p:cNvCxnSpPr>
            <p:nvPr/>
          </p:nvCxnSpPr>
          <p:spPr>
            <a:xfrm>
              <a:off x="7494998" y="3404741"/>
              <a:ext cx="0" cy="7755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E12643-E0F5-349E-F490-806E8908ED2A}"/>
                </a:ext>
              </a:extLst>
            </p:cNvPr>
            <p:cNvCxnSpPr>
              <a:cxnSpLocks/>
              <a:stCxn id="27" idx="3"/>
              <a:endCxn id="21" idx="0"/>
            </p:cNvCxnSpPr>
            <p:nvPr/>
          </p:nvCxnSpPr>
          <p:spPr>
            <a:xfrm flipH="1">
              <a:off x="9257861" y="3296445"/>
              <a:ext cx="292784" cy="8642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C280C55-899A-FEEB-2CA9-9128451F03CB}"/>
              </a:ext>
            </a:extLst>
          </p:cNvPr>
          <p:cNvSpPr txBox="1"/>
          <p:nvPr/>
        </p:nvSpPr>
        <p:spPr>
          <a:xfrm>
            <a:off x="8228652" y="555378"/>
            <a:ext cx="168953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 this a tree?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E648FF-EA5E-B7DD-1E89-0D1E596D3EA8}"/>
              </a:ext>
            </a:extLst>
          </p:cNvPr>
          <p:cNvSpPr txBox="1"/>
          <p:nvPr/>
        </p:nvSpPr>
        <p:spPr>
          <a:xfrm>
            <a:off x="7994087" y="5461624"/>
            <a:ext cx="318889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 a tree</a:t>
            </a:r>
            <a:r>
              <a:rPr lang="en-US" dirty="0"/>
              <a:t>: G has two parents, but in a tree non-root nodes must have one parent.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ED58EB5-3F68-E6D7-4B82-BCD35BC06D9F}"/>
              </a:ext>
            </a:extLst>
          </p:cNvPr>
          <p:cNvCxnSpPr>
            <a:cxnSpLocks/>
            <a:stCxn id="21" idx="1"/>
            <a:endCxn id="29" idx="5"/>
          </p:cNvCxnSpPr>
          <p:nvPr/>
        </p:nvCxnSpPr>
        <p:spPr>
          <a:xfrm flipH="1" flipV="1">
            <a:off x="8254423" y="3308130"/>
            <a:ext cx="1208654" cy="969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365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C872-7B5F-61ED-CF81-3CDD12509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EE95B-64F5-4FDB-27DD-1D0299095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89" y="502020"/>
            <a:ext cx="8611437" cy="59435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DF53BE-5541-ED6F-6E27-582E0408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20851" cy="1325563"/>
          </a:xfrm>
        </p:spPr>
        <p:txBody>
          <a:bodyPr/>
          <a:lstStyle/>
          <a:p>
            <a:r>
              <a:rPr lang="en-US" dirty="0"/>
              <a:t>File System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CE203EF-44A0-7BFF-F137-D1F793C02F24}"/>
              </a:ext>
            </a:extLst>
          </p:cNvPr>
          <p:cNvSpPr/>
          <p:nvPr/>
        </p:nvSpPr>
        <p:spPr>
          <a:xfrm>
            <a:off x="2352254" y="1077683"/>
            <a:ext cx="6048568" cy="4663531"/>
          </a:xfrm>
          <a:custGeom>
            <a:avLst/>
            <a:gdLst>
              <a:gd name="csX0" fmla="*/ 2641777 w 6048568"/>
              <a:gd name="csY0" fmla="*/ 329086 h 4663531"/>
              <a:gd name="csX1" fmla="*/ 99544 w 6048568"/>
              <a:gd name="csY1" fmla="*/ 1786097 h 4663531"/>
              <a:gd name="csX2" fmla="*/ 1013944 w 6048568"/>
              <a:gd name="csY2" fmla="*/ 4378572 h 4663531"/>
              <a:gd name="csX3" fmla="*/ 5555799 w 6048568"/>
              <a:gd name="csY3" fmla="*/ 4338379 h 4663531"/>
              <a:gd name="csX4" fmla="*/ 5756766 w 6048568"/>
              <a:gd name="csY4" fmla="*/ 2077499 h 4663531"/>
              <a:gd name="csX5" fmla="*/ 4048546 w 6048568"/>
              <a:gd name="csY5" fmla="*/ 138168 h 4663531"/>
              <a:gd name="csX6" fmla="*/ 2641777 w 6048568"/>
              <a:gd name="csY6" fmla="*/ 329086 h 4663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048568" h="4663531">
                <a:moveTo>
                  <a:pt x="2641777" y="329086"/>
                </a:moveTo>
                <a:cubicBezTo>
                  <a:pt x="1983610" y="603741"/>
                  <a:pt x="370849" y="1111183"/>
                  <a:pt x="99544" y="1786097"/>
                </a:cubicBezTo>
                <a:cubicBezTo>
                  <a:pt x="-171761" y="2461011"/>
                  <a:pt x="104568" y="3953192"/>
                  <a:pt x="1013944" y="4378572"/>
                </a:cubicBezTo>
                <a:cubicBezTo>
                  <a:pt x="1923320" y="4803952"/>
                  <a:pt x="4765329" y="4721891"/>
                  <a:pt x="5555799" y="4338379"/>
                </a:cubicBezTo>
                <a:cubicBezTo>
                  <a:pt x="6346269" y="3954867"/>
                  <a:pt x="6007975" y="2777534"/>
                  <a:pt x="5756766" y="2077499"/>
                </a:cubicBezTo>
                <a:cubicBezTo>
                  <a:pt x="5505557" y="1377464"/>
                  <a:pt x="4569386" y="422871"/>
                  <a:pt x="4048546" y="138168"/>
                </a:cubicBezTo>
                <a:cubicBezTo>
                  <a:pt x="3527706" y="-146535"/>
                  <a:pt x="3299944" y="54431"/>
                  <a:pt x="2641777" y="329086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641777 w 6048568"/>
                      <a:gd name="csY0" fmla="*/ 329086 h 4663531"/>
                      <a:gd name="csX1" fmla="*/ 99544 w 6048568"/>
                      <a:gd name="csY1" fmla="*/ 1786097 h 4663531"/>
                      <a:gd name="csX2" fmla="*/ 1013944 w 6048568"/>
                      <a:gd name="csY2" fmla="*/ 4378572 h 4663531"/>
                      <a:gd name="csX3" fmla="*/ 5555799 w 6048568"/>
                      <a:gd name="csY3" fmla="*/ 4338379 h 4663531"/>
                      <a:gd name="csX4" fmla="*/ 5756766 w 6048568"/>
                      <a:gd name="csY4" fmla="*/ 2077499 h 4663531"/>
                      <a:gd name="csX5" fmla="*/ 4048546 w 6048568"/>
                      <a:gd name="csY5" fmla="*/ 138168 h 4663531"/>
                      <a:gd name="csX6" fmla="*/ 2641777 w 6048568"/>
                      <a:gd name="csY6" fmla="*/ 329086 h 46635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6048568" h="4663531" extrusionOk="0">
                        <a:moveTo>
                          <a:pt x="2641777" y="329086"/>
                        </a:moveTo>
                        <a:cubicBezTo>
                          <a:pt x="1915321" y="561619"/>
                          <a:pt x="167712" y="1187423"/>
                          <a:pt x="99544" y="1786097"/>
                        </a:cubicBezTo>
                        <a:cubicBezTo>
                          <a:pt x="-134817" y="2468789"/>
                          <a:pt x="-47593" y="3958030"/>
                          <a:pt x="1013944" y="4378572"/>
                        </a:cubicBezTo>
                        <a:cubicBezTo>
                          <a:pt x="1769721" y="4953950"/>
                          <a:pt x="4729897" y="4917735"/>
                          <a:pt x="5555799" y="4338379"/>
                        </a:cubicBezTo>
                        <a:cubicBezTo>
                          <a:pt x="6192082" y="3870508"/>
                          <a:pt x="6114763" y="2828558"/>
                          <a:pt x="5756766" y="2077499"/>
                        </a:cubicBezTo>
                        <a:cubicBezTo>
                          <a:pt x="5673367" y="1397371"/>
                          <a:pt x="4576313" y="408616"/>
                          <a:pt x="4048546" y="138168"/>
                        </a:cubicBezTo>
                        <a:cubicBezTo>
                          <a:pt x="3458729" y="-157098"/>
                          <a:pt x="3281358" y="71930"/>
                          <a:pt x="2641777" y="32908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8A421-3EF1-4043-A6E0-68931280F01D}"/>
              </a:ext>
            </a:extLst>
          </p:cNvPr>
          <p:cNvSpPr txBox="1"/>
          <p:nvPr/>
        </p:nvSpPr>
        <p:spPr>
          <a:xfrm>
            <a:off x="369093" y="5371882"/>
            <a:ext cx="168953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shows a </a:t>
            </a:r>
            <a:r>
              <a:rPr lang="en-US" b="1" dirty="0"/>
              <a:t>subtree </a:t>
            </a:r>
            <a:r>
              <a:rPr lang="en-US" dirty="0"/>
              <a:t>rooted at cs106/</a:t>
            </a:r>
          </a:p>
        </p:txBody>
      </p:sp>
    </p:spTree>
    <p:extLst>
      <p:ext uri="{BB962C8B-B14F-4D97-AF65-F5344CB8AC3E}">
        <p14:creationId xmlns:p14="http://schemas.microsoft.com/office/powerpoint/2010/main" val="153273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AD14-DF48-A72C-1A35-3A572317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B941F1-4347-7B87-94F4-4B41EFCF8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89" y="502020"/>
            <a:ext cx="8611437" cy="5943539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AB4A00-AFA2-2296-66A7-BD50BADAA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20851" cy="1325563"/>
          </a:xfrm>
        </p:spPr>
        <p:txBody>
          <a:bodyPr/>
          <a:lstStyle/>
          <a:p>
            <a:r>
              <a:rPr lang="en-US" dirty="0"/>
              <a:t>File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0A960-160C-157F-B85B-747CB4087ACD}"/>
              </a:ext>
            </a:extLst>
          </p:cNvPr>
          <p:cNvSpPr txBox="1"/>
          <p:nvPr/>
        </p:nvSpPr>
        <p:spPr>
          <a:xfrm>
            <a:off x="369093" y="5371882"/>
            <a:ext cx="525798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shows a </a:t>
            </a:r>
            <a:r>
              <a:rPr lang="en-US" b="1" dirty="0"/>
              <a:t>path</a:t>
            </a:r>
            <a:r>
              <a:rPr lang="en-US" dirty="0"/>
              <a:t> from the root to hw2:</a:t>
            </a:r>
          </a:p>
          <a:p>
            <a:pPr algn="ctr"/>
            <a:r>
              <a:rPr lang="en-US" dirty="0"/>
              <a:t>/user/rt/courses/cs016/</a:t>
            </a:r>
            <a:r>
              <a:rPr lang="en-US" dirty="0" err="1"/>
              <a:t>homeworks</a:t>
            </a:r>
            <a:r>
              <a:rPr lang="en-US" dirty="0"/>
              <a:t>/hs2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A215B34-4E1D-7CD9-B8B3-AB702F24705E}"/>
              </a:ext>
            </a:extLst>
          </p:cNvPr>
          <p:cNvSpPr/>
          <p:nvPr/>
        </p:nvSpPr>
        <p:spPr>
          <a:xfrm>
            <a:off x="4200352" y="365125"/>
            <a:ext cx="5615336" cy="4779106"/>
          </a:xfrm>
          <a:custGeom>
            <a:avLst/>
            <a:gdLst>
              <a:gd name="csX0" fmla="*/ 2783253 w 5615336"/>
              <a:gd name="csY0" fmla="*/ 1613875 h 5223534"/>
              <a:gd name="csX1" fmla="*/ 5466163 w 5615336"/>
              <a:gd name="csY1" fmla="*/ 830104 h 5223534"/>
              <a:gd name="csX2" fmla="*/ 4953697 w 5615336"/>
              <a:gd name="csY2" fmla="*/ 56381 h 5223534"/>
              <a:gd name="csX3" fmla="*/ 2290884 w 5615336"/>
              <a:gd name="csY3" fmla="*/ 197058 h 5223534"/>
              <a:gd name="csX4" fmla="*/ 924308 w 5615336"/>
              <a:gd name="csY4" fmla="*/ 1292328 h 5223534"/>
              <a:gd name="csX5" fmla="*/ 40053 w 5615336"/>
              <a:gd name="csY5" fmla="*/ 2679000 h 5223534"/>
              <a:gd name="csX6" fmla="*/ 210875 w 5615336"/>
              <a:gd name="csY6" fmla="*/ 5191088 h 5223534"/>
              <a:gd name="csX7" fmla="*/ 743438 w 5615336"/>
              <a:gd name="csY7" fmla="*/ 4055625 h 5223534"/>
              <a:gd name="csX8" fmla="*/ 1698031 w 5615336"/>
              <a:gd name="csY8" fmla="*/ 3312047 h 5223534"/>
              <a:gd name="csX9" fmla="*/ 1798514 w 5615336"/>
              <a:gd name="csY9" fmla="*/ 2287115 h 5223534"/>
              <a:gd name="csX10" fmla="*/ 2783253 w 5615336"/>
              <a:gd name="csY10" fmla="*/ 1613875 h 5223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615336" h="5223534">
                <a:moveTo>
                  <a:pt x="2783253" y="1613875"/>
                </a:moveTo>
                <a:cubicBezTo>
                  <a:pt x="3394528" y="1371040"/>
                  <a:pt x="5104422" y="1089686"/>
                  <a:pt x="5466163" y="830104"/>
                </a:cubicBezTo>
                <a:cubicBezTo>
                  <a:pt x="5827904" y="570522"/>
                  <a:pt x="5482910" y="161889"/>
                  <a:pt x="4953697" y="56381"/>
                </a:cubicBezTo>
                <a:cubicBezTo>
                  <a:pt x="4424484" y="-49127"/>
                  <a:pt x="2962449" y="-8933"/>
                  <a:pt x="2290884" y="197058"/>
                </a:cubicBezTo>
                <a:cubicBezTo>
                  <a:pt x="1619319" y="403049"/>
                  <a:pt x="1299446" y="878671"/>
                  <a:pt x="924308" y="1292328"/>
                </a:cubicBezTo>
                <a:cubicBezTo>
                  <a:pt x="549170" y="1705985"/>
                  <a:pt x="158958" y="2029207"/>
                  <a:pt x="40053" y="2679000"/>
                </a:cubicBezTo>
                <a:cubicBezTo>
                  <a:pt x="-78852" y="3328793"/>
                  <a:pt x="93644" y="4961651"/>
                  <a:pt x="210875" y="5191088"/>
                </a:cubicBezTo>
                <a:cubicBezTo>
                  <a:pt x="328106" y="5420525"/>
                  <a:pt x="495579" y="4368798"/>
                  <a:pt x="743438" y="4055625"/>
                </a:cubicBezTo>
                <a:cubicBezTo>
                  <a:pt x="991297" y="3742452"/>
                  <a:pt x="1522185" y="3606799"/>
                  <a:pt x="1698031" y="3312047"/>
                </a:cubicBezTo>
                <a:cubicBezTo>
                  <a:pt x="1873877" y="3017295"/>
                  <a:pt x="1615969" y="2566794"/>
                  <a:pt x="1798514" y="2287115"/>
                </a:cubicBezTo>
                <a:cubicBezTo>
                  <a:pt x="1981059" y="2007436"/>
                  <a:pt x="2171978" y="1856710"/>
                  <a:pt x="2783253" y="1613875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66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B5613-1114-1A0B-3F6D-0D2CF8DB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E7EF84-C4DA-68B0-7B91-D5ABD826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395" y="535027"/>
            <a:ext cx="9240043" cy="57879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F9E8E7-9F40-9976-DF10-68CEF3550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20851" cy="1325563"/>
          </a:xfrm>
        </p:spPr>
        <p:txBody>
          <a:bodyPr/>
          <a:lstStyle/>
          <a:p>
            <a:r>
              <a:rPr lang="en-US" dirty="0"/>
              <a:t>Family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84B77-817D-3385-3963-6DD555F816C7}"/>
              </a:ext>
            </a:extLst>
          </p:cNvPr>
          <p:cNvSpPr txBox="1"/>
          <p:nvPr/>
        </p:nvSpPr>
        <p:spPr>
          <a:xfrm>
            <a:off x="8237009" y="5069055"/>
            <a:ext cx="37379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Abraham is an </a:t>
            </a:r>
            <a:r>
              <a:rPr lang="en-US" b="1" dirty="0"/>
              <a:t>ancestor</a:t>
            </a:r>
            <a:r>
              <a:rPr lang="en-US" dirty="0"/>
              <a:t> of Sheba.</a:t>
            </a:r>
          </a:p>
          <a:p>
            <a:pPr algn="ctr"/>
            <a:r>
              <a:rPr lang="en-US" dirty="0"/>
              <a:t>Sheba is a </a:t>
            </a:r>
            <a:r>
              <a:rPr lang="en-US" b="1" dirty="0"/>
              <a:t>descendant</a:t>
            </a:r>
            <a:r>
              <a:rPr lang="en-US" dirty="0"/>
              <a:t> of Abraham.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F2B66D-4FD6-FFA4-1D78-8FA29ADC3BD3}"/>
              </a:ext>
            </a:extLst>
          </p:cNvPr>
          <p:cNvSpPr/>
          <p:nvPr/>
        </p:nvSpPr>
        <p:spPr>
          <a:xfrm>
            <a:off x="9455499" y="3815136"/>
            <a:ext cx="311499" cy="64633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CECE0-A506-7EDF-DF5E-990CA9232C27}"/>
              </a:ext>
            </a:extLst>
          </p:cNvPr>
          <p:cNvSpPr/>
          <p:nvPr/>
        </p:nvSpPr>
        <p:spPr>
          <a:xfrm>
            <a:off x="7925510" y="535026"/>
            <a:ext cx="311499" cy="89835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7EFB5-AD28-55A9-6289-C245268BA73F}"/>
              </a:ext>
            </a:extLst>
          </p:cNvPr>
          <p:cNvSpPr txBox="1"/>
          <p:nvPr/>
        </p:nvSpPr>
        <p:spPr>
          <a:xfrm>
            <a:off x="744413" y="2296347"/>
            <a:ext cx="320684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Node </a:t>
            </a:r>
            <a:r>
              <a:rPr lang="en-US" b="1" dirty="0"/>
              <a:t>a</a:t>
            </a:r>
            <a:r>
              <a:rPr lang="en-US" dirty="0"/>
              <a:t> is an </a:t>
            </a:r>
            <a:r>
              <a:rPr lang="en-US" b="1" dirty="0"/>
              <a:t>ancestor</a:t>
            </a:r>
            <a:r>
              <a:rPr lang="en-US" dirty="0"/>
              <a:t> of node </a:t>
            </a:r>
            <a:r>
              <a:rPr lang="en-US" b="1" dirty="0"/>
              <a:t>b</a:t>
            </a:r>
            <a:r>
              <a:rPr lang="en-US" dirty="0"/>
              <a:t> if either </a:t>
            </a:r>
            <a:r>
              <a:rPr lang="en-US" b="1" dirty="0"/>
              <a:t>a = b</a:t>
            </a:r>
            <a:r>
              <a:rPr lang="en-US" dirty="0"/>
              <a:t>, or </a:t>
            </a:r>
            <a:r>
              <a:rPr lang="en-US" b="1" dirty="0"/>
              <a:t>a</a:t>
            </a:r>
            <a:r>
              <a:rPr lang="en-US" dirty="0"/>
              <a:t> is an ancestor of the parent of </a:t>
            </a:r>
            <a:r>
              <a:rPr lang="en-US" b="1" dirty="0"/>
              <a:t>b</a:t>
            </a:r>
            <a:r>
              <a:rPr lang="en-US" dirty="0"/>
              <a:t>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87C38F-11D0-AC62-4BDA-9EAF28B97680}"/>
              </a:ext>
            </a:extLst>
          </p:cNvPr>
          <p:cNvSpPr txBox="1"/>
          <p:nvPr/>
        </p:nvSpPr>
        <p:spPr>
          <a:xfrm>
            <a:off x="1191566" y="3445804"/>
            <a:ext cx="23125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Recursive definition!</a:t>
            </a:r>
          </a:p>
        </p:txBody>
      </p:sp>
    </p:spTree>
    <p:extLst>
      <p:ext uri="{BB962C8B-B14F-4D97-AF65-F5344CB8AC3E}">
        <p14:creationId xmlns:p14="http://schemas.microsoft.com/office/powerpoint/2010/main" val="140333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07B6-DCFE-E30A-2688-4EB0E0CB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992BF4-3CB4-2590-02B3-A09C9DA4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691" y="663864"/>
            <a:ext cx="9116309" cy="55302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099AE-3952-CA17-691D-D20FF8DA3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62978" cy="1325563"/>
          </a:xfrm>
        </p:spPr>
        <p:txBody>
          <a:bodyPr/>
          <a:lstStyle/>
          <a:p>
            <a:r>
              <a:rPr lang="en-US" dirty="0"/>
              <a:t>Organizational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5213A-FC15-F2C1-381C-45F8A1916825}"/>
              </a:ext>
            </a:extLst>
          </p:cNvPr>
          <p:cNvSpPr txBox="1"/>
          <p:nvPr/>
        </p:nvSpPr>
        <p:spPr>
          <a:xfrm>
            <a:off x="160023" y="1844172"/>
            <a:ext cx="29156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b="1" dirty="0"/>
              <a:t>path</a:t>
            </a:r>
            <a:r>
              <a:rPr lang="en-US" dirty="0"/>
              <a:t> is a sequence of nodes such that any two adjacent nodes on the path are connected by an edge.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C3613-D0F3-5F43-7AE5-A6EE29FA9BC7}"/>
              </a:ext>
            </a:extLst>
          </p:cNvPr>
          <p:cNvSpPr txBox="1"/>
          <p:nvPr/>
        </p:nvSpPr>
        <p:spPr>
          <a:xfrm>
            <a:off x="412906" y="5408549"/>
            <a:ext cx="37672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Example path</a:t>
            </a:r>
          </a:p>
          <a:p>
            <a:pPr algn="ctr"/>
            <a:r>
              <a:rPr lang="en-US" dirty="0"/>
              <a:t>Sales, International, Overseas, Asia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A79E676-20FC-AB23-80E5-96D8AC34F194}"/>
              </a:ext>
            </a:extLst>
          </p:cNvPr>
          <p:cNvSpPr/>
          <p:nvPr/>
        </p:nvSpPr>
        <p:spPr>
          <a:xfrm>
            <a:off x="5647174" y="2444336"/>
            <a:ext cx="3577213" cy="3074795"/>
          </a:xfrm>
          <a:custGeom>
            <a:avLst/>
            <a:gdLst>
              <a:gd name="csX0" fmla="*/ 0 w 3577213"/>
              <a:gd name="csY0" fmla="*/ 0 h 3074795"/>
              <a:gd name="csX1" fmla="*/ 1065125 w 3577213"/>
              <a:gd name="csY1" fmla="*/ 743578 h 3074795"/>
              <a:gd name="csX2" fmla="*/ 2823587 w 3577213"/>
              <a:gd name="csY2" fmla="*/ 1949380 h 3074795"/>
              <a:gd name="csX3" fmla="*/ 3577213 w 3577213"/>
              <a:gd name="csY3" fmla="*/ 3074795 h 3074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77213" h="3074795">
                <a:moveTo>
                  <a:pt x="0" y="0"/>
                </a:moveTo>
                <a:lnTo>
                  <a:pt x="1065125" y="743578"/>
                </a:lnTo>
                <a:cubicBezTo>
                  <a:pt x="1535723" y="1068475"/>
                  <a:pt x="2404906" y="1560844"/>
                  <a:pt x="2823587" y="1949380"/>
                </a:cubicBezTo>
                <a:cubicBezTo>
                  <a:pt x="3242268" y="2337916"/>
                  <a:pt x="3409740" y="2706355"/>
                  <a:pt x="3577213" y="3074795"/>
                </a:cubicBezTo>
              </a:path>
            </a:pathLst>
          </a:cu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40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B0E6-6FB0-064E-F920-2943AD9D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C275-2316-9139-1BC1-D497D31F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4266363" cy="1325563"/>
          </a:xfrm>
        </p:spPr>
        <p:txBody>
          <a:bodyPr/>
          <a:lstStyle/>
          <a:p>
            <a:r>
              <a:rPr lang="en-US" dirty="0"/>
              <a:t>Book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ED03D-9B31-1394-A1FD-5BDB94BBA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43" y="1367105"/>
            <a:ext cx="10241117" cy="49834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EEF18A-6004-0468-1025-C6AE230F6AC7}"/>
              </a:ext>
            </a:extLst>
          </p:cNvPr>
          <p:cNvSpPr txBox="1"/>
          <p:nvPr/>
        </p:nvSpPr>
        <p:spPr>
          <a:xfrm>
            <a:off x="9314823" y="643095"/>
            <a:ext cx="164893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Ordered tree</a:t>
            </a:r>
          </a:p>
          <a:p>
            <a:pPr algn="ctr"/>
            <a:r>
              <a:rPr lang="en-US" dirty="0"/>
              <a:t>order of the leaves matters</a:t>
            </a:r>
          </a:p>
        </p:txBody>
      </p:sp>
    </p:spTree>
    <p:extLst>
      <p:ext uri="{BB962C8B-B14F-4D97-AF65-F5344CB8AC3E}">
        <p14:creationId xmlns:p14="http://schemas.microsoft.com/office/powerpoint/2010/main" val="2779663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EFB2-202B-5287-276B-D85926D2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49545" cy="1325563"/>
          </a:xfrm>
        </p:spPr>
        <p:txBody>
          <a:bodyPr/>
          <a:lstStyle/>
          <a:p>
            <a:r>
              <a:rPr lang="en-US" dirty="0"/>
              <a:t>Tree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2817-B0F5-CD28-0D8B-649B9E62D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889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depth</a:t>
            </a:r>
            <a:r>
              <a:rPr lang="en-US" dirty="0"/>
              <a:t> of a tree node p is the number of ancestors of p, excluding p itself.</a:t>
            </a:r>
          </a:p>
          <a:p>
            <a:pPr lvl="1"/>
            <a:r>
              <a:rPr lang="en-US" dirty="0"/>
              <a:t>E.g. middle + has depth 2</a:t>
            </a:r>
          </a:p>
          <a:p>
            <a:pPr marL="0" indent="0">
              <a:buNone/>
            </a:pPr>
            <a:r>
              <a:rPr lang="en-US" dirty="0"/>
              <a:t>Root of tree always has depth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Recursive definition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the root, then the depth of p</a:t>
            </a:r>
            <a:r>
              <a:rPr lang="en-CA" i="1" dirty="0"/>
              <a:t> </a:t>
            </a:r>
            <a:r>
              <a:rPr lang="en-CA" dirty="0"/>
              <a:t>is 0.</a:t>
            </a:r>
          </a:p>
          <a:p>
            <a:r>
              <a:rPr lang="en-CA" dirty="0"/>
              <a:t>Otherwise, the depth of p</a:t>
            </a:r>
            <a:r>
              <a:rPr lang="en-CA" i="1" dirty="0"/>
              <a:t> </a:t>
            </a:r>
            <a:r>
              <a:rPr lang="en-CA" dirty="0"/>
              <a:t>is 1 plus the depth of the parent of p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C4A4E-1118-1AD3-9D41-9C3B64870900}"/>
              </a:ext>
            </a:extLst>
          </p:cNvPr>
          <p:cNvGrpSpPr/>
          <p:nvPr/>
        </p:nvGrpSpPr>
        <p:grpSpPr>
          <a:xfrm>
            <a:off x="7669166" y="814349"/>
            <a:ext cx="4387328" cy="5047911"/>
            <a:chOff x="7511424" y="1497204"/>
            <a:chExt cx="4387328" cy="504791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E5882C3-A5AD-F5DA-C4CD-B86F05FFD71A}"/>
                </a:ext>
              </a:extLst>
            </p:cNvPr>
            <p:cNvGrpSpPr/>
            <p:nvPr/>
          </p:nvGrpSpPr>
          <p:grpSpPr>
            <a:xfrm>
              <a:off x="8711921" y="1497204"/>
              <a:ext cx="783771" cy="728321"/>
              <a:chOff x="8711921" y="1497204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166AE7C-4CA9-95FB-A9CA-6C7EBB32118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F6429F8-8FE8-4DB2-E6F4-CF0AEFC23C65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03264AE-52D6-8F25-04C1-98CC5D77956C}"/>
                </a:ext>
              </a:extLst>
            </p:cNvPr>
            <p:cNvGrpSpPr/>
            <p:nvPr/>
          </p:nvGrpSpPr>
          <p:grpSpPr>
            <a:xfrm>
              <a:off x="7511425" y="2700679"/>
              <a:ext cx="783771" cy="728321"/>
              <a:chOff x="8711921" y="1497204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DCB5AE-A24F-E711-0FFC-4C5CB7347608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ED14EB4-6BFC-DE48-C215-5EA5CFDD7F7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9214370-1C2D-17A6-2E14-329C793BCF20}"/>
                </a:ext>
              </a:extLst>
            </p:cNvPr>
            <p:cNvGrpSpPr/>
            <p:nvPr/>
          </p:nvGrpSpPr>
          <p:grpSpPr>
            <a:xfrm>
              <a:off x="9850188" y="2699043"/>
              <a:ext cx="783771" cy="728321"/>
              <a:chOff x="8711921" y="1497204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7DE63E-1473-8284-DADF-12BD3E97E31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481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*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BA7C342-C516-C088-DE49-F7BF84C4529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CCD42AA-BEC4-D9D2-59A8-69030B9B702E}"/>
                </a:ext>
              </a:extLst>
            </p:cNvPr>
            <p:cNvGrpSpPr/>
            <p:nvPr/>
          </p:nvGrpSpPr>
          <p:grpSpPr>
            <a:xfrm>
              <a:off x="8711921" y="4083885"/>
              <a:ext cx="783771" cy="728321"/>
              <a:chOff x="8711921" y="1497204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506C0E-7919-7326-86C5-4F7E7A9DB60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DCF63CD-18AB-B8C4-1A1B-893D15DB3B1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AEFEADC-942C-2B44-C790-85B533E8DB0A}"/>
                </a:ext>
              </a:extLst>
            </p:cNvPr>
            <p:cNvGrpSpPr/>
            <p:nvPr/>
          </p:nvGrpSpPr>
          <p:grpSpPr>
            <a:xfrm>
              <a:off x="11114981" y="4083885"/>
              <a:ext cx="783771" cy="728321"/>
              <a:chOff x="8711921" y="1497204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554E15-2CEA-E7F5-A10C-75C9D69FA6A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BAEBF32-10F4-452F-C391-7F57B84E1BBB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E8AE896-7E29-7A83-9241-DE501B07C4CD}"/>
                </a:ext>
              </a:extLst>
            </p:cNvPr>
            <p:cNvGrpSpPr/>
            <p:nvPr/>
          </p:nvGrpSpPr>
          <p:grpSpPr>
            <a:xfrm>
              <a:off x="9888177" y="5816793"/>
              <a:ext cx="783771" cy="728321"/>
              <a:chOff x="8711921" y="1497204"/>
              <a:chExt cx="783771" cy="72832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4456A-E328-FBDB-1330-3FC8EB777C7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F938DA6-7EE9-D5BA-9873-36110F56FF2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5A3C534-AB8B-B4C5-151D-627276C416B2}"/>
                </a:ext>
              </a:extLst>
            </p:cNvPr>
            <p:cNvGrpSpPr/>
            <p:nvPr/>
          </p:nvGrpSpPr>
          <p:grpSpPr>
            <a:xfrm>
              <a:off x="7511424" y="5816794"/>
              <a:ext cx="783771" cy="728321"/>
              <a:chOff x="8711921" y="1497204"/>
              <a:chExt cx="783771" cy="72832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61B69C-7C3D-BD19-C2E3-E514047E24B3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5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2010C28-C055-AC6F-4211-12AF050895E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AE14D0-03FB-77A3-1CC8-EEEABA7161F9}"/>
                </a:ext>
              </a:extLst>
            </p:cNvPr>
            <p:cNvCxnSpPr>
              <a:cxnSpLocks/>
              <a:stCxn id="31" idx="3"/>
              <a:endCxn id="29" idx="0"/>
            </p:cNvCxnSpPr>
            <p:nvPr/>
          </p:nvCxnSpPr>
          <p:spPr>
            <a:xfrm flipH="1">
              <a:off x="7903311" y="2118865"/>
              <a:ext cx="923391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C0E7EEA-5690-E44F-2546-DD2F02664E5F}"/>
                </a:ext>
              </a:extLst>
            </p:cNvPr>
            <p:cNvCxnSpPr>
              <a:cxnSpLocks/>
              <a:stCxn id="31" idx="5"/>
              <a:endCxn id="27" idx="0"/>
            </p:cNvCxnSpPr>
            <p:nvPr/>
          </p:nvCxnSpPr>
          <p:spPr>
            <a:xfrm>
              <a:off x="9380911" y="2118865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C32260C-0EDF-6880-7C0F-DA1439E39AC2}"/>
                </a:ext>
              </a:extLst>
            </p:cNvPr>
            <p:cNvCxnSpPr>
              <a:cxnSpLocks/>
              <a:stCxn id="27" idx="3"/>
              <a:endCxn id="25" idx="0"/>
            </p:cNvCxnSpPr>
            <p:nvPr/>
          </p:nvCxnSpPr>
          <p:spPr>
            <a:xfrm flipH="1">
              <a:off x="9103807" y="3320704"/>
              <a:ext cx="861162" cy="7631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DB5950-E2B4-438B-EE7A-71129903F008}"/>
                </a:ext>
              </a:extLst>
            </p:cNvPr>
            <p:cNvCxnSpPr>
              <a:cxnSpLocks/>
              <a:stCxn id="27" idx="5"/>
              <a:endCxn id="23" idx="1"/>
            </p:cNvCxnSpPr>
            <p:nvPr/>
          </p:nvCxnSpPr>
          <p:spPr>
            <a:xfrm>
              <a:off x="10519178" y="3320704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6AEC166-F194-0663-D3C8-FCD5E5C7BB6E}"/>
                </a:ext>
              </a:extLst>
            </p:cNvPr>
            <p:cNvCxnSpPr>
              <a:cxnSpLocks/>
              <a:stCxn id="25" idx="3"/>
              <a:endCxn id="19" idx="0"/>
            </p:cNvCxnSpPr>
            <p:nvPr/>
          </p:nvCxnSpPr>
          <p:spPr>
            <a:xfrm flipH="1">
              <a:off x="7903310" y="4705546"/>
              <a:ext cx="923392" cy="11112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4DE6C36-3652-66E8-C816-F74E0FD80132}"/>
                </a:ext>
              </a:extLst>
            </p:cNvPr>
            <p:cNvCxnSpPr>
              <a:cxnSpLocks/>
              <a:stCxn id="25" idx="5"/>
              <a:endCxn id="21" idx="0"/>
            </p:cNvCxnSpPr>
            <p:nvPr/>
          </p:nvCxnSpPr>
          <p:spPr>
            <a:xfrm>
              <a:off x="9380911" y="4705546"/>
              <a:ext cx="899152" cy="11112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9582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0B32-53FF-2AD5-8527-D827CD86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FC6C-FD3C-8ED6-69C0-8B979E423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49545" cy="1325563"/>
          </a:xfrm>
        </p:spPr>
        <p:txBody>
          <a:bodyPr/>
          <a:lstStyle/>
          <a:p>
            <a:r>
              <a:rPr lang="en-US" dirty="0"/>
              <a:t>Tree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C42D-DAF0-51AD-CBBC-FEDA41164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889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depth</a:t>
            </a:r>
            <a:r>
              <a:rPr lang="en-US" dirty="0"/>
              <a:t> of a tree node p is the number of ancestors of p, excluding p itself.</a:t>
            </a:r>
          </a:p>
          <a:p>
            <a:pPr lvl="1"/>
            <a:r>
              <a:rPr lang="en-US" dirty="0"/>
              <a:t>E.g. middle + has depth 2</a:t>
            </a:r>
          </a:p>
          <a:p>
            <a:pPr marL="0" indent="0">
              <a:buNone/>
            </a:pPr>
            <a:r>
              <a:rPr lang="en-US" dirty="0"/>
              <a:t>Root of tree always has depth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Recursive definition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the root, then the depth of p</a:t>
            </a:r>
            <a:r>
              <a:rPr lang="en-CA" i="1" dirty="0"/>
              <a:t> </a:t>
            </a:r>
            <a:r>
              <a:rPr lang="en-CA" dirty="0"/>
              <a:t>is 0.</a:t>
            </a:r>
          </a:p>
          <a:p>
            <a:r>
              <a:rPr lang="en-CA" dirty="0"/>
              <a:t>Otherwise, the depth of p</a:t>
            </a:r>
            <a:r>
              <a:rPr lang="en-CA" i="1" dirty="0"/>
              <a:t> </a:t>
            </a:r>
            <a:r>
              <a:rPr lang="en-CA" dirty="0"/>
              <a:t>is 1 plus the depth of the parent of p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0AE5C66-7B5D-4A8D-C761-8ACC32085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933" y="519287"/>
            <a:ext cx="2552281" cy="2909713"/>
          </a:xfrm>
          <a:prstGeom prst="rect">
            <a:avLst/>
          </a:prstGeom>
        </p:spPr>
      </p:pic>
      <p:sp>
        <p:nvSpPr>
          <p:cNvPr id="34" name="Triangle 33">
            <a:extLst>
              <a:ext uri="{FF2B5EF4-FFF2-40B4-BE49-F238E27FC236}">
                <a16:creationId xmlns:a16="http://schemas.microsoft.com/office/drawing/2014/main" id="{76D58B7C-29B1-A23D-907F-338DCF4E67AD}"/>
              </a:ext>
            </a:extLst>
          </p:cNvPr>
          <p:cNvSpPr/>
          <p:nvPr/>
        </p:nvSpPr>
        <p:spPr>
          <a:xfrm>
            <a:off x="6490375" y="773723"/>
            <a:ext cx="2552281" cy="2655277"/>
          </a:xfrm>
          <a:prstGeom prst="triangl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086557-AB19-55C8-821F-C7D4796ADA19}"/>
              </a:ext>
            </a:extLst>
          </p:cNvPr>
          <p:cNvSpPr txBox="1"/>
          <p:nvPr/>
        </p:nvSpPr>
        <p:spPr>
          <a:xfrm>
            <a:off x="6943411" y="4050901"/>
            <a:ext cx="432984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Depth(T, p)</a:t>
            </a:r>
          </a:p>
          <a:p>
            <a:r>
              <a:rPr lang="en-US" sz="2400" dirty="0"/>
              <a:t>   if </a:t>
            </a:r>
            <a:r>
              <a:rPr lang="en-US" sz="2400" dirty="0" err="1"/>
              <a:t>isRoot</a:t>
            </a:r>
            <a:r>
              <a:rPr lang="en-US" sz="2400" dirty="0"/>
              <a:t>(p) then</a:t>
            </a:r>
            <a:br>
              <a:rPr lang="en-US" sz="2400" dirty="0"/>
            </a:br>
            <a:r>
              <a:rPr lang="en-US" sz="2400" dirty="0"/>
              <a:t>      return 0</a:t>
            </a:r>
          </a:p>
          <a:p>
            <a:r>
              <a:rPr lang="en-US" sz="2400" dirty="0"/>
              <a:t>   else</a:t>
            </a:r>
          </a:p>
          <a:p>
            <a:r>
              <a:rPr lang="en-US" sz="2400" dirty="0"/>
              <a:t>      return 1 + depth(T, parent(p))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976DDA84-2191-A221-4853-B0CEDB3199DD}"/>
              </a:ext>
            </a:extLst>
          </p:cNvPr>
          <p:cNvSpPr/>
          <p:nvPr/>
        </p:nvSpPr>
        <p:spPr>
          <a:xfrm>
            <a:off x="7278130" y="790832"/>
            <a:ext cx="934731" cy="2323071"/>
          </a:xfrm>
          <a:custGeom>
            <a:avLst/>
            <a:gdLst>
              <a:gd name="csX0" fmla="*/ 0 w 934731"/>
              <a:gd name="csY0" fmla="*/ 2323071 h 2323071"/>
              <a:gd name="csX1" fmla="*/ 568411 w 934731"/>
              <a:gd name="csY1" fmla="*/ 2038865 h 2323071"/>
              <a:gd name="csX2" fmla="*/ 49427 w 934731"/>
              <a:gd name="csY2" fmla="*/ 1890584 h 2323071"/>
              <a:gd name="csX3" fmla="*/ 815546 w 934731"/>
              <a:gd name="csY3" fmla="*/ 1544595 h 2323071"/>
              <a:gd name="csX4" fmla="*/ 914400 w 934731"/>
              <a:gd name="csY4" fmla="*/ 1433384 h 2323071"/>
              <a:gd name="csX5" fmla="*/ 630194 w 934731"/>
              <a:gd name="csY5" fmla="*/ 1346887 h 2323071"/>
              <a:gd name="csX6" fmla="*/ 790832 w 934731"/>
              <a:gd name="csY6" fmla="*/ 1124465 h 2323071"/>
              <a:gd name="csX7" fmla="*/ 234778 w 934731"/>
              <a:gd name="csY7" fmla="*/ 877330 h 2323071"/>
              <a:gd name="csX8" fmla="*/ 556054 w 934731"/>
              <a:gd name="csY8" fmla="*/ 481914 h 2323071"/>
              <a:gd name="csX9" fmla="*/ 358346 w 934731"/>
              <a:gd name="csY9" fmla="*/ 222422 h 2323071"/>
              <a:gd name="csX10" fmla="*/ 481913 w 934731"/>
              <a:gd name="csY10" fmla="*/ 0 h 2323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34731" h="2323071">
                <a:moveTo>
                  <a:pt x="0" y="2323071"/>
                </a:moveTo>
                <a:cubicBezTo>
                  <a:pt x="280086" y="2217008"/>
                  <a:pt x="560173" y="2110946"/>
                  <a:pt x="568411" y="2038865"/>
                </a:cubicBezTo>
                <a:cubicBezTo>
                  <a:pt x="576649" y="1966784"/>
                  <a:pt x="8238" y="1972962"/>
                  <a:pt x="49427" y="1890584"/>
                </a:cubicBezTo>
                <a:cubicBezTo>
                  <a:pt x="90616" y="1808206"/>
                  <a:pt x="671384" y="1620795"/>
                  <a:pt x="815546" y="1544595"/>
                </a:cubicBezTo>
                <a:cubicBezTo>
                  <a:pt x="959708" y="1468395"/>
                  <a:pt x="945292" y="1466335"/>
                  <a:pt x="914400" y="1433384"/>
                </a:cubicBezTo>
                <a:cubicBezTo>
                  <a:pt x="883508" y="1400433"/>
                  <a:pt x="650789" y="1398373"/>
                  <a:pt x="630194" y="1346887"/>
                </a:cubicBezTo>
                <a:cubicBezTo>
                  <a:pt x="609599" y="1295401"/>
                  <a:pt x="856735" y="1202724"/>
                  <a:pt x="790832" y="1124465"/>
                </a:cubicBezTo>
                <a:cubicBezTo>
                  <a:pt x="724929" y="1046206"/>
                  <a:pt x="273908" y="984422"/>
                  <a:pt x="234778" y="877330"/>
                </a:cubicBezTo>
                <a:cubicBezTo>
                  <a:pt x="195648" y="770238"/>
                  <a:pt x="535459" y="591065"/>
                  <a:pt x="556054" y="481914"/>
                </a:cubicBezTo>
                <a:cubicBezTo>
                  <a:pt x="576649" y="372763"/>
                  <a:pt x="370703" y="302741"/>
                  <a:pt x="358346" y="222422"/>
                </a:cubicBezTo>
                <a:cubicBezTo>
                  <a:pt x="345989" y="142103"/>
                  <a:pt x="413951" y="71051"/>
                  <a:pt x="481913" y="0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8AAF04-E856-D02A-2448-F89E14754B90}"/>
              </a:ext>
            </a:extLst>
          </p:cNvPr>
          <p:cNvSpPr txBox="1"/>
          <p:nvPr/>
        </p:nvSpPr>
        <p:spPr>
          <a:xfrm>
            <a:off x="7080422" y="31139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02BC2C-4E3A-6F03-DCD5-D491843E0187}"/>
              </a:ext>
            </a:extLst>
          </p:cNvPr>
          <p:cNvSpPr txBox="1"/>
          <p:nvPr/>
        </p:nvSpPr>
        <p:spPr>
          <a:xfrm>
            <a:off x="7015532" y="294634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A1893C-6419-F004-DECA-B0F2663C8C25}"/>
              </a:ext>
            </a:extLst>
          </p:cNvPr>
          <p:cNvSpPr txBox="1"/>
          <p:nvPr/>
        </p:nvSpPr>
        <p:spPr>
          <a:xfrm>
            <a:off x="5271531" y="280394"/>
            <a:ext cx="164893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Depth(T, p) starts at p and “walks” up to the root.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5B7EA3-C443-DB97-569D-1CEFC58223E9}"/>
              </a:ext>
            </a:extLst>
          </p:cNvPr>
          <p:cNvSpPr txBox="1"/>
          <p:nvPr/>
        </p:nvSpPr>
        <p:spPr>
          <a:xfrm>
            <a:off x="9704861" y="3919572"/>
            <a:ext cx="198137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Worst-case running time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525370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19CBE-07EA-C816-1AB4-2DB42914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1610-FF2B-CA83-1EBB-B4352426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49545" cy="1325563"/>
          </a:xfrm>
        </p:spPr>
        <p:txBody>
          <a:bodyPr/>
          <a:lstStyle/>
          <a:p>
            <a:r>
              <a:rPr lang="en-US" dirty="0"/>
              <a:t>Tree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A35C-B3F9-A5EE-5A52-29E991973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889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depth</a:t>
            </a:r>
            <a:r>
              <a:rPr lang="en-US" dirty="0"/>
              <a:t> of a tree node p is the number of ancestors of p, excluding p itself.</a:t>
            </a:r>
          </a:p>
          <a:p>
            <a:pPr lvl="1"/>
            <a:r>
              <a:rPr lang="en-US" dirty="0"/>
              <a:t>E.g. middle + has depth 2</a:t>
            </a:r>
          </a:p>
          <a:p>
            <a:pPr marL="0" indent="0">
              <a:buNone/>
            </a:pPr>
            <a:r>
              <a:rPr lang="en-US" dirty="0"/>
              <a:t>Root of tree always has depth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Recursive definition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the root, then the depth of p</a:t>
            </a:r>
            <a:r>
              <a:rPr lang="en-CA" i="1" dirty="0"/>
              <a:t> </a:t>
            </a:r>
            <a:r>
              <a:rPr lang="en-CA" dirty="0"/>
              <a:t>is 0.</a:t>
            </a:r>
          </a:p>
          <a:p>
            <a:r>
              <a:rPr lang="en-CA" dirty="0"/>
              <a:t>Otherwise, the depth of p</a:t>
            </a:r>
            <a:r>
              <a:rPr lang="en-CA" i="1" dirty="0"/>
              <a:t> </a:t>
            </a:r>
            <a:r>
              <a:rPr lang="en-CA" dirty="0"/>
              <a:t>is 1 plus the depth of the parent of p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154CA9E-6D24-6EF6-AC69-DFAFAB980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933" y="519287"/>
            <a:ext cx="2552281" cy="2909713"/>
          </a:xfrm>
          <a:prstGeom prst="rect">
            <a:avLst/>
          </a:prstGeom>
        </p:spPr>
      </p:pic>
      <p:sp>
        <p:nvSpPr>
          <p:cNvPr id="34" name="Triangle 33">
            <a:extLst>
              <a:ext uri="{FF2B5EF4-FFF2-40B4-BE49-F238E27FC236}">
                <a16:creationId xmlns:a16="http://schemas.microsoft.com/office/drawing/2014/main" id="{543A699C-A449-D1FA-ADD7-301F862FC385}"/>
              </a:ext>
            </a:extLst>
          </p:cNvPr>
          <p:cNvSpPr/>
          <p:nvPr/>
        </p:nvSpPr>
        <p:spPr>
          <a:xfrm>
            <a:off x="6490375" y="773723"/>
            <a:ext cx="2552281" cy="2655277"/>
          </a:xfrm>
          <a:prstGeom prst="triangl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8BB11-1690-3E51-A3AD-BD43AF7803B3}"/>
              </a:ext>
            </a:extLst>
          </p:cNvPr>
          <p:cNvSpPr txBox="1"/>
          <p:nvPr/>
        </p:nvSpPr>
        <p:spPr>
          <a:xfrm>
            <a:off x="6943411" y="4050901"/>
            <a:ext cx="432984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Depth(T, p)</a:t>
            </a:r>
          </a:p>
          <a:p>
            <a:r>
              <a:rPr lang="en-US" sz="2400" dirty="0"/>
              <a:t>   if </a:t>
            </a:r>
            <a:r>
              <a:rPr lang="en-US" sz="2400" dirty="0" err="1"/>
              <a:t>isRoot</a:t>
            </a:r>
            <a:r>
              <a:rPr lang="en-US" sz="2400" dirty="0"/>
              <a:t>(p) then</a:t>
            </a:r>
            <a:br>
              <a:rPr lang="en-US" sz="2400" dirty="0"/>
            </a:br>
            <a:r>
              <a:rPr lang="en-US" sz="2400" dirty="0"/>
              <a:t>      return 0</a:t>
            </a:r>
          </a:p>
          <a:p>
            <a:r>
              <a:rPr lang="en-US" sz="2400" dirty="0"/>
              <a:t>   else</a:t>
            </a:r>
          </a:p>
          <a:p>
            <a:r>
              <a:rPr lang="en-US" sz="2400" dirty="0"/>
              <a:t>      return 1 + depth(T, parent(p))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78F25334-C17E-542C-3C61-4003E326BA57}"/>
              </a:ext>
            </a:extLst>
          </p:cNvPr>
          <p:cNvSpPr/>
          <p:nvPr/>
        </p:nvSpPr>
        <p:spPr>
          <a:xfrm>
            <a:off x="7278130" y="790832"/>
            <a:ext cx="934731" cy="2323071"/>
          </a:xfrm>
          <a:custGeom>
            <a:avLst/>
            <a:gdLst>
              <a:gd name="csX0" fmla="*/ 0 w 934731"/>
              <a:gd name="csY0" fmla="*/ 2323071 h 2323071"/>
              <a:gd name="csX1" fmla="*/ 568411 w 934731"/>
              <a:gd name="csY1" fmla="*/ 2038865 h 2323071"/>
              <a:gd name="csX2" fmla="*/ 49427 w 934731"/>
              <a:gd name="csY2" fmla="*/ 1890584 h 2323071"/>
              <a:gd name="csX3" fmla="*/ 815546 w 934731"/>
              <a:gd name="csY3" fmla="*/ 1544595 h 2323071"/>
              <a:gd name="csX4" fmla="*/ 914400 w 934731"/>
              <a:gd name="csY4" fmla="*/ 1433384 h 2323071"/>
              <a:gd name="csX5" fmla="*/ 630194 w 934731"/>
              <a:gd name="csY5" fmla="*/ 1346887 h 2323071"/>
              <a:gd name="csX6" fmla="*/ 790832 w 934731"/>
              <a:gd name="csY6" fmla="*/ 1124465 h 2323071"/>
              <a:gd name="csX7" fmla="*/ 234778 w 934731"/>
              <a:gd name="csY7" fmla="*/ 877330 h 2323071"/>
              <a:gd name="csX8" fmla="*/ 556054 w 934731"/>
              <a:gd name="csY8" fmla="*/ 481914 h 2323071"/>
              <a:gd name="csX9" fmla="*/ 358346 w 934731"/>
              <a:gd name="csY9" fmla="*/ 222422 h 2323071"/>
              <a:gd name="csX10" fmla="*/ 481913 w 934731"/>
              <a:gd name="csY10" fmla="*/ 0 h 2323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34731" h="2323071">
                <a:moveTo>
                  <a:pt x="0" y="2323071"/>
                </a:moveTo>
                <a:cubicBezTo>
                  <a:pt x="280086" y="2217008"/>
                  <a:pt x="560173" y="2110946"/>
                  <a:pt x="568411" y="2038865"/>
                </a:cubicBezTo>
                <a:cubicBezTo>
                  <a:pt x="576649" y="1966784"/>
                  <a:pt x="8238" y="1972962"/>
                  <a:pt x="49427" y="1890584"/>
                </a:cubicBezTo>
                <a:cubicBezTo>
                  <a:pt x="90616" y="1808206"/>
                  <a:pt x="671384" y="1620795"/>
                  <a:pt x="815546" y="1544595"/>
                </a:cubicBezTo>
                <a:cubicBezTo>
                  <a:pt x="959708" y="1468395"/>
                  <a:pt x="945292" y="1466335"/>
                  <a:pt x="914400" y="1433384"/>
                </a:cubicBezTo>
                <a:cubicBezTo>
                  <a:pt x="883508" y="1400433"/>
                  <a:pt x="650789" y="1398373"/>
                  <a:pt x="630194" y="1346887"/>
                </a:cubicBezTo>
                <a:cubicBezTo>
                  <a:pt x="609599" y="1295401"/>
                  <a:pt x="856735" y="1202724"/>
                  <a:pt x="790832" y="1124465"/>
                </a:cubicBezTo>
                <a:cubicBezTo>
                  <a:pt x="724929" y="1046206"/>
                  <a:pt x="273908" y="984422"/>
                  <a:pt x="234778" y="877330"/>
                </a:cubicBezTo>
                <a:cubicBezTo>
                  <a:pt x="195648" y="770238"/>
                  <a:pt x="535459" y="591065"/>
                  <a:pt x="556054" y="481914"/>
                </a:cubicBezTo>
                <a:cubicBezTo>
                  <a:pt x="576649" y="372763"/>
                  <a:pt x="370703" y="302741"/>
                  <a:pt x="358346" y="222422"/>
                </a:cubicBezTo>
                <a:cubicBezTo>
                  <a:pt x="345989" y="142103"/>
                  <a:pt x="413951" y="71051"/>
                  <a:pt x="481913" y="0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AAAA4F-D205-3CD7-58B9-F19C2C7E5BF6}"/>
              </a:ext>
            </a:extLst>
          </p:cNvPr>
          <p:cNvSpPr txBox="1"/>
          <p:nvPr/>
        </p:nvSpPr>
        <p:spPr>
          <a:xfrm>
            <a:off x="7080422" y="31139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FD26D0-4BBC-C500-26E5-CDAEED10DE0E}"/>
              </a:ext>
            </a:extLst>
          </p:cNvPr>
          <p:cNvSpPr txBox="1"/>
          <p:nvPr/>
        </p:nvSpPr>
        <p:spPr>
          <a:xfrm>
            <a:off x="7015532" y="294634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558BC1-CD51-F659-B342-7F7334B737C4}"/>
              </a:ext>
            </a:extLst>
          </p:cNvPr>
          <p:cNvSpPr txBox="1"/>
          <p:nvPr/>
        </p:nvSpPr>
        <p:spPr>
          <a:xfrm>
            <a:off x="5271531" y="280394"/>
            <a:ext cx="164893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Depth(T, p) starts at p and “walks” up to the root.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C880B3-7969-013D-FE32-EA184A90447A}"/>
              </a:ext>
            </a:extLst>
          </p:cNvPr>
          <p:cNvSpPr txBox="1"/>
          <p:nvPr/>
        </p:nvSpPr>
        <p:spPr>
          <a:xfrm>
            <a:off x="9704861" y="3919572"/>
            <a:ext cx="198137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Worst-case running time</a:t>
            </a:r>
            <a:br>
              <a:rPr lang="en-US" dirty="0"/>
            </a:br>
            <a:r>
              <a:rPr lang="en-US" dirty="0"/>
              <a:t>O(height of tree)</a:t>
            </a:r>
          </a:p>
        </p:txBody>
      </p:sp>
    </p:spTree>
    <p:extLst>
      <p:ext uri="{BB962C8B-B14F-4D97-AF65-F5344CB8AC3E}">
        <p14:creationId xmlns:p14="http://schemas.microsoft.com/office/powerpoint/2010/main" val="4251538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6594-FF0F-29A6-F3E8-202D3DB51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F3A4-ECBE-7950-428B-CCF2BA5D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49545" cy="1325563"/>
          </a:xfrm>
        </p:spPr>
        <p:txBody>
          <a:bodyPr/>
          <a:lstStyle/>
          <a:p>
            <a:r>
              <a:rPr lang="en-US" dirty="0"/>
              <a:t>Tree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F851D-DCA7-B71C-E1BC-85DF9A55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8898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depth</a:t>
            </a:r>
            <a:r>
              <a:rPr lang="en-US" dirty="0"/>
              <a:t> of a tree node p is the number of ancestors of p, excluding p itself.</a:t>
            </a:r>
          </a:p>
          <a:p>
            <a:pPr marL="0" indent="0">
              <a:buNone/>
            </a:pPr>
            <a:r>
              <a:rPr lang="en-US" dirty="0"/>
              <a:t>Root of tree always has depth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Recursive definition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the root, then the depth of p</a:t>
            </a:r>
            <a:r>
              <a:rPr lang="en-CA" i="1" dirty="0"/>
              <a:t> </a:t>
            </a:r>
            <a:r>
              <a:rPr lang="en-CA" dirty="0"/>
              <a:t>is 0.</a:t>
            </a:r>
          </a:p>
          <a:p>
            <a:r>
              <a:rPr lang="en-CA" dirty="0"/>
              <a:t>Otherwise, the depth of p</a:t>
            </a:r>
            <a:r>
              <a:rPr lang="en-CA" i="1" dirty="0"/>
              <a:t> </a:t>
            </a:r>
            <a:r>
              <a:rPr lang="en-CA" dirty="0"/>
              <a:t>is 1 plus the depth of the parent of p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137430-756F-0EFB-6983-79D1DF8F1D4A}"/>
              </a:ext>
            </a:extLst>
          </p:cNvPr>
          <p:cNvSpPr txBox="1"/>
          <p:nvPr/>
        </p:nvSpPr>
        <p:spPr>
          <a:xfrm>
            <a:off x="6943411" y="4050901"/>
            <a:ext cx="432984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Depth(T, p)</a:t>
            </a:r>
          </a:p>
          <a:p>
            <a:r>
              <a:rPr lang="en-US" sz="2400" dirty="0"/>
              <a:t>   if </a:t>
            </a:r>
            <a:r>
              <a:rPr lang="en-US" sz="2400" dirty="0" err="1"/>
              <a:t>isRoot</a:t>
            </a:r>
            <a:r>
              <a:rPr lang="en-US" sz="2400" dirty="0"/>
              <a:t>(p) then</a:t>
            </a:r>
            <a:br>
              <a:rPr lang="en-US" sz="2400" dirty="0"/>
            </a:br>
            <a:r>
              <a:rPr lang="en-US" sz="2400" dirty="0"/>
              <a:t>      return 0</a:t>
            </a:r>
          </a:p>
          <a:p>
            <a:r>
              <a:rPr lang="en-US" sz="2400" dirty="0"/>
              <a:t>   else</a:t>
            </a:r>
          </a:p>
          <a:p>
            <a:r>
              <a:rPr lang="en-US" sz="2400" dirty="0"/>
              <a:t>      return 1 + depth(T, parent(p))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BCA576-9469-C7E4-CDD8-18EBAA428A06}"/>
              </a:ext>
            </a:extLst>
          </p:cNvPr>
          <p:cNvSpPr txBox="1"/>
          <p:nvPr/>
        </p:nvSpPr>
        <p:spPr>
          <a:xfrm>
            <a:off x="7080422" y="31139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4D4F9E-07DE-2D25-BC61-114C3EAF7F99}"/>
              </a:ext>
            </a:extLst>
          </p:cNvPr>
          <p:cNvSpPr txBox="1"/>
          <p:nvPr/>
        </p:nvSpPr>
        <p:spPr>
          <a:xfrm>
            <a:off x="6557720" y="221776"/>
            <a:ext cx="44333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What’s the </a:t>
            </a:r>
            <a:r>
              <a:rPr lang="en-US" b="1" dirty="0"/>
              <a:t>maximum possible depth </a:t>
            </a:r>
            <a:r>
              <a:rPr lang="en-US" dirty="0"/>
              <a:t>of a node in a </a:t>
            </a:r>
            <a:r>
              <a:rPr lang="en-US" b="1" dirty="0"/>
              <a:t>tree with n nodes</a:t>
            </a:r>
            <a:r>
              <a:rPr lang="en-US" dirty="0"/>
              <a:t>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43E780-571A-2A94-C657-A0D6BF801814}"/>
              </a:ext>
            </a:extLst>
          </p:cNvPr>
          <p:cNvSpPr txBox="1"/>
          <p:nvPr/>
        </p:nvSpPr>
        <p:spPr>
          <a:xfrm>
            <a:off x="9704861" y="3919572"/>
            <a:ext cx="198137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Worst-case running time</a:t>
            </a:r>
            <a:br>
              <a:rPr lang="en-US" dirty="0"/>
            </a:br>
            <a:r>
              <a:rPr lang="en-US" dirty="0"/>
              <a:t>O(height of tree)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E32E2D-BE15-1257-E158-B5B61ACB122F}"/>
              </a:ext>
            </a:extLst>
          </p:cNvPr>
          <p:cNvSpPr/>
          <p:nvPr/>
        </p:nvSpPr>
        <p:spPr>
          <a:xfrm>
            <a:off x="8819203" y="1132714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D2C4AA-5106-A9B6-B183-FF21DBF16704}"/>
              </a:ext>
            </a:extLst>
          </p:cNvPr>
          <p:cNvSpPr/>
          <p:nvPr/>
        </p:nvSpPr>
        <p:spPr>
          <a:xfrm>
            <a:off x="9194690" y="1509283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275E0-7CF1-86E3-AD83-C558F0D82F64}"/>
              </a:ext>
            </a:extLst>
          </p:cNvPr>
          <p:cNvSpPr/>
          <p:nvPr/>
        </p:nvSpPr>
        <p:spPr>
          <a:xfrm>
            <a:off x="8893688" y="1983629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CEDBB7E-832B-CB44-7D27-16995A9F24D5}"/>
              </a:ext>
            </a:extLst>
          </p:cNvPr>
          <p:cNvSpPr/>
          <p:nvPr/>
        </p:nvSpPr>
        <p:spPr>
          <a:xfrm>
            <a:off x="8571665" y="2445911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9735E2-4A70-68A3-47B5-F7E25D17B7E3}"/>
              </a:ext>
            </a:extLst>
          </p:cNvPr>
          <p:cNvSpPr/>
          <p:nvPr/>
        </p:nvSpPr>
        <p:spPr>
          <a:xfrm>
            <a:off x="8905562" y="2931895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3A6E5A-13DB-7BEC-C50C-8A71D880F91F}"/>
              </a:ext>
            </a:extLst>
          </p:cNvPr>
          <p:cNvCxnSpPr>
            <a:stCxn id="5" idx="5"/>
            <a:endCxn id="6" idx="1"/>
          </p:cNvCxnSpPr>
          <p:nvPr/>
        </p:nvCxnSpPr>
        <p:spPr>
          <a:xfrm>
            <a:off x="9065989" y="1374482"/>
            <a:ext cx="171043" cy="1762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AA00A0-2578-D150-662C-AB6227BC23A9}"/>
              </a:ext>
            </a:extLst>
          </p:cNvPr>
          <p:cNvCxnSpPr>
            <a:stCxn id="6" idx="3"/>
            <a:endCxn id="7" idx="0"/>
          </p:cNvCxnSpPr>
          <p:nvPr/>
        </p:nvCxnSpPr>
        <p:spPr>
          <a:xfrm flipH="1">
            <a:off x="9038252" y="1751051"/>
            <a:ext cx="198780" cy="2325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C3CECE-9CB7-866B-68B4-8BBE8C5744C3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 flipH="1">
            <a:off x="8716229" y="2225397"/>
            <a:ext cx="219801" cy="220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C79E98-8BEF-234D-735D-CD988A278AF1}"/>
              </a:ext>
            </a:extLst>
          </p:cNvPr>
          <p:cNvCxnSpPr>
            <a:stCxn id="8" idx="5"/>
            <a:endCxn id="9" idx="0"/>
          </p:cNvCxnSpPr>
          <p:nvPr/>
        </p:nvCxnSpPr>
        <p:spPr>
          <a:xfrm>
            <a:off x="8818451" y="2687679"/>
            <a:ext cx="231675" cy="2442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704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2E9EA-02E5-CB8C-37AA-0FDA68AB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B72E-F060-BCAD-E18A-50C9A1A4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49545" cy="1325563"/>
          </a:xfrm>
        </p:spPr>
        <p:txBody>
          <a:bodyPr/>
          <a:lstStyle/>
          <a:p>
            <a:r>
              <a:rPr lang="en-US" dirty="0"/>
              <a:t>Tree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1199-1A68-187B-5A3A-C8311E6BA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8898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depth</a:t>
            </a:r>
            <a:r>
              <a:rPr lang="en-US" dirty="0"/>
              <a:t> of a tree node p is the number of ancestors of p, excluding p itself.</a:t>
            </a:r>
          </a:p>
          <a:p>
            <a:pPr marL="0" indent="0">
              <a:buNone/>
            </a:pPr>
            <a:r>
              <a:rPr lang="en-US" dirty="0"/>
              <a:t>Root of tree always has depth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Recursive definition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the root, then the depth of p</a:t>
            </a:r>
            <a:r>
              <a:rPr lang="en-CA" i="1" dirty="0"/>
              <a:t> </a:t>
            </a:r>
            <a:r>
              <a:rPr lang="en-CA" dirty="0"/>
              <a:t>is 0.</a:t>
            </a:r>
          </a:p>
          <a:p>
            <a:r>
              <a:rPr lang="en-CA" dirty="0"/>
              <a:t>Otherwise, the depth of p</a:t>
            </a:r>
            <a:r>
              <a:rPr lang="en-CA" i="1" dirty="0"/>
              <a:t> </a:t>
            </a:r>
            <a:r>
              <a:rPr lang="en-CA" dirty="0"/>
              <a:t>is 1 plus the depth of the parent of p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6F3845-D208-1E22-F4A3-82B2455FFA1F}"/>
              </a:ext>
            </a:extLst>
          </p:cNvPr>
          <p:cNvSpPr txBox="1"/>
          <p:nvPr/>
        </p:nvSpPr>
        <p:spPr>
          <a:xfrm>
            <a:off x="6943411" y="4050901"/>
            <a:ext cx="432984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Depth(T, p)</a:t>
            </a:r>
          </a:p>
          <a:p>
            <a:r>
              <a:rPr lang="en-US" sz="2400" dirty="0"/>
              <a:t>   if </a:t>
            </a:r>
            <a:r>
              <a:rPr lang="en-US" sz="2400" dirty="0" err="1"/>
              <a:t>isRoot</a:t>
            </a:r>
            <a:r>
              <a:rPr lang="en-US" sz="2400" dirty="0"/>
              <a:t>(p) then</a:t>
            </a:r>
            <a:br>
              <a:rPr lang="en-US" sz="2400" dirty="0"/>
            </a:br>
            <a:r>
              <a:rPr lang="en-US" sz="2400" dirty="0"/>
              <a:t>      return 0</a:t>
            </a:r>
          </a:p>
          <a:p>
            <a:r>
              <a:rPr lang="en-US" sz="2400" dirty="0"/>
              <a:t>   else</a:t>
            </a:r>
          </a:p>
          <a:p>
            <a:r>
              <a:rPr lang="en-US" sz="2400" dirty="0"/>
              <a:t>      return 1 + depth(T, parent(p))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19BA4A-3E97-47E3-A15D-B1C06F4477C2}"/>
              </a:ext>
            </a:extLst>
          </p:cNvPr>
          <p:cNvSpPr txBox="1"/>
          <p:nvPr/>
        </p:nvSpPr>
        <p:spPr>
          <a:xfrm>
            <a:off x="7080422" y="31139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E12607-E304-AA51-16B1-BD962240E161}"/>
              </a:ext>
            </a:extLst>
          </p:cNvPr>
          <p:cNvSpPr txBox="1"/>
          <p:nvPr/>
        </p:nvSpPr>
        <p:spPr>
          <a:xfrm>
            <a:off x="6557720" y="221776"/>
            <a:ext cx="44333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What’s the </a:t>
            </a:r>
            <a:r>
              <a:rPr lang="en-US" b="1" dirty="0"/>
              <a:t>maximum possible depth </a:t>
            </a:r>
            <a:r>
              <a:rPr lang="en-US" dirty="0"/>
              <a:t>of a node in a </a:t>
            </a:r>
            <a:r>
              <a:rPr lang="en-US" b="1" dirty="0"/>
              <a:t>tree with n nodes</a:t>
            </a:r>
            <a:r>
              <a:rPr lang="en-US" dirty="0"/>
              <a:t>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BCA046-0041-314C-5E4F-3CDCB26A6EE2}"/>
              </a:ext>
            </a:extLst>
          </p:cNvPr>
          <p:cNvSpPr txBox="1"/>
          <p:nvPr/>
        </p:nvSpPr>
        <p:spPr>
          <a:xfrm>
            <a:off x="9704861" y="3919572"/>
            <a:ext cx="1981371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Worst-case running time</a:t>
            </a:r>
            <a:br>
              <a:rPr lang="en-US" dirty="0"/>
            </a:br>
            <a:r>
              <a:rPr lang="en-US" dirty="0"/>
              <a:t>O(height of tree)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O(n) for a tree with n nodes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DEC08B-12B6-2AA2-061F-942186E50345}"/>
              </a:ext>
            </a:extLst>
          </p:cNvPr>
          <p:cNvSpPr/>
          <p:nvPr/>
        </p:nvSpPr>
        <p:spPr>
          <a:xfrm>
            <a:off x="8819203" y="1132714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154DCE-10BB-E6EE-BADB-2A80B869C9A8}"/>
              </a:ext>
            </a:extLst>
          </p:cNvPr>
          <p:cNvSpPr/>
          <p:nvPr/>
        </p:nvSpPr>
        <p:spPr>
          <a:xfrm>
            <a:off x="9194690" y="1509283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4E1FCE-4D73-B4EF-D8D9-B0D47507C2EB}"/>
              </a:ext>
            </a:extLst>
          </p:cNvPr>
          <p:cNvSpPr/>
          <p:nvPr/>
        </p:nvSpPr>
        <p:spPr>
          <a:xfrm>
            <a:off x="8893688" y="1983629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436F36-5C8F-76B2-0B58-519EFD5E31EA}"/>
              </a:ext>
            </a:extLst>
          </p:cNvPr>
          <p:cNvSpPr/>
          <p:nvPr/>
        </p:nvSpPr>
        <p:spPr>
          <a:xfrm>
            <a:off x="8571665" y="2445911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86DC66-A239-6E2D-5817-C39B6FC61BA1}"/>
              </a:ext>
            </a:extLst>
          </p:cNvPr>
          <p:cNvSpPr/>
          <p:nvPr/>
        </p:nvSpPr>
        <p:spPr>
          <a:xfrm>
            <a:off x="8905562" y="2931895"/>
            <a:ext cx="289128" cy="283249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F383EC-6BE8-1C89-5EA8-D1A78E83873E}"/>
              </a:ext>
            </a:extLst>
          </p:cNvPr>
          <p:cNvCxnSpPr>
            <a:stCxn id="5" idx="5"/>
            <a:endCxn id="6" idx="1"/>
          </p:cNvCxnSpPr>
          <p:nvPr/>
        </p:nvCxnSpPr>
        <p:spPr>
          <a:xfrm>
            <a:off x="9065989" y="1374482"/>
            <a:ext cx="171043" cy="1762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58E781-3211-D0B4-E734-04FBD06C7259}"/>
              </a:ext>
            </a:extLst>
          </p:cNvPr>
          <p:cNvCxnSpPr>
            <a:stCxn id="6" idx="3"/>
            <a:endCxn id="7" idx="0"/>
          </p:cNvCxnSpPr>
          <p:nvPr/>
        </p:nvCxnSpPr>
        <p:spPr>
          <a:xfrm flipH="1">
            <a:off x="9038252" y="1751051"/>
            <a:ext cx="198780" cy="2325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805267-925F-17CD-03D5-6F297D3143E2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 flipH="1">
            <a:off x="8716229" y="2225397"/>
            <a:ext cx="219801" cy="220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97CEF0-B439-B1AF-A027-EA57A57AD42D}"/>
              </a:ext>
            </a:extLst>
          </p:cNvPr>
          <p:cNvCxnSpPr>
            <a:stCxn id="8" idx="5"/>
            <a:endCxn id="9" idx="0"/>
          </p:cNvCxnSpPr>
          <p:nvPr/>
        </p:nvCxnSpPr>
        <p:spPr>
          <a:xfrm>
            <a:off x="8818451" y="2687679"/>
            <a:ext cx="231675" cy="2442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1DB34E-6F5F-A98A-B048-64C594545767}"/>
              </a:ext>
            </a:extLst>
          </p:cNvPr>
          <p:cNvSpPr txBox="1"/>
          <p:nvPr/>
        </p:nvSpPr>
        <p:spPr>
          <a:xfrm>
            <a:off x="8496580" y="10671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890AC5-1E3A-6E04-16D0-61B7072E712D}"/>
              </a:ext>
            </a:extLst>
          </p:cNvPr>
          <p:cNvSpPr txBox="1"/>
          <p:nvPr/>
        </p:nvSpPr>
        <p:spPr>
          <a:xfrm>
            <a:off x="9451556" y="1429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F50D50-8A74-40D2-FC8F-912C045634F9}"/>
              </a:ext>
            </a:extLst>
          </p:cNvPr>
          <p:cNvSpPr txBox="1"/>
          <p:nvPr/>
        </p:nvSpPr>
        <p:spPr>
          <a:xfrm>
            <a:off x="9142134" y="19405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46AA04-AA3E-E401-B692-C5C397A4B395}"/>
              </a:ext>
            </a:extLst>
          </p:cNvPr>
          <p:cNvSpPr txBox="1"/>
          <p:nvPr/>
        </p:nvSpPr>
        <p:spPr>
          <a:xfrm>
            <a:off x="8278715" y="2445911"/>
            <a:ext cx="289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D6F5B6-E8E1-8C40-FE6F-AD1C8CCC93F4}"/>
              </a:ext>
            </a:extLst>
          </p:cNvPr>
          <p:cNvSpPr txBox="1"/>
          <p:nvPr/>
        </p:nvSpPr>
        <p:spPr>
          <a:xfrm>
            <a:off x="9151510" y="28500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1FD7EE-3A84-2DA9-7AA2-C601F08E82FD}"/>
              </a:ext>
            </a:extLst>
          </p:cNvPr>
          <p:cNvSpPr txBox="1"/>
          <p:nvPr/>
        </p:nvSpPr>
        <p:spPr>
          <a:xfrm>
            <a:off x="10016520" y="1665461"/>
            <a:ext cx="1518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n=5 nodes</a:t>
            </a:r>
            <a:br>
              <a:rPr lang="en-US" dirty="0"/>
            </a:br>
            <a:r>
              <a:rPr lang="en-US" dirty="0"/>
              <a:t>leaf node has</a:t>
            </a:r>
            <a:br>
              <a:rPr lang="en-US" dirty="0"/>
            </a:br>
            <a:r>
              <a:rPr lang="en-US" dirty="0"/>
              <a:t>depth 4</a:t>
            </a:r>
          </a:p>
        </p:txBody>
      </p:sp>
    </p:spTree>
    <p:extLst>
      <p:ext uri="{BB962C8B-B14F-4D97-AF65-F5344CB8AC3E}">
        <p14:creationId xmlns:p14="http://schemas.microsoft.com/office/powerpoint/2010/main" val="2979288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E9E0-7611-3966-5477-63E0E34A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10802" cy="1325563"/>
          </a:xfrm>
        </p:spPr>
        <p:txBody>
          <a:bodyPr/>
          <a:lstStyle/>
          <a:p>
            <a:r>
              <a:rPr lang="en-US" dirty="0"/>
              <a:t>Tree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2ED36-42F1-DF71-3BB3-924F2FF54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6991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The </a:t>
            </a:r>
            <a:r>
              <a:rPr lang="en-CA" b="1" dirty="0"/>
              <a:t>height</a:t>
            </a:r>
            <a:r>
              <a:rPr lang="en-CA" dirty="0"/>
              <a:t> of a node p in a tree is: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a leaf, then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0</a:t>
            </a:r>
          </a:p>
          <a:p>
            <a:r>
              <a:rPr lang="en-CA" dirty="0"/>
              <a:t>Otherwise,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1 plus the </a:t>
            </a:r>
            <a:r>
              <a:rPr lang="en-CA" i="1" dirty="0"/>
              <a:t>maximum</a:t>
            </a:r>
            <a:r>
              <a:rPr lang="en-CA" dirty="0"/>
              <a:t> height of a child of p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height of a tree </a:t>
            </a:r>
            <a:r>
              <a:rPr lang="en-US" dirty="0"/>
              <a:t>T is the the height of T’s root node.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7B1BB-D9FC-1A46-5922-563B6AB676AA}"/>
              </a:ext>
            </a:extLst>
          </p:cNvPr>
          <p:cNvSpPr txBox="1"/>
          <p:nvPr/>
        </p:nvSpPr>
        <p:spPr>
          <a:xfrm>
            <a:off x="4373748" y="2703437"/>
            <a:ext cx="1957777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b="1" dirty="0"/>
              <a:t>leaf</a:t>
            </a:r>
            <a:r>
              <a:rPr lang="en-US" sz="1400" dirty="0"/>
              <a:t> node is an external node, i.e. a node with no children.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D418E9-AE5C-8D18-B0A2-BA13BEC6C924}"/>
              </a:ext>
            </a:extLst>
          </p:cNvPr>
          <p:cNvGrpSpPr/>
          <p:nvPr/>
        </p:nvGrpSpPr>
        <p:grpSpPr>
          <a:xfrm>
            <a:off x="7317473" y="905044"/>
            <a:ext cx="4387328" cy="5047911"/>
            <a:chOff x="7511424" y="1497204"/>
            <a:chExt cx="4387328" cy="5047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3A8F2D-439A-4ED5-1738-F683785C1813}"/>
                </a:ext>
              </a:extLst>
            </p:cNvPr>
            <p:cNvGrpSpPr/>
            <p:nvPr/>
          </p:nvGrpSpPr>
          <p:grpSpPr>
            <a:xfrm>
              <a:off x="8711921" y="1497204"/>
              <a:ext cx="783771" cy="728321"/>
              <a:chOff x="8711921" y="1497204"/>
              <a:chExt cx="783771" cy="728321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873B051-7670-8DB0-E2D9-0EB78F56D73F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AE2ADE3-4468-568B-DFBE-0315F020C63B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86CBCF4-B368-1A07-F62A-AFF778535BED}"/>
                </a:ext>
              </a:extLst>
            </p:cNvPr>
            <p:cNvGrpSpPr/>
            <p:nvPr/>
          </p:nvGrpSpPr>
          <p:grpSpPr>
            <a:xfrm>
              <a:off x="7511425" y="2700679"/>
              <a:ext cx="783771" cy="728321"/>
              <a:chOff x="8711921" y="1497204"/>
              <a:chExt cx="783771" cy="72832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B0415C3-2846-9F03-EEE5-90B92390207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031D235-690B-EB21-E897-297CD65A0FE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EBAF031-8700-CC28-F337-1FE2B931FD95}"/>
                </a:ext>
              </a:extLst>
            </p:cNvPr>
            <p:cNvGrpSpPr/>
            <p:nvPr/>
          </p:nvGrpSpPr>
          <p:grpSpPr>
            <a:xfrm>
              <a:off x="9850188" y="2699043"/>
              <a:ext cx="783771" cy="728321"/>
              <a:chOff x="8711921" y="1497204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3E1DDA-11FA-4EA8-DBE2-DEEED808B323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481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*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5651C18-D74B-A8AA-C3A9-DD169606A93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14B7116-8139-B818-E4DD-F0D20C95E27B}"/>
                </a:ext>
              </a:extLst>
            </p:cNvPr>
            <p:cNvGrpSpPr/>
            <p:nvPr/>
          </p:nvGrpSpPr>
          <p:grpSpPr>
            <a:xfrm>
              <a:off x="8711921" y="4083885"/>
              <a:ext cx="783771" cy="728321"/>
              <a:chOff x="8711921" y="1497204"/>
              <a:chExt cx="783771" cy="72832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5CB5F9-C3A7-7096-0B42-8400B9528E3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380E9A9-8552-D5D4-5577-3215EC4512A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A0CD5A-D214-1252-F159-DDD124DB3CBF}"/>
                </a:ext>
              </a:extLst>
            </p:cNvPr>
            <p:cNvGrpSpPr/>
            <p:nvPr/>
          </p:nvGrpSpPr>
          <p:grpSpPr>
            <a:xfrm>
              <a:off x="11114981" y="4083885"/>
              <a:ext cx="783771" cy="728321"/>
              <a:chOff x="8711921" y="1497204"/>
              <a:chExt cx="783771" cy="72832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F522AE-5464-E25F-CEDB-84B7B4413FCD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1DE1362-5F30-CBF8-FD64-7359FC0C39C6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38061B8-B75B-5257-438E-2101BB1C9793}"/>
                </a:ext>
              </a:extLst>
            </p:cNvPr>
            <p:cNvGrpSpPr/>
            <p:nvPr/>
          </p:nvGrpSpPr>
          <p:grpSpPr>
            <a:xfrm>
              <a:off x="9888177" y="5816793"/>
              <a:ext cx="783771" cy="728321"/>
              <a:chOff x="8711921" y="1497204"/>
              <a:chExt cx="783771" cy="72832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CA33E5-00D2-02FA-34E3-E16A0CD9A4B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9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23F9CFD-8EC2-7BF1-E5CB-11A39174B80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401752B-FDD3-7F9A-C8E7-E7C09C7353CD}"/>
                </a:ext>
              </a:extLst>
            </p:cNvPr>
            <p:cNvGrpSpPr/>
            <p:nvPr/>
          </p:nvGrpSpPr>
          <p:grpSpPr>
            <a:xfrm>
              <a:off x="7511424" y="5816794"/>
              <a:ext cx="783771" cy="728321"/>
              <a:chOff x="8711921" y="1497204"/>
              <a:chExt cx="783771" cy="72832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D8183E-3F5E-93BC-99B7-990A2191D31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5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5B297CE-E05B-3D0C-B9D9-D954EC6BF315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5561613-3A0C-7DCC-E3F3-3F9B3C104B5E}"/>
                </a:ext>
              </a:extLst>
            </p:cNvPr>
            <p:cNvCxnSpPr>
              <a:cxnSpLocks/>
              <a:stCxn id="32" idx="3"/>
              <a:endCxn id="30" idx="0"/>
            </p:cNvCxnSpPr>
            <p:nvPr/>
          </p:nvCxnSpPr>
          <p:spPr>
            <a:xfrm flipH="1">
              <a:off x="7903311" y="2118865"/>
              <a:ext cx="923391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7BCF3A4-E63F-9517-B11F-811174BF7AAC}"/>
                </a:ext>
              </a:extLst>
            </p:cNvPr>
            <p:cNvCxnSpPr>
              <a:cxnSpLocks/>
              <a:stCxn id="32" idx="5"/>
              <a:endCxn id="28" idx="0"/>
            </p:cNvCxnSpPr>
            <p:nvPr/>
          </p:nvCxnSpPr>
          <p:spPr>
            <a:xfrm>
              <a:off x="9380911" y="2118865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235C1D-75AE-EF39-F04B-53D841710C09}"/>
                </a:ext>
              </a:extLst>
            </p:cNvPr>
            <p:cNvCxnSpPr>
              <a:cxnSpLocks/>
              <a:stCxn id="28" idx="3"/>
              <a:endCxn id="26" idx="0"/>
            </p:cNvCxnSpPr>
            <p:nvPr/>
          </p:nvCxnSpPr>
          <p:spPr>
            <a:xfrm flipH="1">
              <a:off x="9103807" y="3320704"/>
              <a:ext cx="861162" cy="7631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763A43B-15DC-A7CF-646C-FD9F0F89776D}"/>
                </a:ext>
              </a:extLst>
            </p:cNvPr>
            <p:cNvCxnSpPr>
              <a:cxnSpLocks/>
              <a:stCxn id="28" idx="5"/>
              <a:endCxn id="24" idx="1"/>
            </p:cNvCxnSpPr>
            <p:nvPr/>
          </p:nvCxnSpPr>
          <p:spPr>
            <a:xfrm>
              <a:off x="10519178" y="3320704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EE60415-EBB4-4284-3C40-69AEBB3F4DED}"/>
                </a:ext>
              </a:extLst>
            </p:cNvPr>
            <p:cNvCxnSpPr>
              <a:cxnSpLocks/>
              <a:stCxn id="26" idx="3"/>
              <a:endCxn id="20" idx="0"/>
            </p:cNvCxnSpPr>
            <p:nvPr/>
          </p:nvCxnSpPr>
          <p:spPr>
            <a:xfrm flipH="1">
              <a:off x="7903310" y="4705546"/>
              <a:ext cx="923392" cy="11112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6D8EB65-6549-EC3A-2DCB-A0E2D30CBC2E}"/>
                </a:ext>
              </a:extLst>
            </p:cNvPr>
            <p:cNvCxnSpPr>
              <a:cxnSpLocks/>
              <a:stCxn id="26" idx="5"/>
              <a:endCxn id="22" idx="0"/>
            </p:cNvCxnSpPr>
            <p:nvPr/>
          </p:nvCxnSpPr>
          <p:spPr>
            <a:xfrm>
              <a:off x="9380911" y="4705546"/>
              <a:ext cx="899152" cy="11112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2583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E5DC-83F2-DD23-3568-47B5E30F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D8B8-2B3C-BA25-5D23-D3D87BB4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10802" cy="1325563"/>
          </a:xfrm>
        </p:spPr>
        <p:txBody>
          <a:bodyPr/>
          <a:lstStyle/>
          <a:p>
            <a:r>
              <a:rPr lang="en-US" dirty="0"/>
              <a:t>Tree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28805-2463-3C65-1C0C-09E2D3CD3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6991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The </a:t>
            </a:r>
            <a:r>
              <a:rPr lang="en-CA" b="1" dirty="0"/>
              <a:t>height</a:t>
            </a:r>
            <a:r>
              <a:rPr lang="en-CA" dirty="0"/>
              <a:t> of a node p in a tree is: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a leaf, then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0</a:t>
            </a:r>
          </a:p>
          <a:p>
            <a:r>
              <a:rPr lang="en-CA" dirty="0"/>
              <a:t>Otherwise,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1 plus the </a:t>
            </a:r>
            <a:r>
              <a:rPr lang="en-CA" i="1" dirty="0"/>
              <a:t>maximum</a:t>
            </a:r>
            <a:r>
              <a:rPr lang="en-CA" dirty="0"/>
              <a:t> height of a child of p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height of a tree </a:t>
            </a:r>
            <a:r>
              <a:rPr lang="en-US" dirty="0"/>
              <a:t>T is the the height of T’s root node.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C75E3C-D728-C881-164D-4FA7F662205D}"/>
              </a:ext>
            </a:extLst>
          </p:cNvPr>
          <p:cNvGrpSpPr/>
          <p:nvPr/>
        </p:nvGrpSpPr>
        <p:grpSpPr>
          <a:xfrm>
            <a:off x="7317473" y="905044"/>
            <a:ext cx="4387328" cy="5047911"/>
            <a:chOff x="7511424" y="1497204"/>
            <a:chExt cx="4387328" cy="5047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5D6F55A-447E-0930-94BF-D0F5120790D4}"/>
                </a:ext>
              </a:extLst>
            </p:cNvPr>
            <p:cNvGrpSpPr/>
            <p:nvPr/>
          </p:nvGrpSpPr>
          <p:grpSpPr>
            <a:xfrm>
              <a:off x="8711921" y="1497204"/>
              <a:ext cx="783771" cy="728321"/>
              <a:chOff x="8711921" y="1497204"/>
              <a:chExt cx="783771" cy="728321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9A3A66-326E-FD38-F9C3-CBA152A09C4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7BECB1-D6A6-22F3-61C3-44EC95C2B3F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29E4DB3-C12D-2666-8D90-D62450808A01}"/>
                </a:ext>
              </a:extLst>
            </p:cNvPr>
            <p:cNvGrpSpPr/>
            <p:nvPr/>
          </p:nvGrpSpPr>
          <p:grpSpPr>
            <a:xfrm>
              <a:off x="7511425" y="2700679"/>
              <a:ext cx="783771" cy="728321"/>
              <a:chOff x="8711921" y="1497204"/>
              <a:chExt cx="783771" cy="72832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9DB0BE-011B-CA00-3CF6-F4CE95175CBB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C142747-0F41-7786-1901-D6C3E06F20B2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A6CF9A8-4773-E64D-F757-D4A3D052922F}"/>
                </a:ext>
              </a:extLst>
            </p:cNvPr>
            <p:cNvGrpSpPr/>
            <p:nvPr/>
          </p:nvGrpSpPr>
          <p:grpSpPr>
            <a:xfrm>
              <a:off x="9850188" y="2699043"/>
              <a:ext cx="783771" cy="728321"/>
              <a:chOff x="8711921" y="1497204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11266A-4375-768C-AAF5-5770C97F1BD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481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*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C1AD176-194F-21C0-C8B0-5A4BBB29F65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4F534C-6600-424E-1C01-C2198199B5E9}"/>
                </a:ext>
              </a:extLst>
            </p:cNvPr>
            <p:cNvGrpSpPr/>
            <p:nvPr/>
          </p:nvGrpSpPr>
          <p:grpSpPr>
            <a:xfrm>
              <a:off x="8711921" y="4083885"/>
              <a:ext cx="783771" cy="728321"/>
              <a:chOff x="8711921" y="1497204"/>
              <a:chExt cx="783771" cy="72832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4AAC62-7C2E-181E-07E7-B8055BE1533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F8B3CEE-0F35-0FAA-7B5B-DAA93B5BD9D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211D928-C84D-C90A-931E-7ED3DE504EE6}"/>
                </a:ext>
              </a:extLst>
            </p:cNvPr>
            <p:cNvGrpSpPr/>
            <p:nvPr/>
          </p:nvGrpSpPr>
          <p:grpSpPr>
            <a:xfrm>
              <a:off x="11114981" y="4083885"/>
              <a:ext cx="783771" cy="728321"/>
              <a:chOff x="8711921" y="1497204"/>
              <a:chExt cx="783771" cy="72832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C04A97-0211-DBDE-B825-5D8CC36482A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BDF7AF0-5CA3-A2EB-2317-13DF91B4DC8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68BE1C9-D4CE-B6DC-B253-90D8EA3C61C4}"/>
                </a:ext>
              </a:extLst>
            </p:cNvPr>
            <p:cNvGrpSpPr/>
            <p:nvPr/>
          </p:nvGrpSpPr>
          <p:grpSpPr>
            <a:xfrm>
              <a:off x="9888177" y="5816793"/>
              <a:ext cx="783771" cy="728321"/>
              <a:chOff x="8711921" y="1497204"/>
              <a:chExt cx="783771" cy="72832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7AA908-F93F-B831-0E85-2B49712B353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9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25793FA-F751-96AD-7093-CA76C31C6BE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95A2C33-B495-00F5-FDD1-AB911C001EE4}"/>
                </a:ext>
              </a:extLst>
            </p:cNvPr>
            <p:cNvGrpSpPr/>
            <p:nvPr/>
          </p:nvGrpSpPr>
          <p:grpSpPr>
            <a:xfrm>
              <a:off x="7511424" y="5816794"/>
              <a:ext cx="783771" cy="728321"/>
              <a:chOff x="8711921" y="1497204"/>
              <a:chExt cx="783771" cy="72832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81B223-31EC-8E45-6C6F-F939AA99C84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5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CE0ADA7-0480-FEA6-6757-5D14F8246D2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0CB6505-A85E-EF48-CB92-C98420D436E6}"/>
                </a:ext>
              </a:extLst>
            </p:cNvPr>
            <p:cNvCxnSpPr>
              <a:cxnSpLocks/>
              <a:stCxn id="32" idx="3"/>
              <a:endCxn id="30" idx="0"/>
            </p:cNvCxnSpPr>
            <p:nvPr/>
          </p:nvCxnSpPr>
          <p:spPr>
            <a:xfrm flipH="1">
              <a:off x="7903311" y="2118865"/>
              <a:ext cx="923391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EE41149-0726-E685-B51D-0FFDC974FF19}"/>
                </a:ext>
              </a:extLst>
            </p:cNvPr>
            <p:cNvCxnSpPr>
              <a:cxnSpLocks/>
              <a:stCxn id="32" idx="5"/>
              <a:endCxn id="28" idx="0"/>
            </p:cNvCxnSpPr>
            <p:nvPr/>
          </p:nvCxnSpPr>
          <p:spPr>
            <a:xfrm>
              <a:off x="9380911" y="2118865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183C7F1-BC8A-9DB0-313D-F3A7B6CAD11B}"/>
                </a:ext>
              </a:extLst>
            </p:cNvPr>
            <p:cNvCxnSpPr>
              <a:cxnSpLocks/>
              <a:stCxn id="28" idx="3"/>
              <a:endCxn id="26" idx="0"/>
            </p:cNvCxnSpPr>
            <p:nvPr/>
          </p:nvCxnSpPr>
          <p:spPr>
            <a:xfrm flipH="1">
              <a:off x="9103807" y="3320704"/>
              <a:ext cx="861162" cy="7631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B04334B-6D5A-2F62-3123-766FAE8C3290}"/>
                </a:ext>
              </a:extLst>
            </p:cNvPr>
            <p:cNvCxnSpPr>
              <a:cxnSpLocks/>
              <a:stCxn id="28" idx="5"/>
              <a:endCxn id="24" idx="1"/>
            </p:cNvCxnSpPr>
            <p:nvPr/>
          </p:nvCxnSpPr>
          <p:spPr>
            <a:xfrm>
              <a:off x="10519178" y="3320704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114A547-20C0-20CF-BEB3-11BD607CBF1A}"/>
                </a:ext>
              </a:extLst>
            </p:cNvPr>
            <p:cNvCxnSpPr>
              <a:cxnSpLocks/>
              <a:stCxn id="26" idx="3"/>
              <a:endCxn id="20" idx="0"/>
            </p:cNvCxnSpPr>
            <p:nvPr/>
          </p:nvCxnSpPr>
          <p:spPr>
            <a:xfrm flipH="1">
              <a:off x="7903310" y="4705546"/>
              <a:ext cx="923392" cy="11112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6AB974-301B-7F35-9AAF-776F243D83F5}"/>
                </a:ext>
              </a:extLst>
            </p:cNvPr>
            <p:cNvCxnSpPr>
              <a:cxnSpLocks/>
              <a:stCxn id="26" idx="5"/>
              <a:endCxn id="22" idx="0"/>
            </p:cNvCxnSpPr>
            <p:nvPr/>
          </p:nvCxnSpPr>
          <p:spPr>
            <a:xfrm>
              <a:off x="9380911" y="4705546"/>
              <a:ext cx="899152" cy="11112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7D12667-AF1E-8658-D860-81F98CF7A391}"/>
              </a:ext>
            </a:extLst>
          </p:cNvPr>
          <p:cNvSpPr txBox="1"/>
          <p:nvPr/>
        </p:nvSpPr>
        <p:spPr>
          <a:xfrm>
            <a:off x="4542415" y="143499"/>
            <a:ext cx="342134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Trick</a:t>
            </a:r>
            <a:r>
              <a:rPr lang="en-US" dirty="0"/>
              <a:t>: to get the height of all the nodes of a tree, label all the leaves as 0, then work upwards, setting parents to be 1 more than max heighted child.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A413AA-8960-D051-88CC-4986D3C72A39}"/>
              </a:ext>
            </a:extLst>
          </p:cNvPr>
          <p:cNvSpPr txBox="1"/>
          <p:nvPr/>
        </p:nvSpPr>
        <p:spPr>
          <a:xfrm>
            <a:off x="7002561" y="26505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10EF83-3D53-9742-F1F5-0C043E51B498}"/>
              </a:ext>
            </a:extLst>
          </p:cNvPr>
          <p:cNvSpPr txBox="1"/>
          <p:nvPr/>
        </p:nvSpPr>
        <p:spPr>
          <a:xfrm>
            <a:off x="7002561" y="56657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1B8032-803C-105F-0EA9-4A8BD4FAA894}"/>
              </a:ext>
            </a:extLst>
          </p:cNvPr>
          <p:cNvSpPr txBox="1"/>
          <p:nvPr/>
        </p:nvSpPr>
        <p:spPr>
          <a:xfrm>
            <a:off x="9347609" y="56616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D4B989-29B0-8A31-595F-35B0C4813A18}"/>
              </a:ext>
            </a:extLst>
          </p:cNvPr>
          <p:cNvSpPr txBox="1"/>
          <p:nvPr/>
        </p:nvSpPr>
        <p:spPr>
          <a:xfrm>
            <a:off x="10640321" y="39287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51915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7382-4A19-22B7-4F92-6B63C1DB5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E76C-FAB4-C6C0-9056-26E71E77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10802" cy="1325563"/>
          </a:xfrm>
        </p:spPr>
        <p:txBody>
          <a:bodyPr/>
          <a:lstStyle/>
          <a:p>
            <a:r>
              <a:rPr lang="en-US" dirty="0"/>
              <a:t>Tree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4AD1-81D1-47F4-FA48-E2313EB6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6991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The </a:t>
            </a:r>
            <a:r>
              <a:rPr lang="en-CA" b="1" dirty="0"/>
              <a:t>height</a:t>
            </a:r>
            <a:r>
              <a:rPr lang="en-CA" dirty="0"/>
              <a:t> of a node p in a tree is: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a leaf, then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0</a:t>
            </a:r>
          </a:p>
          <a:p>
            <a:r>
              <a:rPr lang="en-CA" dirty="0"/>
              <a:t>Otherwise,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1 plus the </a:t>
            </a:r>
            <a:r>
              <a:rPr lang="en-CA" i="1" dirty="0"/>
              <a:t>maximum</a:t>
            </a:r>
            <a:r>
              <a:rPr lang="en-CA" dirty="0"/>
              <a:t> height of a child of p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height of a tree </a:t>
            </a:r>
            <a:r>
              <a:rPr lang="en-US" dirty="0"/>
              <a:t>T is the the height of T’s root node.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207CA4-5743-3A4C-F5F1-31BA3D79E9E9}"/>
              </a:ext>
            </a:extLst>
          </p:cNvPr>
          <p:cNvGrpSpPr/>
          <p:nvPr/>
        </p:nvGrpSpPr>
        <p:grpSpPr>
          <a:xfrm>
            <a:off x="7317473" y="905044"/>
            <a:ext cx="4387328" cy="5047911"/>
            <a:chOff x="7511424" y="1497204"/>
            <a:chExt cx="4387328" cy="5047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B53DF55-5C24-C2F2-8E79-CD0051BA86BA}"/>
                </a:ext>
              </a:extLst>
            </p:cNvPr>
            <p:cNvGrpSpPr/>
            <p:nvPr/>
          </p:nvGrpSpPr>
          <p:grpSpPr>
            <a:xfrm>
              <a:off x="8711921" y="1497204"/>
              <a:ext cx="783771" cy="728321"/>
              <a:chOff x="8711921" y="1497204"/>
              <a:chExt cx="783771" cy="728321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60A661-2FD3-F25A-E95A-4AA85E5A171F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8E23D89-9251-9C79-22AC-FDD987D2956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34AE95E-C0F6-540B-AD7C-CB6D50C5A546}"/>
                </a:ext>
              </a:extLst>
            </p:cNvPr>
            <p:cNvGrpSpPr/>
            <p:nvPr/>
          </p:nvGrpSpPr>
          <p:grpSpPr>
            <a:xfrm>
              <a:off x="7511425" y="2700679"/>
              <a:ext cx="783771" cy="728321"/>
              <a:chOff x="8711921" y="1497204"/>
              <a:chExt cx="783771" cy="72832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81C613-8E8B-16DB-B882-DB315480930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DF34819-0CD0-6033-B4CD-60DF6AD23ED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1C60F6-0F62-CF22-8038-67CE607D4A5A}"/>
                </a:ext>
              </a:extLst>
            </p:cNvPr>
            <p:cNvGrpSpPr/>
            <p:nvPr/>
          </p:nvGrpSpPr>
          <p:grpSpPr>
            <a:xfrm>
              <a:off x="9850188" y="2699043"/>
              <a:ext cx="783771" cy="728321"/>
              <a:chOff x="8711921" y="1497204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81C2C4-F3F6-4CA2-30A4-18648651371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481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*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128F841-DB8E-F193-7691-4732D11FA51B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3CB1D6-73D6-4AD6-099D-87356CF67CBC}"/>
                </a:ext>
              </a:extLst>
            </p:cNvPr>
            <p:cNvGrpSpPr/>
            <p:nvPr/>
          </p:nvGrpSpPr>
          <p:grpSpPr>
            <a:xfrm>
              <a:off x="8711921" y="4083885"/>
              <a:ext cx="783771" cy="728321"/>
              <a:chOff x="8711921" y="1497204"/>
              <a:chExt cx="783771" cy="72832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7FF5DF-03D6-4638-97B1-75D54ECB098F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7A574D5-D353-FAD4-684F-8FE1FA95384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7EA8F74-C040-8D99-DF94-0BF729FCBFAA}"/>
                </a:ext>
              </a:extLst>
            </p:cNvPr>
            <p:cNvGrpSpPr/>
            <p:nvPr/>
          </p:nvGrpSpPr>
          <p:grpSpPr>
            <a:xfrm>
              <a:off x="11114981" y="4083885"/>
              <a:ext cx="783771" cy="728321"/>
              <a:chOff x="8711921" y="1497204"/>
              <a:chExt cx="783771" cy="72832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599BB9-D523-CDEE-D911-1F02C7D75FD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6FE6EA9-3CA2-FD04-27D5-B5CC281C1D1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A780A2B-CB7E-50F3-6B01-3849F12CA9B7}"/>
                </a:ext>
              </a:extLst>
            </p:cNvPr>
            <p:cNvGrpSpPr/>
            <p:nvPr/>
          </p:nvGrpSpPr>
          <p:grpSpPr>
            <a:xfrm>
              <a:off x="9888177" y="5816793"/>
              <a:ext cx="783771" cy="728321"/>
              <a:chOff x="8711921" y="1497204"/>
              <a:chExt cx="783771" cy="72832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5739CD-1027-DA18-4BB8-45523320BB3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9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F3263F2-6CE5-8678-4EF4-FD271F22B24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065916D-4D25-13CA-98B1-FB0045598E7B}"/>
                </a:ext>
              </a:extLst>
            </p:cNvPr>
            <p:cNvGrpSpPr/>
            <p:nvPr/>
          </p:nvGrpSpPr>
          <p:grpSpPr>
            <a:xfrm>
              <a:off x="7511424" y="5816794"/>
              <a:ext cx="783771" cy="728321"/>
              <a:chOff x="8711921" y="1497204"/>
              <a:chExt cx="783771" cy="72832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909205-930D-B32C-2602-2028CAFCC643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5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6741379-1C70-027D-5034-59994E6031F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55080D-4D55-8D4C-70C3-74AB529EFC8A}"/>
                </a:ext>
              </a:extLst>
            </p:cNvPr>
            <p:cNvCxnSpPr>
              <a:cxnSpLocks/>
              <a:stCxn id="32" idx="3"/>
              <a:endCxn id="30" idx="0"/>
            </p:cNvCxnSpPr>
            <p:nvPr/>
          </p:nvCxnSpPr>
          <p:spPr>
            <a:xfrm flipH="1">
              <a:off x="7903311" y="2118865"/>
              <a:ext cx="923391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9FC9574-BE1B-B6E6-0F62-D6EBAA467506}"/>
                </a:ext>
              </a:extLst>
            </p:cNvPr>
            <p:cNvCxnSpPr>
              <a:cxnSpLocks/>
              <a:stCxn id="32" idx="5"/>
              <a:endCxn id="28" idx="0"/>
            </p:cNvCxnSpPr>
            <p:nvPr/>
          </p:nvCxnSpPr>
          <p:spPr>
            <a:xfrm>
              <a:off x="9380911" y="2118865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87C27C-8CF3-2F8A-21D9-2D6EA82D782B}"/>
                </a:ext>
              </a:extLst>
            </p:cNvPr>
            <p:cNvCxnSpPr>
              <a:cxnSpLocks/>
              <a:stCxn id="28" idx="3"/>
              <a:endCxn id="26" idx="0"/>
            </p:cNvCxnSpPr>
            <p:nvPr/>
          </p:nvCxnSpPr>
          <p:spPr>
            <a:xfrm flipH="1">
              <a:off x="9103807" y="3320704"/>
              <a:ext cx="861162" cy="7631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C2AC65-9AF5-4F3A-317D-7F196C904272}"/>
                </a:ext>
              </a:extLst>
            </p:cNvPr>
            <p:cNvCxnSpPr>
              <a:cxnSpLocks/>
              <a:stCxn id="28" idx="5"/>
              <a:endCxn id="24" idx="1"/>
            </p:cNvCxnSpPr>
            <p:nvPr/>
          </p:nvCxnSpPr>
          <p:spPr>
            <a:xfrm>
              <a:off x="10519178" y="3320704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5E7704-120D-EC4C-EDC5-E1B4D5AE6D3A}"/>
                </a:ext>
              </a:extLst>
            </p:cNvPr>
            <p:cNvCxnSpPr>
              <a:cxnSpLocks/>
              <a:stCxn id="26" idx="3"/>
              <a:endCxn id="20" idx="0"/>
            </p:cNvCxnSpPr>
            <p:nvPr/>
          </p:nvCxnSpPr>
          <p:spPr>
            <a:xfrm flipH="1">
              <a:off x="7903310" y="4705546"/>
              <a:ext cx="923392" cy="11112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E6749A8-00C5-15A5-8546-0131CC5D60C9}"/>
                </a:ext>
              </a:extLst>
            </p:cNvPr>
            <p:cNvCxnSpPr>
              <a:cxnSpLocks/>
              <a:stCxn id="26" idx="5"/>
              <a:endCxn id="22" idx="0"/>
            </p:cNvCxnSpPr>
            <p:nvPr/>
          </p:nvCxnSpPr>
          <p:spPr>
            <a:xfrm>
              <a:off x="9380911" y="4705546"/>
              <a:ext cx="899152" cy="11112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8D91E61-42F6-97FE-34EA-66D4E4B2FF21}"/>
              </a:ext>
            </a:extLst>
          </p:cNvPr>
          <p:cNvSpPr txBox="1"/>
          <p:nvPr/>
        </p:nvSpPr>
        <p:spPr>
          <a:xfrm>
            <a:off x="4542415" y="143499"/>
            <a:ext cx="342134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Trick</a:t>
            </a:r>
            <a:r>
              <a:rPr lang="en-US" dirty="0"/>
              <a:t>: to get the height of all the nodes of a tree, label all the leaves as 0, then work upwards, setting parents to be 1 more than max heighted child.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46FB3B-0723-AF51-606D-3DDEE259BF99}"/>
              </a:ext>
            </a:extLst>
          </p:cNvPr>
          <p:cNvSpPr txBox="1"/>
          <p:nvPr/>
        </p:nvSpPr>
        <p:spPr>
          <a:xfrm>
            <a:off x="7002561" y="26505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619CA-C6FA-101E-693D-ABC1EB5D97E6}"/>
              </a:ext>
            </a:extLst>
          </p:cNvPr>
          <p:cNvSpPr txBox="1"/>
          <p:nvPr/>
        </p:nvSpPr>
        <p:spPr>
          <a:xfrm>
            <a:off x="7002561" y="56657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CC0835-AE8F-AD32-3006-37E3CD8CFE54}"/>
              </a:ext>
            </a:extLst>
          </p:cNvPr>
          <p:cNvSpPr txBox="1"/>
          <p:nvPr/>
        </p:nvSpPr>
        <p:spPr>
          <a:xfrm>
            <a:off x="9347609" y="56616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2F893D-C3A9-4890-396D-9BAB3C753EFB}"/>
              </a:ext>
            </a:extLst>
          </p:cNvPr>
          <p:cNvSpPr txBox="1"/>
          <p:nvPr/>
        </p:nvSpPr>
        <p:spPr>
          <a:xfrm>
            <a:off x="10640321" y="39287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ECEBB-029F-42CF-D799-D3DF8272003C}"/>
              </a:ext>
            </a:extLst>
          </p:cNvPr>
          <p:cNvSpPr txBox="1"/>
          <p:nvPr/>
        </p:nvSpPr>
        <p:spPr>
          <a:xfrm>
            <a:off x="8187938" y="36857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41487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31FF-CCD6-2BAB-69F9-8B9F53424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760B-24E5-6FD1-3BE6-57B4D824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10802" cy="1325563"/>
          </a:xfrm>
        </p:spPr>
        <p:txBody>
          <a:bodyPr/>
          <a:lstStyle/>
          <a:p>
            <a:r>
              <a:rPr lang="en-US" dirty="0"/>
              <a:t>Tree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6176C-7FB4-EB38-B3F9-038BC10FC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6991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The </a:t>
            </a:r>
            <a:r>
              <a:rPr lang="en-CA" b="1" dirty="0"/>
              <a:t>height</a:t>
            </a:r>
            <a:r>
              <a:rPr lang="en-CA" dirty="0"/>
              <a:t> of a node p in a tree is: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a leaf, then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0</a:t>
            </a:r>
          </a:p>
          <a:p>
            <a:r>
              <a:rPr lang="en-CA" dirty="0"/>
              <a:t>Otherwise,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1 plus the </a:t>
            </a:r>
            <a:r>
              <a:rPr lang="en-CA" i="1" dirty="0"/>
              <a:t>maximum</a:t>
            </a:r>
            <a:r>
              <a:rPr lang="en-CA" dirty="0"/>
              <a:t> height of a child of p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height of a tree </a:t>
            </a:r>
            <a:r>
              <a:rPr lang="en-US" dirty="0"/>
              <a:t>T is the the height of T’s root node.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C83F7F-04C9-1E0E-336F-CDAEBA0E8BD5}"/>
              </a:ext>
            </a:extLst>
          </p:cNvPr>
          <p:cNvGrpSpPr/>
          <p:nvPr/>
        </p:nvGrpSpPr>
        <p:grpSpPr>
          <a:xfrm>
            <a:off x="7317473" y="905044"/>
            <a:ext cx="4387328" cy="5047911"/>
            <a:chOff x="7511424" y="1497204"/>
            <a:chExt cx="4387328" cy="5047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FC34D4-A46F-D9FC-7A6F-DE1BDE928A5E}"/>
                </a:ext>
              </a:extLst>
            </p:cNvPr>
            <p:cNvGrpSpPr/>
            <p:nvPr/>
          </p:nvGrpSpPr>
          <p:grpSpPr>
            <a:xfrm>
              <a:off x="8711921" y="1497204"/>
              <a:ext cx="783771" cy="728321"/>
              <a:chOff x="8711921" y="1497204"/>
              <a:chExt cx="783771" cy="728321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67735D-326B-285B-BA80-2619FDDE19F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E1BB38D-8821-4166-00EB-7305CD3081F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ED509EC-A085-FE45-5E1A-1671FD700B9C}"/>
                </a:ext>
              </a:extLst>
            </p:cNvPr>
            <p:cNvGrpSpPr/>
            <p:nvPr/>
          </p:nvGrpSpPr>
          <p:grpSpPr>
            <a:xfrm>
              <a:off x="7511425" y="2700679"/>
              <a:ext cx="783771" cy="728321"/>
              <a:chOff x="8711921" y="1497204"/>
              <a:chExt cx="783771" cy="72832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9826B3-1118-4FAB-64B5-20E02525A25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18096E0-6BB2-A2D6-0DF5-7D48CC6285B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44D160D-3D43-6D15-8133-1F27659F542E}"/>
                </a:ext>
              </a:extLst>
            </p:cNvPr>
            <p:cNvGrpSpPr/>
            <p:nvPr/>
          </p:nvGrpSpPr>
          <p:grpSpPr>
            <a:xfrm>
              <a:off x="9850188" y="2699043"/>
              <a:ext cx="783771" cy="728321"/>
              <a:chOff x="8711921" y="1497204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443081-86CE-D371-08BB-A6AABC58C89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481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*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935CC08-389A-0935-70C0-50150E038F1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1715092-40D3-05F0-1246-05763AB7A249}"/>
                </a:ext>
              </a:extLst>
            </p:cNvPr>
            <p:cNvGrpSpPr/>
            <p:nvPr/>
          </p:nvGrpSpPr>
          <p:grpSpPr>
            <a:xfrm>
              <a:off x="8711921" y="4083885"/>
              <a:ext cx="783771" cy="728321"/>
              <a:chOff x="8711921" y="1497204"/>
              <a:chExt cx="783771" cy="72832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4E8B77-8C2F-FB1A-9044-B6EDAA67BFA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+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5C94937-63C3-CD48-6C6C-D7C6FC1EDD2B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AD13F68-62F5-138B-EFD3-D54FAFC43632}"/>
                </a:ext>
              </a:extLst>
            </p:cNvPr>
            <p:cNvGrpSpPr/>
            <p:nvPr/>
          </p:nvGrpSpPr>
          <p:grpSpPr>
            <a:xfrm>
              <a:off x="11114981" y="4083885"/>
              <a:ext cx="783771" cy="728321"/>
              <a:chOff x="8711921" y="1497204"/>
              <a:chExt cx="783771" cy="72832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F2B56C-F89A-A119-15F3-E1A63FD99DC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B69CCB5-97EB-F0EC-6F5F-FDF9DFFDECAB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79FF496-D8B6-C966-BAC6-237C6FBACEBB}"/>
                </a:ext>
              </a:extLst>
            </p:cNvPr>
            <p:cNvGrpSpPr/>
            <p:nvPr/>
          </p:nvGrpSpPr>
          <p:grpSpPr>
            <a:xfrm>
              <a:off x="9888177" y="5816793"/>
              <a:ext cx="783771" cy="728321"/>
              <a:chOff x="8711921" y="1497204"/>
              <a:chExt cx="783771" cy="72832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3BBDB0-B808-A1A5-49BE-F40B21F6BCD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9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E9D039C-FDC7-A0BF-908D-179D99216EF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E52C63A-36E2-5A74-7EAD-934D6C2B2A3A}"/>
                </a:ext>
              </a:extLst>
            </p:cNvPr>
            <p:cNvGrpSpPr/>
            <p:nvPr/>
          </p:nvGrpSpPr>
          <p:grpSpPr>
            <a:xfrm>
              <a:off x="7511424" y="5816794"/>
              <a:ext cx="783771" cy="728321"/>
              <a:chOff x="8711921" y="1497204"/>
              <a:chExt cx="783771" cy="72832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DB80B2-6C79-D716-74CF-A185A8C2F99B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5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5784DD-E1F9-02CA-7D94-E566D69BB67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F9CA0D-BD40-68BE-F301-30F1C2E9FCFA}"/>
                </a:ext>
              </a:extLst>
            </p:cNvPr>
            <p:cNvCxnSpPr>
              <a:cxnSpLocks/>
              <a:stCxn id="32" idx="3"/>
              <a:endCxn id="30" idx="0"/>
            </p:cNvCxnSpPr>
            <p:nvPr/>
          </p:nvCxnSpPr>
          <p:spPr>
            <a:xfrm flipH="1">
              <a:off x="7903311" y="2118865"/>
              <a:ext cx="923391" cy="58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6F5BD29-ED6E-3E36-0F5E-FCB04D0F80D6}"/>
                </a:ext>
              </a:extLst>
            </p:cNvPr>
            <p:cNvCxnSpPr>
              <a:cxnSpLocks/>
              <a:stCxn id="32" idx="5"/>
              <a:endCxn id="28" idx="0"/>
            </p:cNvCxnSpPr>
            <p:nvPr/>
          </p:nvCxnSpPr>
          <p:spPr>
            <a:xfrm>
              <a:off x="9380911" y="2118865"/>
              <a:ext cx="861163" cy="5801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2BAA38-B716-B1E5-B1CC-A80B2E6FC6F4}"/>
                </a:ext>
              </a:extLst>
            </p:cNvPr>
            <p:cNvCxnSpPr>
              <a:cxnSpLocks/>
              <a:stCxn id="28" idx="3"/>
              <a:endCxn id="26" idx="0"/>
            </p:cNvCxnSpPr>
            <p:nvPr/>
          </p:nvCxnSpPr>
          <p:spPr>
            <a:xfrm flipH="1">
              <a:off x="9103807" y="3320704"/>
              <a:ext cx="861162" cy="7631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A10978-1415-0139-2BD7-A4BA87D04DEC}"/>
                </a:ext>
              </a:extLst>
            </p:cNvPr>
            <p:cNvCxnSpPr>
              <a:cxnSpLocks/>
              <a:stCxn id="28" idx="5"/>
              <a:endCxn id="24" idx="1"/>
            </p:cNvCxnSpPr>
            <p:nvPr/>
          </p:nvCxnSpPr>
          <p:spPr>
            <a:xfrm>
              <a:off x="10519178" y="3320704"/>
              <a:ext cx="710584" cy="8698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0BCFBE8-51E9-5C63-C288-0DBAF34A9C44}"/>
                </a:ext>
              </a:extLst>
            </p:cNvPr>
            <p:cNvCxnSpPr>
              <a:cxnSpLocks/>
              <a:stCxn id="26" idx="3"/>
              <a:endCxn id="20" idx="0"/>
            </p:cNvCxnSpPr>
            <p:nvPr/>
          </p:nvCxnSpPr>
          <p:spPr>
            <a:xfrm flipH="1">
              <a:off x="7903310" y="4705546"/>
              <a:ext cx="923392" cy="11112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D34685E-1D9C-650E-3728-536FC07CE665}"/>
                </a:ext>
              </a:extLst>
            </p:cNvPr>
            <p:cNvCxnSpPr>
              <a:cxnSpLocks/>
              <a:stCxn id="26" idx="5"/>
              <a:endCxn id="22" idx="0"/>
            </p:cNvCxnSpPr>
            <p:nvPr/>
          </p:nvCxnSpPr>
          <p:spPr>
            <a:xfrm>
              <a:off x="9380911" y="4705546"/>
              <a:ext cx="899152" cy="11112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123826F-3709-3108-6545-F11FBD45A778}"/>
              </a:ext>
            </a:extLst>
          </p:cNvPr>
          <p:cNvSpPr txBox="1"/>
          <p:nvPr/>
        </p:nvSpPr>
        <p:spPr>
          <a:xfrm>
            <a:off x="4542415" y="143499"/>
            <a:ext cx="342134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Trick</a:t>
            </a:r>
            <a:r>
              <a:rPr lang="en-US" dirty="0"/>
              <a:t>: to get the height of all the nodes of a tree, label all the leaves as 0, then work upwards, setting parents to be 1 more than max heighted child.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DF23CD-F502-29DD-5A49-7372C0AA15C0}"/>
              </a:ext>
            </a:extLst>
          </p:cNvPr>
          <p:cNvSpPr txBox="1"/>
          <p:nvPr/>
        </p:nvSpPr>
        <p:spPr>
          <a:xfrm>
            <a:off x="7002561" y="26505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ACFC72-2178-D2FB-5F53-A9AE7D41EED9}"/>
              </a:ext>
            </a:extLst>
          </p:cNvPr>
          <p:cNvSpPr txBox="1"/>
          <p:nvPr/>
        </p:nvSpPr>
        <p:spPr>
          <a:xfrm>
            <a:off x="7002561" y="56657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7A2A33-D959-D062-316D-B1C188ADFE89}"/>
              </a:ext>
            </a:extLst>
          </p:cNvPr>
          <p:cNvSpPr txBox="1"/>
          <p:nvPr/>
        </p:nvSpPr>
        <p:spPr>
          <a:xfrm>
            <a:off x="9347609" y="56616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8A8057-1B4D-E074-32BC-F193ADEEC800}"/>
              </a:ext>
            </a:extLst>
          </p:cNvPr>
          <p:cNvSpPr txBox="1"/>
          <p:nvPr/>
        </p:nvSpPr>
        <p:spPr>
          <a:xfrm>
            <a:off x="10640321" y="39287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48C12-5DF5-B927-F835-A837FD5A8767}"/>
              </a:ext>
            </a:extLst>
          </p:cNvPr>
          <p:cNvSpPr txBox="1"/>
          <p:nvPr/>
        </p:nvSpPr>
        <p:spPr>
          <a:xfrm>
            <a:off x="8187938" y="36857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6AB84F-8A40-6CE2-2D39-E78EA60FC97E}"/>
              </a:ext>
            </a:extLst>
          </p:cNvPr>
          <p:cNvSpPr txBox="1"/>
          <p:nvPr/>
        </p:nvSpPr>
        <p:spPr>
          <a:xfrm>
            <a:off x="10372041" y="20029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DB53DC-6CB5-C7E1-FA14-4461F2A0A708}"/>
              </a:ext>
            </a:extLst>
          </p:cNvPr>
          <p:cNvSpPr txBox="1"/>
          <p:nvPr/>
        </p:nvSpPr>
        <p:spPr>
          <a:xfrm>
            <a:off x="9309443" y="986508"/>
            <a:ext cx="1823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= height of tree</a:t>
            </a:r>
          </a:p>
        </p:txBody>
      </p:sp>
    </p:spTree>
    <p:extLst>
      <p:ext uri="{BB962C8B-B14F-4D97-AF65-F5344CB8AC3E}">
        <p14:creationId xmlns:p14="http://schemas.microsoft.com/office/powerpoint/2010/main" val="2637133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A2A4-EC30-68D4-6A5E-82724BC3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48B5-24CF-2641-DEE8-9EB5F10B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10802" cy="1325563"/>
          </a:xfrm>
        </p:spPr>
        <p:txBody>
          <a:bodyPr/>
          <a:lstStyle/>
          <a:p>
            <a:r>
              <a:rPr lang="en-US" dirty="0"/>
              <a:t>Tree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C5D41-A810-43C1-7B6D-E5F8597C4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6991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The </a:t>
            </a:r>
            <a:r>
              <a:rPr lang="en-CA" b="1" dirty="0"/>
              <a:t>height</a:t>
            </a:r>
            <a:r>
              <a:rPr lang="en-CA" dirty="0"/>
              <a:t> of a node p in a tree is: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a leaf, then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0</a:t>
            </a:r>
          </a:p>
          <a:p>
            <a:r>
              <a:rPr lang="en-CA" dirty="0"/>
              <a:t>Otherwise,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1 plus the </a:t>
            </a:r>
            <a:r>
              <a:rPr lang="en-CA" i="1" dirty="0"/>
              <a:t>maximum</a:t>
            </a:r>
            <a:r>
              <a:rPr lang="en-CA" dirty="0"/>
              <a:t> height of a child of p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height of a tree </a:t>
            </a:r>
            <a:r>
              <a:rPr lang="en-US" dirty="0"/>
              <a:t>T is the the height of T’s root node.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6FCA3-7B6A-ABA1-35D6-9FF680B0B753}"/>
              </a:ext>
            </a:extLst>
          </p:cNvPr>
          <p:cNvSpPr txBox="1"/>
          <p:nvPr/>
        </p:nvSpPr>
        <p:spPr>
          <a:xfrm>
            <a:off x="7154427" y="3526972"/>
            <a:ext cx="45619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r>
              <a:rPr lang="en-US" sz="2400" dirty="0"/>
              <a:t> height2(T, p)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CA" sz="2400" b="1" dirty="0"/>
              <a:t>if </a:t>
            </a:r>
            <a:r>
              <a:rPr lang="en-CA" sz="2400" dirty="0" err="1"/>
              <a:t>is_leaf</a:t>
            </a:r>
            <a:r>
              <a:rPr lang="en-CA" sz="2400" dirty="0"/>
              <a:t>(p) </a:t>
            </a:r>
            <a:r>
              <a:rPr lang="en-CA" sz="2400" b="1" dirty="0"/>
              <a:t>then</a:t>
            </a:r>
            <a:endParaRPr lang="en-CA" sz="2400" dirty="0"/>
          </a:p>
          <a:p>
            <a:r>
              <a:rPr lang="en-CA" sz="2400" b="1" dirty="0"/>
              <a:t>         return </a:t>
            </a:r>
            <a:r>
              <a:rPr lang="en-CA" sz="2400" dirty="0"/>
              <a:t>0</a:t>
            </a:r>
          </a:p>
          <a:p>
            <a:r>
              <a:rPr lang="en-CA" sz="2400" b="1" dirty="0"/>
              <a:t>   else</a:t>
            </a:r>
            <a:endParaRPr lang="en-CA" sz="2400" dirty="0"/>
          </a:p>
          <a:p>
            <a:r>
              <a:rPr lang="en-CA" sz="2400" i="1" dirty="0"/>
              <a:t>         </a:t>
            </a:r>
            <a:r>
              <a:rPr lang="en-CA" sz="2400" dirty="0"/>
              <a:t>h = 0</a:t>
            </a:r>
          </a:p>
          <a:p>
            <a:r>
              <a:rPr lang="en-CA" sz="2400" b="1" dirty="0"/>
              <a:t>         for </a:t>
            </a:r>
            <a:r>
              <a:rPr lang="en-CA" sz="2400" dirty="0"/>
              <a:t>each c in children(p) </a:t>
            </a:r>
            <a:r>
              <a:rPr lang="en-CA" sz="2400" b="1" dirty="0"/>
              <a:t>do</a:t>
            </a:r>
            <a:endParaRPr lang="en-CA" sz="2400" dirty="0"/>
          </a:p>
          <a:p>
            <a:r>
              <a:rPr lang="en-CA" sz="2400" i="1" dirty="0"/>
              <a:t>               </a:t>
            </a:r>
            <a:r>
              <a:rPr lang="en-CA" sz="2400" dirty="0"/>
              <a:t>h = max(h, height2(T, c))</a:t>
            </a:r>
          </a:p>
          <a:p>
            <a:r>
              <a:rPr lang="en-CA" sz="2400" b="1" dirty="0"/>
              <a:t>         return </a:t>
            </a:r>
            <a:r>
              <a:rPr lang="en-CA" sz="2400" dirty="0"/>
              <a:t>1 + h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16231C4-71C4-8AF9-9ED2-BD4DBD39E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709" y="284040"/>
            <a:ext cx="2552281" cy="29097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802EC82-E412-2FAF-41BF-51A38B539E7F}"/>
              </a:ext>
            </a:extLst>
          </p:cNvPr>
          <p:cNvSpPr txBox="1"/>
          <p:nvPr/>
        </p:nvSpPr>
        <p:spPr>
          <a:xfrm>
            <a:off x="5026745" y="289242"/>
            <a:ext cx="363493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Worst-case running time of height2 on a tree with n nodes:</a:t>
            </a:r>
          </a:p>
          <a:p>
            <a:pPr algn="ctr"/>
            <a:r>
              <a:rPr lang="en-US" b="1" dirty="0"/>
              <a:t>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48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73CE-E631-04B6-7A01-BFBF4315E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7877-2440-F66B-E84B-6693BDDC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10802" cy="1325563"/>
          </a:xfrm>
        </p:spPr>
        <p:txBody>
          <a:bodyPr/>
          <a:lstStyle/>
          <a:p>
            <a:r>
              <a:rPr lang="en-US" dirty="0"/>
              <a:t>Tree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35FFA-8A92-5BD7-E17B-C6E1BA968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6991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The </a:t>
            </a:r>
            <a:r>
              <a:rPr lang="en-CA" b="1" dirty="0"/>
              <a:t>height</a:t>
            </a:r>
            <a:r>
              <a:rPr lang="en-CA" dirty="0"/>
              <a:t> of a node p in a tree is:</a:t>
            </a:r>
          </a:p>
          <a:p>
            <a:r>
              <a:rPr lang="en-CA" dirty="0"/>
              <a:t>If p</a:t>
            </a:r>
            <a:r>
              <a:rPr lang="en-CA" i="1" dirty="0"/>
              <a:t> </a:t>
            </a:r>
            <a:r>
              <a:rPr lang="en-CA" dirty="0"/>
              <a:t>is a leaf, then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0</a:t>
            </a:r>
          </a:p>
          <a:p>
            <a:r>
              <a:rPr lang="en-CA" dirty="0"/>
              <a:t>Otherwise, the </a:t>
            </a:r>
            <a:r>
              <a:rPr lang="en-CA" b="1" dirty="0"/>
              <a:t>height</a:t>
            </a:r>
            <a:r>
              <a:rPr lang="en-CA" dirty="0"/>
              <a:t> of p</a:t>
            </a:r>
            <a:r>
              <a:rPr lang="en-CA" i="1" dirty="0"/>
              <a:t> </a:t>
            </a:r>
            <a:r>
              <a:rPr lang="en-CA" dirty="0"/>
              <a:t>is 1 plus the </a:t>
            </a:r>
            <a:r>
              <a:rPr lang="en-CA" i="1" dirty="0"/>
              <a:t>maximum</a:t>
            </a:r>
            <a:r>
              <a:rPr lang="en-CA" dirty="0"/>
              <a:t> height of a child of p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height of a tree </a:t>
            </a:r>
            <a:r>
              <a:rPr lang="en-US" dirty="0"/>
              <a:t>T is the the height of T’s root node.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918EC5-577C-75EF-AF4C-5C172C580556}"/>
              </a:ext>
            </a:extLst>
          </p:cNvPr>
          <p:cNvSpPr txBox="1"/>
          <p:nvPr/>
        </p:nvSpPr>
        <p:spPr>
          <a:xfrm>
            <a:off x="7154427" y="3526972"/>
            <a:ext cx="45619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r>
              <a:rPr lang="en-US" sz="2400" dirty="0"/>
              <a:t> height2(T, p)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CA" sz="2400" b="1" dirty="0"/>
              <a:t>if </a:t>
            </a:r>
            <a:r>
              <a:rPr lang="en-CA" sz="2400" dirty="0" err="1"/>
              <a:t>is_leaf</a:t>
            </a:r>
            <a:r>
              <a:rPr lang="en-CA" sz="2400" dirty="0"/>
              <a:t>(p) </a:t>
            </a:r>
            <a:r>
              <a:rPr lang="en-CA" sz="2400" b="1" dirty="0"/>
              <a:t>then</a:t>
            </a:r>
            <a:endParaRPr lang="en-CA" sz="2400" dirty="0"/>
          </a:p>
          <a:p>
            <a:r>
              <a:rPr lang="en-CA" sz="2400" b="1" dirty="0"/>
              <a:t>         return </a:t>
            </a:r>
            <a:r>
              <a:rPr lang="en-CA" sz="2400" dirty="0"/>
              <a:t>0</a:t>
            </a:r>
          </a:p>
          <a:p>
            <a:r>
              <a:rPr lang="en-CA" sz="2400" b="1" dirty="0"/>
              <a:t>   else</a:t>
            </a:r>
            <a:endParaRPr lang="en-CA" sz="2400" dirty="0"/>
          </a:p>
          <a:p>
            <a:r>
              <a:rPr lang="en-CA" sz="2400" i="1" dirty="0"/>
              <a:t>         </a:t>
            </a:r>
            <a:r>
              <a:rPr lang="en-CA" sz="2400" dirty="0"/>
              <a:t>h = 0</a:t>
            </a:r>
          </a:p>
          <a:p>
            <a:r>
              <a:rPr lang="en-CA" sz="2400" b="1" dirty="0"/>
              <a:t>         for </a:t>
            </a:r>
            <a:r>
              <a:rPr lang="en-CA" sz="2400" dirty="0"/>
              <a:t>each c in children(p) </a:t>
            </a:r>
            <a:r>
              <a:rPr lang="en-CA" sz="2400" b="1" dirty="0"/>
              <a:t>do</a:t>
            </a:r>
            <a:endParaRPr lang="en-CA" sz="2400" dirty="0"/>
          </a:p>
          <a:p>
            <a:r>
              <a:rPr lang="en-CA" sz="2400" i="1" dirty="0"/>
              <a:t>               </a:t>
            </a:r>
            <a:r>
              <a:rPr lang="en-CA" sz="2400" dirty="0"/>
              <a:t>h = max(h, height2(T, c))</a:t>
            </a:r>
          </a:p>
          <a:p>
            <a:r>
              <a:rPr lang="en-CA" sz="2400" b="1" dirty="0"/>
              <a:t>         return </a:t>
            </a:r>
            <a:r>
              <a:rPr lang="en-CA" sz="2400" dirty="0"/>
              <a:t>1 + h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401EE15-3FE8-96FF-B8FA-0F94C28C5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709" y="284040"/>
            <a:ext cx="2552281" cy="29097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AD940CB-0151-39AA-99CA-E9ED8C097992}"/>
              </a:ext>
            </a:extLst>
          </p:cNvPr>
          <p:cNvSpPr txBox="1"/>
          <p:nvPr/>
        </p:nvSpPr>
        <p:spPr>
          <a:xfrm>
            <a:off x="5026745" y="289242"/>
            <a:ext cx="363493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Worst-case running time of height2 on a tree with n nodes:</a:t>
            </a:r>
          </a:p>
          <a:p>
            <a:pPr algn="ctr"/>
            <a:r>
              <a:rPr lang="en-US" b="1" dirty="0"/>
              <a:t>O(n)</a:t>
            </a:r>
          </a:p>
          <a:p>
            <a:pPr algn="ctr"/>
            <a:r>
              <a:rPr lang="en-US" dirty="0"/>
              <a:t>Because max called on each child node (and only root is not a child)</a:t>
            </a:r>
          </a:p>
        </p:txBody>
      </p:sp>
    </p:spTree>
    <p:extLst>
      <p:ext uri="{BB962C8B-B14F-4D97-AF65-F5344CB8AC3E}">
        <p14:creationId xmlns:p14="http://schemas.microsoft.com/office/powerpoint/2010/main" val="4229251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5BFB-29F9-4F25-025A-CB42AE5D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6893-CDF4-2AA6-BC4C-1BC87F601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76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binary tree </a:t>
            </a:r>
            <a:r>
              <a:rPr lang="en-US" dirty="0"/>
              <a:t>is an ordered tree where each node has: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node has at most children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Each child is labelled as left or right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left child comes before the right child in the ordering of nodes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07378-0E01-706E-8AAB-A51BFA57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160" y="1172759"/>
            <a:ext cx="6770757" cy="382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26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6B943-AF76-E6CE-FD43-49AA4341A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3048F-0164-4962-73A0-15E94177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5322F-7727-B11D-3149-F3BF1363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76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binary tree </a:t>
            </a:r>
            <a:r>
              <a:rPr lang="en-US" dirty="0"/>
              <a:t>is an ordered tree where each node has: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node has at most children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Each child is labelled as left or right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left child comes before the right child in the ordering of nodes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9445C-9B5E-4F10-1762-342201564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57" y="231111"/>
            <a:ext cx="4522005" cy="255180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9D8392-4E1C-E993-46D5-2670763CD59C}"/>
              </a:ext>
            </a:extLst>
          </p:cNvPr>
          <p:cNvSpPr txBox="1">
            <a:spLocks/>
          </p:cNvSpPr>
          <p:nvPr/>
        </p:nvSpPr>
        <p:spPr>
          <a:xfrm>
            <a:off x="6579994" y="3010580"/>
            <a:ext cx="4537668" cy="3847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Recursive Definition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 </a:t>
            </a:r>
            <a:r>
              <a:rPr lang="en-US" b="1" dirty="0"/>
              <a:t>binary tree T </a:t>
            </a:r>
            <a:r>
              <a:rPr lang="en-US" dirty="0"/>
              <a:t>is either empty or consists:</a:t>
            </a:r>
          </a:p>
          <a:p>
            <a:r>
              <a:rPr lang="en-US" dirty="0"/>
              <a:t>A node called the root of </a:t>
            </a:r>
            <a:r>
              <a:rPr lang="en-US" b="1" dirty="0"/>
              <a:t>T</a:t>
            </a:r>
          </a:p>
          <a:p>
            <a:r>
              <a:rPr lang="en-US" dirty="0"/>
              <a:t>A binary tree called the left subtree of </a:t>
            </a:r>
            <a:r>
              <a:rPr lang="en-US" b="1" dirty="0"/>
              <a:t>T</a:t>
            </a:r>
          </a:p>
          <a:p>
            <a:r>
              <a:rPr lang="en-US" dirty="0"/>
              <a:t>A binary tree called the right subtree of </a:t>
            </a:r>
            <a:r>
              <a:rPr lang="en-US" b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038838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CD32-1672-7D5F-FA4E-921A8A06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AF14E-264E-689E-2A8F-3CFC24B27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BTnode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data;  // data could be any type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BTnode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 parent;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BTnode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 left;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BTnode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 right;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BTnode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root;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F6ED8-CCF2-6126-E21E-A6556573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561" y="2831715"/>
            <a:ext cx="5022705" cy="3706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C9D6C0-FF3A-46EF-5183-141BACBBB4BE}"/>
              </a:ext>
            </a:extLst>
          </p:cNvPr>
          <p:cNvSpPr txBox="1"/>
          <p:nvPr/>
        </p:nvSpPr>
        <p:spPr>
          <a:xfrm>
            <a:off x="4494183" y="528177"/>
            <a:ext cx="363493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a typical node structure for a linked binary tree.</a:t>
            </a:r>
            <a:br>
              <a:rPr lang="en-US" dirty="0"/>
            </a:br>
            <a:r>
              <a:rPr lang="en-US" dirty="0"/>
              <a:t>Some implementations skip the </a:t>
            </a:r>
            <a:r>
              <a:rPr lang="en-US" b="1" dirty="0"/>
              <a:t>parent</a:t>
            </a:r>
            <a:r>
              <a:rPr lang="en-US" dirty="0"/>
              <a:t> pointer.</a:t>
            </a:r>
          </a:p>
        </p:txBody>
      </p:sp>
    </p:spTree>
    <p:extLst>
      <p:ext uri="{BB962C8B-B14F-4D97-AF65-F5344CB8AC3E}">
        <p14:creationId xmlns:p14="http://schemas.microsoft.com/office/powerpoint/2010/main" val="45542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2227</Words>
  <Application>Microsoft Macintosh PowerPoint</Application>
  <PresentationFormat>Widescreen</PresentationFormat>
  <Paragraphs>306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Consolas</vt:lpstr>
      <vt:lpstr>Office Theme</vt:lpstr>
      <vt:lpstr>Trees</vt:lpstr>
      <vt:lpstr>Family Tree</vt:lpstr>
      <vt:lpstr>Organizational Structure</vt:lpstr>
      <vt:lpstr>File System</vt:lpstr>
      <vt:lpstr>Book Structure</vt:lpstr>
      <vt:lpstr>Decision Tree</vt:lpstr>
      <vt:lpstr>Parse Tree</vt:lpstr>
      <vt:lpstr>Parse Tree</vt:lpstr>
      <vt:lpstr>Definition of a Tree</vt:lpstr>
      <vt:lpstr>Definition of a Tree</vt:lpstr>
      <vt:lpstr>Definition of a Tree</vt:lpstr>
      <vt:lpstr>Definition of a Tree</vt:lpstr>
      <vt:lpstr>Definition of a Tree</vt:lpstr>
      <vt:lpstr>Definition of a Tree</vt:lpstr>
      <vt:lpstr>File System</vt:lpstr>
      <vt:lpstr>File System</vt:lpstr>
      <vt:lpstr>Family Tree</vt:lpstr>
      <vt:lpstr>Organizational Structure</vt:lpstr>
      <vt:lpstr>Book Structure</vt:lpstr>
      <vt:lpstr>Tree Depth</vt:lpstr>
      <vt:lpstr>Tree Depth</vt:lpstr>
      <vt:lpstr>Tree Depth</vt:lpstr>
      <vt:lpstr>Tree Depth</vt:lpstr>
      <vt:lpstr>Tree Depth</vt:lpstr>
      <vt:lpstr>Tree Height</vt:lpstr>
      <vt:lpstr>Tree Height</vt:lpstr>
      <vt:lpstr>Tree Height</vt:lpstr>
      <vt:lpstr>Tree Height</vt:lpstr>
      <vt:lpstr>Tree Height</vt:lpstr>
      <vt:lpstr>Tree Height</vt:lpstr>
      <vt:lpstr>Binary Trees</vt:lpstr>
      <vt:lpstr>Binary Trees</vt:lpstr>
      <vt:lpstr>Binary 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2026-06-09T05:46:27Z</dcterms:modified>
</cp:coreProperties>
</file>