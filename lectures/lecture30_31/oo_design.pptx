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59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E5DAB5-34F3-C54E-8B14-9CDCAEAB6D27}" v="3" dt="2026-07-30T18:32:27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01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redo custSel addSld delSld modSld">
      <pc:chgData name="Toby Donaldson" userId="2e6e5431-bb17-4c41-9985-d39c50d83c73" providerId="ADAL" clId="{F31BC264-820E-54C4-A6D1-F92AF9CC222E}" dt="2026-07-30T18:51:03.657" v="5462" actId="20577"/>
      <pc:docMkLst>
        <pc:docMk/>
      </pc:docMkLst>
      <pc:sldChg chg="delSp modSp mod">
        <pc:chgData name="Toby Donaldson" userId="2e6e5431-bb17-4c41-9985-d39c50d83c73" providerId="ADAL" clId="{F31BC264-820E-54C4-A6D1-F92AF9CC222E}" dt="2026-07-30T17:56:12.085" v="41" actId="1076"/>
        <pc:sldMkLst>
          <pc:docMk/>
          <pc:sldMk cId="4028731492" sldId="256"/>
        </pc:sldMkLst>
        <pc:spChg chg="mod">
          <ac:chgData name="Toby Donaldson" userId="2e6e5431-bb17-4c41-9985-d39c50d83c73" providerId="ADAL" clId="{F31BC264-820E-54C4-A6D1-F92AF9CC222E}" dt="2026-07-30T17:56:12.085" v="41" actId="1076"/>
          <ac:spMkLst>
            <pc:docMk/>
            <pc:sldMk cId="4028731492" sldId="256"/>
            <ac:spMk id="2" creationId="{0CD74011-44E6-E6CC-E2D9-CD84F33E0AC3}"/>
          </ac:spMkLst>
        </pc:spChg>
        <pc:spChg chg="mod">
          <ac:chgData name="Toby Donaldson" userId="2e6e5431-bb17-4c41-9985-d39c50d83c73" providerId="ADAL" clId="{F31BC264-820E-54C4-A6D1-F92AF9CC222E}" dt="2026-07-30T17:56:12.085" v="41" actId="1076"/>
          <ac:spMkLst>
            <pc:docMk/>
            <pc:sldMk cId="4028731492" sldId="256"/>
            <ac:spMk id="3" creationId="{CA32B53E-28B3-480E-7DE8-77EA39CC2A60}"/>
          </ac:spMkLst>
        </pc:spChg>
        <pc:picChg chg="del">
          <ac:chgData name="Toby Donaldson" userId="2e6e5431-bb17-4c41-9985-d39c50d83c73" providerId="ADAL" clId="{F31BC264-820E-54C4-A6D1-F92AF9CC222E}" dt="2026-07-30T17:55:58.804" v="29" actId="21"/>
          <ac:picMkLst>
            <pc:docMk/>
            <pc:sldMk cId="4028731492" sldId="256"/>
            <ac:picMk id="5" creationId="{6F6DD6C7-3688-3CC4-4850-DF75B8B3C445}"/>
          </ac:picMkLst>
        </pc:picChg>
      </pc:sldChg>
      <pc:sldChg chg="addSp modSp new mod">
        <pc:chgData name="Toby Donaldson" userId="2e6e5431-bb17-4c41-9985-d39c50d83c73" providerId="ADAL" clId="{F31BC264-820E-54C4-A6D1-F92AF9CC222E}" dt="2026-07-30T18:14:11.116" v="1733" actId="14100"/>
        <pc:sldMkLst>
          <pc:docMk/>
          <pc:sldMk cId="1888790808" sldId="257"/>
        </pc:sldMkLst>
        <pc:spChg chg="mod">
          <ac:chgData name="Toby Donaldson" userId="2e6e5431-bb17-4c41-9985-d39c50d83c73" providerId="ADAL" clId="{F31BC264-820E-54C4-A6D1-F92AF9CC222E}" dt="2026-07-30T17:56:28.464" v="54" actId="20577"/>
          <ac:spMkLst>
            <pc:docMk/>
            <pc:sldMk cId="1888790808" sldId="257"/>
            <ac:spMk id="2" creationId="{2D8D9924-13F6-3E36-6DCB-6B4F565C5D4A}"/>
          </ac:spMkLst>
        </pc:spChg>
        <pc:spChg chg="mod">
          <ac:chgData name="Toby Donaldson" userId="2e6e5431-bb17-4c41-9985-d39c50d83c73" providerId="ADAL" clId="{F31BC264-820E-54C4-A6D1-F92AF9CC222E}" dt="2026-07-30T18:14:00.648" v="1731" actId="14100"/>
          <ac:spMkLst>
            <pc:docMk/>
            <pc:sldMk cId="1888790808" sldId="257"/>
            <ac:spMk id="3" creationId="{3C4BDE58-3783-F4FB-119A-7D3002786196}"/>
          </ac:spMkLst>
        </pc:spChg>
        <pc:picChg chg="add mod modCrop">
          <ac:chgData name="Toby Donaldson" userId="2e6e5431-bb17-4c41-9985-d39c50d83c73" providerId="ADAL" clId="{F31BC264-820E-54C4-A6D1-F92AF9CC222E}" dt="2026-07-30T18:14:11.116" v="1733" actId="14100"/>
          <ac:picMkLst>
            <pc:docMk/>
            <pc:sldMk cId="1888790808" sldId="257"/>
            <ac:picMk id="4" creationId="{2131075E-9927-1B2C-59EE-857F6790969E}"/>
          </ac:picMkLst>
        </pc:picChg>
      </pc:sldChg>
      <pc:sldChg chg="del">
        <pc:chgData name="Toby Donaldson" userId="2e6e5431-bb17-4c41-9985-d39c50d83c73" providerId="ADAL" clId="{F31BC264-820E-54C4-A6D1-F92AF9CC222E}" dt="2026-07-30T17:56:21.207" v="42" actId="2696"/>
        <pc:sldMkLst>
          <pc:docMk/>
          <pc:sldMk cId="2724205906" sldId="257"/>
        </pc:sldMkLst>
      </pc:sldChg>
      <pc:sldChg chg="addSp modSp new mod">
        <pc:chgData name="Toby Donaldson" userId="2e6e5431-bb17-4c41-9985-d39c50d83c73" providerId="ADAL" clId="{F31BC264-820E-54C4-A6D1-F92AF9CC222E}" dt="2026-07-30T18:12:35.166" v="1727" actId="1076"/>
        <pc:sldMkLst>
          <pc:docMk/>
          <pc:sldMk cId="528380499" sldId="258"/>
        </pc:sldMkLst>
        <pc:spChg chg="mod">
          <ac:chgData name="Toby Donaldson" userId="2e6e5431-bb17-4c41-9985-d39c50d83c73" providerId="ADAL" clId="{F31BC264-820E-54C4-A6D1-F92AF9CC222E}" dt="2026-07-30T17:56:39.302" v="68" actId="20577"/>
          <ac:spMkLst>
            <pc:docMk/>
            <pc:sldMk cId="528380499" sldId="258"/>
            <ac:spMk id="2" creationId="{F222711F-3CCC-54F9-EC71-C1665AB82AA6}"/>
          </ac:spMkLst>
        </pc:spChg>
        <pc:spChg chg="mod">
          <ac:chgData name="Toby Donaldson" userId="2e6e5431-bb17-4c41-9985-d39c50d83c73" providerId="ADAL" clId="{F31BC264-820E-54C4-A6D1-F92AF9CC222E}" dt="2026-07-30T18:11:16.534" v="1718" actId="14100"/>
          <ac:spMkLst>
            <pc:docMk/>
            <pc:sldMk cId="528380499" sldId="258"/>
            <ac:spMk id="3" creationId="{D4652DCA-9CEE-CD74-907C-5424FBAED86B}"/>
          </ac:spMkLst>
        </pc:spChg>
        <pc:picChg chg="add mod">
          <ac:chgData name="Toby Donaldson" userId="2e6e5431-bb17-4c41-9985-d39c50d83c73" providerId="ADAL" clId="{F31BC264-820E-54C4-A6D1-F92AF9CC222E}" dt="2026-07-30T18:12:32.183" v="1726" actId="1076"/>
          <ac:picMkLst>
            <pc:docMk/>
            <pc:sldMk cId="528380499" sldId="258"/>
            <ac:picMk id="4" creationId="{95421BF5-32F0-925E-94CE-C8098127B66C}"/>
          </ac:picMkLst>
        </pc:picChg>
        <pc:picChg chg="add mod">
          <ac:chgData name="Toby Donaldson" userId="2e6e5431-bb17-4c41-9985-d39c50d83c73" providerId="ADAL" clId="{F31BC264-820E-54C4-A6D1-F92AF9CC222E}" dt="2026-07-30T18:12:35.166" v="1727" actId="1076"/>
          <ac:picMkLst>
            <pc:docMk/>
            <pc:sldMk cId="528380499" sldId="258"/>
            <ac:picMk id="5" creationId="{7DD176CC-D1BB-7235-4DAB-0384740C1D7A}"/>
          </ac:picMkLst>
        </pc:picChg>
      </pc:sldChg>
      <pc:sldChg chg="del">
        <pc:chgData name="Toby Donaldson" userId="2e6e5431-bb17-4c41-9985-d39c50d83c73" providerId="ADAL" clId="{F31BC264-820E-54C4-A6D1-F92AF9CC222E}" dt="2026-07-30T17:56:21.207" v="42" actId="2696"/>
        <pc:sldMkLst>
          <pc:docMk/>
          <pc:sldMk cId="821592644" sldId="258"/>
        </pc:sldMkLst>
      </pc:sldChg>
      <pc:sldChg chg="del">
        <pc:chgData name="Toby Donaldson" userId="2e6e5431-bb17-4c41-9985-d39c50d83c73" providerId="ADAL" clId="{F31BC264-820E-54C4-A6D1-F92AF9CC222E}" dt="2026-07-30T17:56:21.207" v="42" actId="2696"/>
        <pc:sldMkLst>
          <pc:docMk/>
          <pc:sldMk cId="2385381810" sldId="259"/>
        </pc:sldMkLst>
      </pc:sldChg>
      <pc:sldChg chg="addSp modSp new mod">
        <pc:chgData name="Toby Donaldson" userId="2e6e5431-bb17-4c41-9985-d39c50d83c73" providerId="ADAL" clId="{F31BC264-820E-54C4-A6D1-F92AF9CC222E}" dt="2026-07-30T18:23:29.293" v="2545" actId="20577"/>
        <pc:sldMkLst>
          <pc:docMk/>
          <pc:sldMk cId="2902054552" sldId="259"/>
        </pc:sldMkLst>
        <pc:spChg chg="mod">
          <ac:chgData name="Toby Donaldson" userId="2e6e5431-bb17-4c41-9985-d39c50d83c73" providerId="ADAL" clId="{F31BC264-820E-54C4-A6D1-F92AF9CC222E}" dt="2026-07-30T17:56:48.730" v="79" actId="20577"/>
          <ac:spMkLst>
            <pc:docMk/>
            <pc:sldMk cId="2902054552" sldId="259"/>
            <ac:spMk id="2" creationId="{FFA7CFA6-B31B-49F9-260A-3BE29B070960}"/>
          </ac:spMkLst>
        </pc:spChg>
        <pc:spChg chg="mod">
          <ac:chgData name="Toby Donaldson" userId="2e6e5431-bb17-4c41-9985-d39c50d83c73" providerId="ADAL" clId="{F31BC264-820E-54C4-A6D1-F92AF9CC222E}" dt="2026-07-30T18:23:29.293" v="2545" actId="20577"/>
          <ac:spMkLst>
            <pc:docMk/>
            <pc:sldMk cId="2902054552" sldId="259"/>
            <ac:spMk id="3" creationId="{A522A2D5-CBBD-0FB0-C691-7341D5A601A5}"/>
          </ac:spMkLst>
        </pc:spChg>
        <pc:picChg chg="add mod">
          <ac:chgData name="Toby Donaldson" userId="2e6e5431-bb17-4c41-9985-d39c50d83c73" providerId="ADAL" clId="{F31BC264-820E-54C4-A6D1-F92AF9CC222E}" dt="2026-07-30T18:22:18.341" v="2407" actId="1076"/>
          <ac:picMkLst>
            <pc:docMk/>
            <pc:sldMk cId="2902054552" sldId="259"/>
            <ac:picMk id="4" creationId="{F66B33F4-48A3-95DA-0585-FC0F56C5989D}"/>
          </ac:picMkLst>
        </pc:picChg>
        <pc:picChg chg="add mod">
          <ac:chgData name="Toby Donaldson" userId="2e6e5431-bb17-4c41-9985-d39c50d83c73" providerId="ADAL" clId="{F31BC264-820E-54C4-A6D1-F92AF9CC222E}" dt="2026-07-30T18:22:21.443" v="2408" actId="1076"/>
          <ac:picMkLst>
            <pc:docMk/>
            <pc:sldMk cId="2902054552" sldId="259"/>
            <ac:picMk id="5" creationId="{B1243D96-F2CF-0B1E-C84C-D02CA7B6506D}"/>
          </ac:picMkLst>
        </pc:picChg>
      </pc:sldChg>
      <pc:sldChg chg="del">
        <pc:chgData name="Toby Donaldson" userId="2e6e5431-bb17-4c41-9985-d39c50d83c73" providerId="ADAL" clId="{F31BC264-820E-54C4-A6D1-F92AF9CC222E}" dt="2026-07-30T17:56:21.207" v="42" actId="2696"/>
        <pc:sldMkLst>
          <pc:docMk/>
          <pc:sldMk cId="2758192985" sldId="260"/>
        </pc:sldMkLst>
      </pc:sldChg>
      <pc:sldChg chg="modSp add del mod">
        <pc:chgData name="Toby Donaldson" userId="2e6e5431-bb17-4c41-9985-d39c50d83c73" providerId="ADAL" clId="{F31BC264-820E-54C4-A6D1-F92AF9CC222E}" dt="2026-07-30T18:04:23.252" v="1018" actId="113"/>
        <pc:sldMkLst>
          <pc:docMk/>
          <pc:sldMk cId="4043563937" sldId="260"/>
        </pc:sldMkLst>
        <pc:spChg chg="mod">
          <ac:chgData name="Toby Donaldson" userId="2e6e5431-bb17-4c41-9985-d39c50d83c73" providerId="ADAL" clId="{F31BC264-820E-54C4-A6D1-F92AF9CC222E}" dt="2026-07-30T18:04:23.252" v="1018" actId="113"/>
          <ac:spMkLst>
            <pc:docMk/>
            <pc:sldMk cId="4043563937" sldId="260"/>
            <ac:spMk id="3" creationId="{F19549D6-F419-22F3-CC6B-83260B1BC984}"/>
          </ac:spMkLst>
        </pc:spChg>
      </pc:sldChg>
      <pc:sldChg chg="modSp add mod">
        <pc:chgData name="Toby Donaldson" userId="2e6e5431-bb17-4c41-9985-d39c50d83c73" providerId="ADAL" clId="{F31BC264-820E-54C4-A6D1-F92AF9CC222E}" dt="2026-07-30T18:15:49.392" v="2040" actId="27636"/>
        <pc:sldMkLst>
          <pc:docMk/>
          <pc:sldMk cId="1295051304" sldId="261"/>
        </pc:sldMkLst>
        <pc:spChg chg="mod">
          <ac:chgData name="Toby Donaldson" userId="2e6e5431-bb17-4c41-9985-d39c50d83c73" providerId="ADAL" clId="{F31BC264-820E-54C4-A6D1-F92AF9CC222E}" dt="2026-07-30T18:15:49.392" v="2040" actId="27636"/>
          <ac:spMkLst>
            <pc:docMk/>
            <pc:sldMk cId="1295051304" sldId="261"/>
            <ac:spMk id="3" creationId="{3624D1D2-DD7F-F611-F78B-5126C842157E}"/>
          </ac:spMkLst>
        </pc:spChg>
      </pc:sldChg>
      <pc:sldChg chg="del">
        <pc:chgData name="Toby Donaldson" userId="2e6e5431-bb17-4c41-9985-d39c50d83c73" providerId="ADAL" clId="{F31BC264-820E-54C4-A6D1-F92AF9CC222E}" dt="2026-07-30T17:56:21.207" v="42" actId="2696"/>
        <pc:sldMkLst>
          <pc:docMk/>
          <pc:sldMk cId="2200977029" sldId="261"/>
        </pc:sldMkLst>
      </pc:sldChg>
      <pc:sldChg chg="del">
        <pc:chgData name="Toby Donaldson" userId="2e6e5431-bb17-4c41-9985-d39c50d83c73" providerId="ADAL" clId="{F31BC264-820E-54C4-A6D1-F92AF9CC222E}" dt="2026-07-30T17:56:21.207" v="42" actId="2696"/>
        <pc:sldMkLst>
          <pc:docMk/>
          <pc:sldMk cId="689737174" sldId="262"/>
        </pc:sldMkLst>
      </pc:sldChg>
      <pc:sldChg chg="modSp new mod">
        <pc:chgData name="Toby Donaldson" userId="2e6e5431-bb17-4c41-9985-d39c50d83c73" providerId="ADAL" clId="{F31BC264-820E-54C4-A6D1-F92AF9CC222E}" dt="2026-07-30T18:45:08.779" v="4744" actId="20577"/>
        <pc:sldMkLst>
          <pc:docMk/>
          <pc:sldMk cId="3415818809" sldId="262"/>
        </pc:sldMkLst>
        <pc:spChg chg="mod">
          <ac:chgData name="Toby Donaldson" userId="2e6e5431-bb17-4c41-9985-d39c50d83c73" providerId="ADAL" clId="{F31BC264-820E-54C4-A6D1-F92AF9CC222E}" dt="2026-07-30T18:24:49.968" v="2607" actId="20577"/>
          <ac:spMkLst>
            <pc:docMk/>
            <pc:sldMk cId="3415818809" sldId="262"/>
            <ac:spMk id="2" creationId="{20D7E91E-57BC-808B-9FF4-FE3CF1094209}"/>
          </ac:spMkLst>
        </pc:spChg>
        <pc:spChg chg="mod">
          <ac:chgData name="Toby Donaldson" userId="2e6e5431-bb17-4c41-9985-d39c50d83c73" providerId="ADAL" clId="{F31BC264-820E-54C4-A6D1-F92AF9CC222E}" dt="2026-07-30T18:45:08.779" v="4744" actId="20577"/>
          <ac:spMkLst>
            <pc:docMk/>
            <pc:sldMk cId="3415818809" sldId="262"/>
            <ac:spMk id="3" creationId="{43A5F54D-348F-AB81-EB61-1C7AAA10E35E}"/>
          </ac:spMkLst>
        </pc:spChg>
      </pc:sldChg>
      <pc:sldChg chg="del">
        <pc:chgData name="Toby Donaldson" userId="2e6e5431-bb17-4c41-9985-d39c50d83c73" providerId="ADAL" clId="{F31BC264-820E-54C4-A6D1-F92AF9CC222E}" dt="2026-07-30T17:56:21.207" v="42" actId="2696"/>
        <pc:sldMkLst>
          <pc:docMk/>
          <pc:sldMk cId="746880468" sldId="263"/>
        </pc:sldMkLst>
      </pc:sldChg>
      <pc:sldChg chg="addSp modSp new mod">
        <pc:chgData name="Toby Donaldson" userId="2e6e5431-bb17-4c41-9985-d39c50d83c73" providerId="ADAL" clId="{F31BC264-820E-54C4-A6D1-F92AF9CC222E}" dt="2026-07-30T18:33:47.670" v="3977" actId="20577"/>
        <pc:sldMkLst>
          <pc:docMk/>
          <pc:sldMk cId="3714178022" sldId="263"/>
        </pc:sldMkLst>
        <pc:spChg chg="mod">
          <ac:chgData name="Toby Donaldson" userId="2e6e5431-bb17-4c41-9985-d39c50d83c73" providerId="ADAL" clId="{F31BC264-820E-54C4-A6D1-F92AF9CC222E}" dt="2026-07-30T18:30:09.292" v="3409" actId="20577"/>
          <ac:spMkLst>
            <pc:docMk/>
            <pc:sldMk cId="3714178022" sldId="263"/>
            <ac:spMk id="2" creationId="{0AE2BC68-B249-8B55-C7F7-A65289D0C2CD}"/>
          </ac:spMkLst>
        </pc:spChg>
        <pc:spChg chg="mod">
          <ac:chgData name="Toby Donaldson" userId="2e6e5431-bb17-4c41-9985-d39c50d83c73" providerId="ADAL" clId="{F31BC264-820E-54C4-A6D1-F92AF9CC222E}" dt="2026-07-30T18:33:47.670" v="3977" actId="20577"/>
          <ac:spMkLst>
            <pc:docMk/>
            <pc:sldMk cId="3714178022" sldId="263"/>
            <ac:spMk id="3" creationId="{AE9FB60D-EB44-052E-AB44-FB7C309BCD30}"/>
          </ac:spMkLst>
        </pc:spChg>
        <pc:picChg chg="add mod">
          <ac:chgData name="Toby Donaldson" userId="2e6e5431-bb17-4c41-9985-d39c50d83c73" providerId="ADAL" clId="{F31BC264-820E-54C4-A6D1-F92AF9CC222E}" dt="2026-07-30T18:32:43.475" v="3765" actId="14100"/>
          <ac:picMkLst>
            <pc:docMk/>
            <pc:sldMk cId="3714178022" sldId="263"/>
            <ac:picMk id="4" creationId="{FD034F69-C71B-B7AE-5DCF-8D969C7D6214}"/>
          </ac:picMkLst>
        </pc:picChg>
      </pc:sldChg>
      <pc:sldChg chg="del">
        <pc:chgData name="Toby Donaldson" userId="2e6e5431-bb17-4c41-9985-d39c50d83c73" providerId="ADAL" clId="{F31BC264-820E-54C4-A6D1-F92AF9CC222E}" dt="2026-07-30T17:56:21.207" v="42" actId="2696"/>
        <pc:sldMkLst>
          <pc:docMk/>
          <pc:sldMk cId="1635948927" sldId="264"/>
        </pc:sldMkLst>
      </pc:sldChg>
      <pc:sldChg chg="modSp new mod">
        <pc:chgData name="Toby Donaldson" userId="2e6e5431-bb17-4c41-9985-d39c50d83c73" providerId="ADAL" clId="{F31BC264-820E-54C4-A6D1-F92AF9CC222E}" dt="2026-07-30T18:51:03.657" v="5462" actId="20577"/>
        <pc:sldMkLst>
          <pc:docMk/>
          <pc:sldMk cId="2445586752" sldId="264"/>
        </pc:sldMkLst>
        <pc:spChg chg="mod">
          <ac:chgData name="Toby Donaldson" userId="2e6e5431-bb17-4c41-9985-d39c50d83c73" providerId="ADAL" clId="{F31BC264-820E-54C4-A6D1-F92AF9CC222E}" dt="2026-07-30T18:46:54.191" v="4777" actId="20577"/>
          <ac:spMkLst>
            <pc:docMk/>
            <pc:sldMk cId="2445586752" sldId="264"/>
            <ac:spMk id="2" creationId="{3EBA8F85-96D6-E82D-7342-193135DF3D5E}"/>
          </ac:spMkLst>
        </pc:spChg>
        <pc:spChg chg="mod">
          <ac:chgData name="Toby Donaldson" userId="2e6e5431-bb17-4c41-9985-d39c50d83c73" providerId="ADAL" clId="{F31BC264-820E-54C4-A6D1-F92AF9CC222E}" dt="2026-07-30T18:51:03.657" v="5462" actId="20577"/>
          <ac:spMkLst>
            <pc:docMk/>
            <pc:sldMk cId="2445586752" sldId="264"/>
            <ac:spMk id="3" creationId="{7E21A46B-0A28-FA40-ECB8-861888BE3874}"/>
          </ac:spMkLst>
        </pc:spChg>
      </pc:sldChg>
      <pc:sldChg chg="del">
        <pc:chgData name="Toby Donaldson" userId="2e6e5431-bb17-4c41-9985-d39c50d83c73" providerId="ADAL" clId="{F31BC264-820E-54C4-A6D1-F92AF9CC222E}" dt="2026-07-30T17:56:21.207" v="42" actId="2696"/>
        <pc:sldMkLst>
          <pc:docMk/>
          <pc:sldMk cId="2673447247" sldId="265"/>
        </pc:sldMkLst>
      </pc:sldChg>
    </pc:docChg>
  </pc:docChgLst>
  <pc:docChgLst>
    <pc:chgData name="Toby Donaldson" userId="2e6e5431-bb17-4c41-9985-d39c50d83c73" providerId="ADAL" clId="{7F9681A8-EEE2-56F4-9B39-ECCBEE0471AC}"/>
    <pc:docChg chg="undo custSel modSld">
      <pc:chgData name="Toby Donaldson" userId="2e6e5431-bb17-4c41-9985-d39c50d83c73" providerId="ADAL" clId="{7F9681A8-EEE2-56F4-9B39-ECCBEE0471AC}" dt="2026-07-28T01:33:24.619" v="76" actId="20577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D08DC-5712-9B31-D6C2-5BFECEE84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879EA0-A220-90F1-77F3-735E78C0E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6B2A5-E32E-BF12-61C2-0DF9740BE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CD118-905B-9924-A98E-630F1E5C7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20E9E-9A8F-CA66-9F6F-69875299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8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EF791-95CD-F354-C1F8-E6DFF6B7B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9ED66-A221-5F04-973C-3CD156D6D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E0576-7C28-C2A9-3E16-F7C093417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A7C0C-CBD4-720D-7CF5-557C19DB8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208A6-3CA7-401C-ED11-55497C9D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6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EC73-512F-FB16-7439-43FC1DD1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63D5F-3400-2C40-5CF3-BBD7260D9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B1E5D-9A21-380D-BC86-D8496F1B6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64470-29E1-C741-868E-E120ECA6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63FCE-335D-26AE-EEFF-2458968B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60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B8766-01D1-4B09-4507-93EEA741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9B315-B0C7-FC90-B784-5DC4B86B0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30F83-FDBE-0718-05F4-A39F9D4AD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D7CC0-9064-1299-B4A0-CB459F6A1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4915F-449F-689E-D6AC-5C476685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0FEFA-4C47-1A94-24E7-62971743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4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40A3A-65EE-8E10-B77D-D09B592A0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32F02-040C-8423-88C8-835570302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A896A-4C16-883D-5F0C-7B6FF0902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3B051F-48B8-C4B0-D0BA-592720966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D6B7C8-0066-D347-51B9-5D1202989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41E57-914C-4FD8-2638-5F2F010EA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917D64-1B47-0C2E-FF85-CA571585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559152-7ABA-CA30-9F5D-A096604B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08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B30ED-A477-AF83-0DA1-8ED52C342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3678D4-E715-DB03-2EFA-89BB9136D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B8F9A-8A09-8A8F-123B-38271736D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F30A9-4EFA-0CE7-A697-7999BBB6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0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FE275-3D2D-7D26-9D5A-40E86A03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6B132-2E91-12F3-174D-C765352C7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927AC-5849-02F5-B236-8DADA3300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1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09598-B2E6-58B7-19AD-C183CB8A7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9477C-E32C-C0DE-2FB7-867E8FD99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49049-29A6-6C31-CD55-D12A8604D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B7766-B70D-4E13-272B-7455D778C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C382D-6A78-D8F2-4835-C65B3B1A3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D7863-94C0-BA45-1113-95D70752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33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23765-51E4-CD95-EA0D-2E9FDC3C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603C7-D18E-22ED-5757-D6870B8A6C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63153-F0E4-0BF6-327F-A3E47C21E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BA50B-E3DF-EB36-C06E-462F9CA4E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92E35-5852-1601-FDC3-220CD3970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E20D4-7E85-0491-A4A5-0FF8F637E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63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365F-2166-1EB3-3899-45D7A546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4442EB-D082-46B0-5150-C86F334F2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C7C6D-C478-D3E2-99D6-A1A26F6A9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AD051-2C93-13F1-F27D-5D37E025C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19A8-A0E9-8365-DE89-87B334FC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22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25D54F-FC0B-CB14-8DF1-CFC22CC973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1CDFAF-17BB-163D-5299-5DFEEE0E8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43475-CD31-147A-FAEF-DEDE9136E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1B02F-43DB-A76B-5178-9CA7CFCE5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F05DC-FCD6-8562-B734-D4161B4A1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09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516BA4-C939-365D-926E-DE42EBB86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793FB-1931-AC07-24BA-DA7CA2C5D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899A-41C1-A6B6-B361-A4FADD099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721F6-712F-E943-B5C8-C03A6A3C658B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C2079-1DE0-9260-0C72-2DCA6C84F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766F7-5318-D66C-B31A-4654B35AD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3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4011-44E6-E6CC-E2D9-CD84F33E0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6201" y="1491664"/>
            <a:ext cx="9144000" cy="2387600"/>
          </a:xfrm>
        </p:spPr>
        <p:txBody>
          <a:bodyPr/>
          <a:lstStyle/>
          <a:p>
            <a:r>
              <a:rPr lang="en-US" dirty="0"/>
              <a:t>Object-oriented Design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B53E-28B3-480E-7DE8-77EA39CC2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6201" y="3971339"/>
            <a:ext cx="9144000" cy="1655762"/>
          </a:xfrm>
        </p:spPr>
        <p:txBody>
          <a:bodyPr/>
          <a:lstStyle/>
          <a:p>
            <a:r>
              <a:rPr lang="en-US" dirty="0"/>
              <a:t>CMPT 225, Summer 2026</a:t>
            </a:r>
          </a:p>
        </p:txBody>
      </p:sp>
    </p:spTree>
    <p:extLst>
      <p:ext uri="{BB962C8B-B14F-4D97-AF65-F5344CB8AC3E}">
        <p14:creationId xmlns:p14="http://schemas.microsoft.com/office/powerpoint/2010/main" val="4028731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D9924-13F6-3E36-6DCB-6B4F565C5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BDE58-3783-F4FB-119A-7D3002786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202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Abstraction</a:t>
            </a:r>
            <a:r>
              <a:rPr lang="en-US" dirty="0"/>
              <a:t> is the process of removing inessential details from something until what remains are they key parts.</a:t>
            </a:r>
          </a:p>
          <a:p>
            <a:pPr marL="0" indent="0">
              <a:buNone/>
            </a:pPr>
            <a:r>
              <a:rPr lang="en-US" dirty="0"/>
              <a:t>E.g. You can abstract a car to be a “box on wheels”. </a:t>
            </a:r>
          </a:p>
          <a:p>
            <a:pPr marL="0" indent="0">
              <a:buNone/>
            </a:pPr>
            <a:r>
              <a:rPr lang="en-US" dirty="0"/>
              <a:t>E.g. Volume on a computer is abstract to “up” and “down”.</a:t>
            </a:r>
          </a:p>
          <a:p>
            <a:pPr marL="0" indent="0">
              <a:buNone/>
            </a:pPr>
            <a:r>
              <a:rPr lang="en-US" dirty="0"/>
              <a:t>E.g. To get a hamburger at a restaurant you just ask the waiter for a hamburger.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Abstraction is one of the key ideas in math.</a:t>
            </a:r>
          </a:p>
          <a:p>
            <a:pPr marL="0" indent="0">
              <a:buNone/>
            </a:pPr>
            <a:r>
              <a:rPr lang="en-US" dirty="0"/>
              <a:t>Abstracting data structures gives you ADTs.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Cardboard box on wheels hi-res stock ...">
            <a:extLst>
              <a:ext uri="{FF2B5EF4-FFF2-40B4-BE49-F238E27FC236}">
                <a16:creationId xmlns:a16="http://schemas.microsoft.com/office/drawing/2014/main" id="{2131075E-9927-1B2C-59EE-857F679096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389"/>
          <a:stretch>
            <a:fillRect/>
          </a:stretch>
        </p:blipFill>
        <p:spPr>
          <a:xfrm>
            <a:off x="9956799" y="2265484"/>
            <a:ext cx="1897961" cy="170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90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F8AB4-3410-814F-9DE9-DD6422F7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D0187-9F35-A5F0-CFE3-04B54363E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549D6-F419-22F3-CC6B-83260B1B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Abstraction</a:t>
            </a:r>
            <a:r>
              <a:rPr lang="en-US" dirty="0"/>
              <a:t> is the process of removing inessential details from something until what remains are they key parts.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Abstracting data structures gives you ADTs.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object-oriented design, abstraction is often achieved through creating a simply public interface that is easy to use and understand.</a:t>
            </a:r>
          </a:p>
          <a:p>
            <a:pPr lvl="1"/>
            <a:r>
              <a:rPr lang="en-US" dirty="0"/>
              <a:t>The precise details of how the data structure is implemented is intentionally left unspecified. All that is specified is </a:t>
            </a:r>
            <a:r>
              <a:rPr lang="en-US" b="1" dirty="0"/>
              <a:t>how</a:t>
            </a:r>
            <a:r>
              <a:rPr lang="en-US" dirty="0"/>
              <a:t> the ADT works.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563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2711F-3CCC-54F9-EC71-C1665AB82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52DCA-9CEE-CD74-907C-5424FBAED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3933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Encapsulation</a:t>
            </a:r>
            <a:r>
              <a:rPr lang="en-US" dirty="0"/>
              <a:t> is the idea that things should not reveal the details of they work.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 A pill capsule contains medicine inside a capsule. You can’t touch the raw powder.</a:t>
            </a:r>
          </a:p>
          <a:p>
            <a:pPr marL="0" indent="0">
              <a:buNone/>
            </a:pPr>
            <a:r>
              <a:rPr lang="en-US" dirty="0"/>
              <a:t>E.g. Computer CPUS, car engines, motors, etc. are often but into physical boxes. This stops people from poking into them and messing them or hurting themselves.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Capsule PNGs for Free Download">
            <a:extLst>
              <a:ext uri="{FF2B5EF4-FFF2-40B4-BE49-F238E27FC236}">
                <a16:creationId xmlns:a16="http://schemas.microsoft.com/office/drawing/2014/main" id="{95421BF5-32F0-925E-94CE-C8098127B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903" y="2431510"/>
            <a:ext cx="1646987" cy="1646987"/>
          </a:xfrm>
          <a:prstGeom prst="rect">
            <a:avLst/>
          </a:prstGeom>
        </p:spPr>
      </p:pic>
      <p:pic>
        <p:nvPicPr>
          <p:cNvPr id="5" name="Picture 4" descr="How do car engines work? - Explain that Stuff">
            <a:extLst>
              <a:ext uri="{FF2B5EF4-FFF2-40B4-BE49-F238E27FC236}">
                <a16:creationId xmlns:a16="http://schemas.microsoft.com/office/drawing/2014/main" id="{7DD176CC-D1BB-7235-4DAB-0384740C1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56467" y="4213434"/>
            <a:ext cx="2225843" cy="167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380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0177C-9609-B7DB-CC61-F70289CD0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9BAD-6C34-C31E-7FF9-AAB6BA211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4D1D2-DD7F-F611-F78B-5126C8421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Encapsulation</a:t>
            </a:r>
            <a:r>
              <a:rPr lang="en-US" dirty="0"/>
              <a:t> is the idea that things should not reveal the details of they work.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Encapsulation in OOP is often achieved through use of private/public, or by providing just a .h header file and object code (and source code).</a:t>
            </a:r>
          </a:p>
          <a:p>
            <a:pPr lvl="1"/>
            <a:r>
              <a:rPr lang="en-US" dirty="0"/>
              <a:t>E.g. source code that defines how </a:t>
            </a:r>
            <a:r>
              <a:rPr lang="en-US" b="1" dirty="0" err="1"/>
              <a:t>cout</a:t>
            </a:r>
            <a:r>
              <a:rPr lang="en-US" dirty="0"/>
              <a:t> works might be not even on your computer.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Sometimes programmers argue that encapsulation can be bad because it hides details that you might need to know about for debugging: intentionally making some code harder to examine seems like a bad idea.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051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7CFA6-B31B-49F9-260A-3BE29B070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2A2D5-CBBD-0FB0-C691-7341D5A60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8000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Modularity</a:t>
            </a:r>
            <a:r>
              <a:rPr lang="en-US" dirty="0"/>
              <a:t> is the idea of dividing a big thing into multiple small components.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 Lego models are designed from small bricks.</a:t>
            </a:r>
          </a:p>
          <a:p>
            <a:pPr marL="0" indent="0">
              <a:buNone/>
            </a:pPr>
            <a:r>
              <a:rPr lang="en-US" dirty="0"/>
              <a:t>E.g. Electronics uses standard modules like wires, resistors, capacitors etc.</a:t>
            </a:r>
          </a:p>
          <a:p>
            <a:pPr marL="0" indent="0">
              <a:buNone/>
            </a:pPr>
            <a:r>
              <a:rPr lang="en-US" dirty="0"/>
              <a:t>E.g. Computers have the CPU, main memory, I/O, etc.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Finding the best way to modularize a system can be very challenging!</a:t>
            </a:r>
          </a:p>
        </p:txBody>
      </p:sp>
      <p:pic>
        <p:nvPicPr>
          <p:cNvPr id="4" name="Picture 3" descr="LEGO® Parts - Brick Creation">
            <a:extLst>
              <a:ext uri="{FF2B5EF4-FFF2-40B4-BE49-F238E27FC236}">
                <a16:creationId xmlns:a16="http://schemas.microsoft.com/office/drawing/2014/main" id="{F66B33F4-48A3-95DA-0585-FC0F56C59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207" y="1690688"/>
            <a:ext cx="1965709" cy="1965709"/>
          </a:xfrm>
          <a:prstGeom prst="rect">
            <a:avLst/>
          </a:prstGeom>
        </p:spPr>
      </p:pic>
      <p:pic>
        <p:nvPicPr>
          <p:cNvPr id="5" name="Picture 4" descr="Electronic component - Wikipedia">
            <a:extLst>
              <a:ext uri="{FF2B5EF4-FFF2-40B4-BE49-F238E27FC236}">
                <a16:creationId xmlns:a16="http://schemas.microsoft.com/office/drawing/2014/main" id="{B1243D96-F2CF-0B1E-C84C-D02CA7B65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755" y="3539070"/>
            <a:ext cx="2540245" cy="174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054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2BC68-B249-8B55-C7F7-A65289D0C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FB60D-EB44-052E-AB44-FB7C309BC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054969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Sometimes it is useful to organize objects in a hierarchy, and OOP languages provide inheritance to help with this.</a:t>
            </a:r>
          </a:p>
          <a:p>
            <a:pPr marL="0" indent="0">
              <a:buNone/>
            </a:pPr>
            <a:r>
              <a:rPr lang="en-US" dirty="0"/>
              <a:t>However, this is probably not as general a consideration as the other concepts: some system benefit from hierarchical organization, some don’t.</a:t>
            </a:r>
          </a:p>
          <a:p>
            <a:pPr marL="0" indent="0">
              <a:buNone/>
            </a:pPr>
            <a:r>
              <a:rPr lang="en-US" dirty="0"/>
              <a:t>Some designers and programmers downplay the use of inheritance in general: only use inheritance if it makes sense and is a good solution to specific problem.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034F69-C71B-B7AE-5DCF-8D969C7D6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986" y="1690688"/>
            <a:ext cx="5000270" cy="284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178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7E91E-57BC-808B-9FF4-FE3CF1094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Abstraction, Encapsulation, Modularity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5F54D-348F-AB81-EB61-1C7AAA10E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These ideas work together and must be balanced against each other and practical real-world constraints</a:t>
            </a:r>
          </a:p>
          <a:p>
            <a:pPr lvl="1"/>
            <a:r>
              <a:rPr lang="en-US" b="1" dirty="0"/>
              <a:t>aim for deep modules</a:t>
            </a:r>
            <a:r>
              <a:rPr lang="en-US" dirty="0"/>
              <a:t>: simple (even minimalist) public interfaces with complexity underneath</a:t>
            </a:r>
          </a:p>
          <a:p>
            <a:pPr lvl="1"/>
            <a:r>
              <a:rPr lang="en-US" b="1" dirty="0"/>
              <a:t>aim for plug and play</a:t>
            </a:r>
            <a:r>
              <a:rPr lang="en-US" dirty="0"/>
              <a:t>: modules shouldn’t know about the implementation details of other modules</a:t>
            </a:r>
          </a:p>
          <a:p>
            <a:pPr lvl="1"/>
            <a:r>
              <a:rPr lang="en-US" b="1" dirty="0"/>
              <a:t>aim to iterate</a:t>
            </a:r>
            <a:r>
              <a:rPr lang="en-US" dirty="0"/>
              <a:t>: plan multiple versions, learning from each one and making improvements in future ones</a:t>
            </a:r>
          </a:p>
          <a:p>
            <a:r>
              <a:rPr lang="en-US" dirty="0"/>
              <a:t>Among other things, good designers tend to have a lot of experience and knowledge of possible options and their pros and cons, and often need make trade-offs</a:t>
            </a:r>
          </a:p>
        </p:txBody>
      </p:sp>
    </p:spTree>
    <p:extLst>
      <p:ext uri="{BB962C8B-B14F-4D97-AF65-F5344CB8AC3E}">
        <p14:creationId xmlns:p14="http://schemas.microsoft.com/office/powerpoint/2010/main" val="3415818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8F85-96D6-E82D-7342-193135DF3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Unix File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1A46B-0A28-FA40-ECB8-861888BE3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code should you use to read and write files?</a:t>
            </a:r>
          </a:p>
          <a:p>
            <a:pPr marL="0" indent="0">
              <a:buNone/>
            </a:pPr>
            <a:r>
              <a:rPr lang="en-US" dirty="0"/>
              <a:t>Practically all programs use files, so how do you make everyone happy?</a:t>
            </a:r>
          </a:p>
          <a:p>
            <a:pPr marL="0" indent="0">
              <a:buNone/>
            </a:pPr>
            <a:r>
              <a:rPr lang="en-US" dirty="0"/>
              <a:t>The Unix file API is a famously simple interface:</a:t>
            </a:r>
          </a:p>
          <a:p>
            <a:pPr marL="0" indent="0">
              <a:buNone/>
            </a:pPr>
            <a:r>
              <a:rPr lang="en-US" b="1" dirty="0"/>
              <a:t>open</a:t>
            </a:r>
            <a:r>
              <a:rPr lang="en-US" dirty="0"/>
              <a:t>, </a:t>
            </a:r>
            <a:r>
              <a:rPr lang="en-US" b="1" dirty="0"/>
              <a:t>read</a:t>
            </a:r>
            <a:r>
              <a:rPr lang="en-US" dirty="0"/>
              <a:t>, </a:t>
            </a:r>
            <a:r>
              <a:rPr lang="en-US" b="1" dirty="0"/>
              <a:t>write</a:t>
            </a:r>
            <a:r>
              <a:rPr lang="en-US" dirty="0"/>
              <a:t>, </a:t>
            </a:r>
            <a:r>
              <a:rPr lang="en-US" b="1" dirty="0" err="1"/>
              <a:t>lseek</a:t>
            </a:r>
            <a:r>
              <a:rPr lang="en-US" dirty="0"/>
              <a:t>, </a:t>
            </a:r>
            <a:r>
              <a:rPr lang="en-US" b="1" dirty="0"/>
              <a:t>close</a:t>
            </a:r>
          </a:p>
          <a:p>
            <a:pPr marL="0" indent="0">
              <a:buNone/>
            </a:pPr>
            <a:r>
              <a:rPr lang="en-US" dirty="0"/>
              <a:t>It has been around since the 1970s with no major change.</a:t>
            </a:r>
            <a:br>
              <a:rPr lang="en-US" dirty="0"/>
            </a:br>
            <a:r>
              <a:rPr lang="en-US" dirty="0"/>
              <a:t>But the underlying implementations have changed drastically.</a:t>
            </a:r>
          </a:p>
          <a:p>
            <a:pPr marL="0" indent="0">
              <a:buNone/>
            </a:pPr>
            <a:r>
              <a:rPr lang="en-US" dirty="0"/>
              <a:t>Think about designing an interface for files: it is not obvious that these functions work so </a:t>
            </a:r>
            <a:r>
              <a:rPr lang="en-US"/>
              <a:t>well in so many cases.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586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684</Words>
  <Application>Microsoft Macintosh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Object-oriented Design Basics</vt:lpstr>
      <vt:lpstr>Abstraction</vt:lpstr>
      <vt:lpstr>Abstraction</vt:lpstr>
      <vt:lpstr>Encapsulation</vt:lpstr>
      <vt:lpstr>Encapsulation</vt:lpstr>
      <vt:lpstr>Modularity</vt:lpstr>
      <vt:lpstr>Hierarchical Organization</vt:lpstr>
      <vt:lpstr>Abstraction, Encapsulation, Modularity</vt:lpstr>
      <vt:lpstr>Example: Unix File API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2026-07-21T02:42:20Z</dcterms:created>
  <dcterms:modified xsi:type="dcterms:W3CDTF">2026-07-30T18:51:09Z</dcterms:modified>
</cp:coreProperties>
</file>