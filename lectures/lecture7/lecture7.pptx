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6301"/>
  </p:normalViewPr>
  <p:slideViewPr>
    <p:cSldViewPr snapToGrid="0">
      <p:cViewPr varScale="1">
        <p:scale>
          <a:sx n="122" d="100"/>
          <a:sy n="122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5-26T19:44:30.405" v="1979" actId="20578"/>
      <pc:docMkLst>
        <pc:docMk/>
      </pc:docMkLst>
      <pc:sldChg chg="addSp delSp modSp new del mod">
        <pc:chgData name="Toby Donaldson" userId="2e6e5431-bb17-4c41-9985-d39c50d83c73" providerId="ADAL" clId="{F31BC264-820E-54C4-A6D1-F92AF9CC222E}" dt="2026-05-26T19:34:13.441" v="1452" actId="2696"/>
        <pc:sldMkLst>
          <pc:docMk/>
          <pc:sldMk cId="2832120286" sldId="262"/>
        </pc:sldMkLst>
      </pc:sldChg>
      <pc:sldChg chg="modSp mod">
        <pc:chgData name="Toby Donaldson" userId="2e6e5431-bb17-4c41-9985-d39c50d83c73" providerId="ADAL" clId="{F31BC264-820E-54C4-A6D1-F92AF9CC222E}" dt="2026-05-26T19:31:48.302" v="1080" actId="20577"/>
        <pc:sldMkLst>
          <pc:docMk/>
          <pc:sldMk cId="1617718635" sldId="263"/>
        </pc:sldMkLst>
        <pc:spChg chg="mod">
          <ac:chgData name="Toby Donaldson" userId="2e6e5431-bb17-4c41-9985-d39c50d83c73" providerId="ADAL" clId="{F31BC264-820E-54C4-A6D1-F92AF9CC222E}" dt="2026-05-26T19:28:20.337" v="201" actId="20577"/>
          <ac:spMkLst>
            <pc:docMk/>
            <pc:sldMk cId="1617718635" sldId="263"/>
            <ac:spMk id="2" creationId="{11D03862-48D3-6E99-790C-4C76E955E763}"/>
          </ac:spMkLst>
        </pc:spChg>
        <pc:spChg chg="mod">
          <ac:chgData name="Toby Donaldson" userId="2e6e5431-bb17-4c41-9985-d39c50d83c73" providerId="ADAL" clId="{F31BC264-820E-54C4-A6D1-F92AF9CC222E}" dt="2026-05-26T19:31:48.302" v="1080" actId="20577"/>
          <ac:spMkLst>
            <pc:docMk/>
            <pc:sldMk cId="1617718635" sldId="263"/>
            <ac:spMk id="3" creationId="{CC3ED84C-FB6D-2E69-0984-D2910A44471E}"/>
          </ac:spMkLst>
        </pc:spChg>
      </pc:sldChg>
      <pc:sldChg chg="modSp new mod ord">
        <pc:chgData name="Toby Donaldson" userId="2e6e5431-bb17-4c41-9985-d39c50d83c73" providerId="ADAL" clId="{F31BC264-820E-54C4-A6D1-F92AF9CC222E}" dt="2026-05-26T19:44:30.405" v="1979" actId="20578"/>
        <pc:sldMkLst>
          <pc:docMk/>
          <pc:sldMk cId="1158529909" sldId="264"/>
        </pc:sldMkLst>
        <pc:spChg chg="mod">
          <ac:chgData name="Toby Donaldson" userId="2e6e5431-bb17-4c41-9985-d39c50d83c73" providerId="ADAL" clId="{F31BC264-820E-54C4-A6D1-F92AF9CC222E}" dt="2026-05-26T19:40:02.296" v="1476" actId="20577"/>
          <ac:spMkLst>
            <pc:docMk/>
            <pc:sldMk cId="1158529909" sldId="264"/>
            <ac:spMk id="2" creationId="{146D59C2-ECEA-0CD4-DC73-02F2432DDB54}"/>
          </ac:spMkLst>
        </pc:spChg>
        <pc:spChg chg="mod">
          <ac:chgData name="Toby Donaldson" userId="2e6e5431-bb17-4c41-9985-d39c50d83c73" providerId="ADAL" clId="{F31BC264-820E-54C4-A6D1-F92AF9CC222E}" dt="2026-05-26T19:44:24.089" v="1978" actId="20577"/>
          <ac:spMkLst>
            <pc:docMk/>
            <pc:sldMk cId="1158529909" sldId="264"/>
            <ac:spMk id="3" creationId="{3A7D979F-522B-9D1D-5EF7-9148B85BC7D0}"/>
          </ac:spMkLst>
        </pc:spChg>
      </pc:sldChg>
      <pc:sldChg chg="del">
        <pc:chgData name="Toby Donaldson" userId="2e6e5431-bb17-4c41-9985-d39c50d83c73" providerId="ADAL" clId="{F31BC264-820E-54C4-A6D1-F92AF9CC222E}" dt="2026-05-26T19:34:13.441" v="1452" actId="2696"/>
        <pc:sldMkLst>
          <pc:docMk/>
          <pc:sldMk cId="3163109481" sldId="264"/>
        </pc:sldMkLst>
      </pc:sldChg>
      <pc:sldChg chg="modSp del mod">
        <pc:chgData name="Toby Donaldson" userId="2e6e5431-bb17-4c41-9985-d39c50d83c73" providerId="ADAL" clId="{F31BC264-820E-54C4-A6D1-F92AF9CC222E}" dt="2026-05-26T19:34:13.441" v="1452" actId="2696"/>
        <pc:sldMkLst>
          <pc:docMk/>
          <pc:sldMk cId="3605549294" sldId="265"/>
        </pc:sldMkLst>
      </pc:sldChg>
      <pc:sldChg chg="del">
        <pc:chgData name="Toby Donaldson" userId="2e6e5431-bb17-4c41-9985-d39c50d83c73" providerId="ADAL" clId="{F31BC264-820E-54C4-A6D1-F92AF9CC222E}" dt="2026-05-26T19:34:13.441" v="1452" actId="2696"/>
        <pc:sldMkLst>
          <pc:docMk/>
          <pc:sldMk cId="1738357634" sldId="266"/>
        </pc:sldMkLst>
      </pc:sldChg>
      <pc:sldChg chg="modSp del mod">
        <pc:chgData name="Toby Donaldson" userId="2e6e5431-bb17-4c41-9985-d39c50d83c73" providerId="ADAL" clId="{F31BC264-820E-54C4-A6D1-F92AF9CC222E}" dt="2026-05-26T19:34:13.441" v="1452" actId="2696"/>
        <pc:sldMkLst>
          <pc:docMk/>
          <pc:sldMk cId="4050151651" sldId="267"/>
        </pc:sldMkLst>
      </pc:sldChg>
      <pc:sldChg chg="modSp new del mod">
        <pc:chgData name="Toby Donaldson" userId="2e6e5431-bb17-4c41-9985-d39c50d83c73" providerId="ADAL" clId="{F31BC264-820E-54C4-A6D1-F92AF9CC222E}" dt="2026-05-26T19:34:20.669" v="1453" actId="2696"/>
        <pc:sldMkLst>
          <pc:docMk/>
          <pc:sldMk cId="547003519" sldId="268"/>
        </pc:sldMkLst>
        <pc:spChg chg="mod">
          <ac:chgData name="Toby Donaldson" userId="2e6e5431-bb17-4c41-9985-d39c50d83c73" providerId="ADAL" clId="{F31BC264-820E-54C4-A6D1-F92AF9CC222E}" dt="2026-05-26T19:32:07.855" v="1094" actId="20577"/>
          <ac:spMkLst>
            <pc:docMk/>
            <pc:sldMk cId="547003519" sldId="268"/>
            <ac:spMk id="2" creationId="{B2FCB2AA-B25D-1351-8B28-F19BE034AC9F}"/>
          </ac:spMkLst>
        </pc:spChg>
        <pc:spChg chg="mod">
          <ac:chgData name="Toby Donaldson" userId="2e6e5431-bb17-4c41-9985-d39c50d83c73" providerId="ADAL" clId="{F31BC264-820E-54C4-A6D1-F92AF9CC222E}" dt="2026-05-26T19:33:48.367" v="1451" actId="20577"/>
          <ac:spMkLst>
            <pc:docMk/>
            <pc:sldMk cId="547003519" sldId="268"/>
            <ac:spMk id="3" creationId="{2E468982-47E9-772B-0D3F-E873AB4D05E2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custSel addSld modSld sldOrd">
      <pc:chgData name="Toby Donaldson" userId="2e6e5431-bb17-4c41-9985-d39c50d83c73" providerId="ADAL" clId="{7F9681A8-EEE2-56F4-9B39-ECCBEE0471AC}" dt="2026-05-20T23:03:17.249" v="1398" actId="1076"/>
      <pc:docMkLst>
        <pc:docMk/>
      </pc:docMkLst>
      <pc:sldChg chg="modSp new mod ord">
        <pc:chgData name="Toby Donaldson" userId="2e6e5431-bb17-4c41-9985-d39c50d83c73" providerId="ADAL" clId="{7F9681A8-EEE2-56F4-9B39-ECCBEE0471AC}" dt="2026-05-20T22:55:29.936" v="863" actId="20577"/>
        <pc:sldMkLst>
          <pc:docMk/>
          <pc:sldMk cId="1617718635" sldId="263"/>
        </pc:sldMkLst>
        <pc:spChg chg="mod">
          <ac:chgData name="Toby Donaldson" userId="2e6e5431-bb17-4c41-9985-d39c50d83c73" providerId="ADAL" clId="{7F9681A8-EEE2-56F4-9B39-ECCBEE0471AC}" dt="2026-05-20T22:42:07.344" v="35" actId="20577"/>
          <ac:spMkLst>
            <pc:docMk/>
            <pc:sldMk cId="1617718635" sldId="263"/>
            <ac:spMk id="2" creationId="{11D03862-48D3-6E99-790C-4C76E955E763}"/>
          </ac:spMkLst>
        </pc:spChg>
        <pc:spChg chg="mod">
          <ac:chgData name="Toby Donaldson" userId="2e6e5431-bb17-4c41-9985-d39c50d83c73" providerId="ADAL" clId="{7F9681A8-EEE2-56F4-9B39-ECCBEE0471AC}" dt="2026-05-20T22:55:29.936" v="863" actId="20577"/>
          <ac:spMkLst>
            <pc:docMk/>
            <pc:sldMk cId="1617718635" sldId="263"/>
            <ac:spMk id="3" creationId="{CC3ED84C-FB6D-2E69-0984-D2910A4447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59C2-ECEA-0CD4-DC73-02F2432D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Warm-up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D979F-522B-9D1D-5EF7-9148B85BC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have 200 exam papers random order and want to find Tina Belcher’s paper.</a:t>
            </a:r>
          </a:p>
          <a:p>
            <a:pPr marL="514350" indent="-514350">
              <a:buAutoNum type="arabicPeriod"/>
            </a:pPr>
            <a:r>
              <a:rPr lang="en-US" dirty="0"/>
              <a:t>Describe how you would find her paper.</a:t>
            </a:r>
          </a:p>
          <a:p>
            <a:pPr marL="514350" indent="-514350">
              <a:buAutoNum type="arabicPeriod"/>
            </a:pPr>
            <a:r>
              <a:rPr lang="en-US" dirty="0"/>
              <a:t>How many papers do you think you’d look at before finding hers?</a:t>
            </a:r>
          </a:p>
          <a:p>
            <a:pPr marL="514350" indent="-514350">
              <a:buAutoNum type="arabicPeriod"/>
            </a:pPr>
            <a:r>
              <a:rPr lang="en-US" dirty="0"/>
              <a:t>If instead there were 400 papers, how many would you look at?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29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3862-48D3-6E99-790C-4C76E955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D84C-FB6D-2E69-0984-D2910A444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Tuesday is the first in-class quiz</a:t>
            </a:r>
          </a:p>
          <a:p>
            <a:r>
              <a:rPr lang="en-US" dirty="0"/>
              <a:t>It covers everything up to Thursday of this week</a:t>
            </a:r>
          </a:p>
          <a:p>
            <a:r>
              <a:rPr lang="en-US" dirty="0"/>
              <a:t>Remember to take advantage of office hours</a:t>
            </a:r>
          </a:p>
          <a:p>
            <a:r>
              <a:rPr lang="en-US" dirty="0"/>
              <a:t>If you have questions about course content please post them to the Canvas discussion group</a:t>
            </a:r>
          </a:p>
          <a:p>
            <a:pPr lvl="1"/>
            <a:r>
              <a:rPr lang="en-US" dirty="0"/>
              <a:t>If you send personal email/messages asking about course content, we may ask that you post it to Canvas.</a:t>
            </a:r>
          </a:p>
        </p:txBody>
      </p:sp>
    </p:spTree>
    <p:extLst>
      <p:ext uri="{BB962C8B-B14F-4D97-AF65-F5344CB8AC3E}">
        <p14:creationId xmlns:p14="http://schemas.microsoft.com/office/powerpoint/2010/main" val="1617718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113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Warm-up Question</vt:lpstr>
      <vt:lpstr>Reminders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2026-05-26T19:44:35Z</dcterms:modified>
</cp:coreProperties>
</file>